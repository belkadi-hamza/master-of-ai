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Open Sans" panose="020B0606030504020204" pitchFamily="34" charset="0"/>
      <p:regular r:id="rId16"/>
    </p:embeddedFont>
    <p:embeddedFont>
      <p:font typeface="Open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10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002" y="409"/>
            <a:ext cx="18328002" cy="10286591"/>
          </a:xfrm>
          <a:custGeom>
            <a:avLst/>
            <a:gdLst/>
            <a:ahLst/>
            <a:cxnLst/>
            <a:rect l="l" t="t" r="r" b="b"/>
            <a:pathLst>
              <a:path w="18328002" h="10286591">
                <a:moveTo>
                  <a:pt x="0" y="0"/>
                </a:moveTo>
                <a:lnTo>
                  <a:pt x="18328002" y="0"/>
                </a:lnTo>
                <a:lnTo>
                  <a:pt x="18328002" y="10286591"/>
                </a:lnTo>
                <a:lnTo>
                  <a:pt x="0" y="10286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39600" y="114299"/>
            <a:ext cx="6019800" cy="4524489"/>
          </a:xfrm>
          <a:custGeom>
            <a:avLst/>
            <a:gdLst/>
            <a:ahLst/>
            <a:cxnLst/>
            <a:rect l="l" t="t" r="r" b="b"/>
            <a:pathLst>
              <a:path w="7609358" h="4795814">
                <a:moveTo>
                  <a:pt x="0" y="0"/>
                </a:moveTo>
                <a:lnTo>
                  <a:pt x="7609358" y="0"/>
                </a:lnTo>
                <a:lnTo>
                  <a:pt x="7609358" y="4795814"/>
                </a:lnTo>
                <a:lnTo>
                  <a:pt x="0" y="4795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25636" y="848841"/>
            <a:ext cx="3082017" cy="1697146"/>
          </a:xfrm>
          <a:custGeom>
            <a:avLst/>
            <a:gdLst/>
            <a:ahLst/>
            <a:cxnLst/>
            <a:rect l="l" t="t" r="r" b="b"/>
            <a:pathLst>
              <a:path w="3082017" h="1697146">
                <a:moveTo>
                  <a:pt x="0" y="0"/>
                </a:moveTo>
                <a:lnTo>
                  <a:pt x="3082017" y="0"/>
                </a:lnTo>
                <a:lnTo>
                  <a:pt x="3082017" y="1697146"/>
                </a:lnTo>
                <a:lnTo>
                  <a:pt x="0" y="169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4076228"/>
            <a:ext cx="3552625" cy="994205"/>
          </a:xfrm>
          <a:custGeom>
            <a:avLst/>
            <a:gdLst/>
            <a:ahLst/>
            <a:cxnLst/>
            <a:rect l="l" t="t" r="r" b="b"/>
            <a:pathLst>
              <a:path w="3552625" h="994205">
                <a:moveTo>
                  <a:pt x="0" y="0"/>
                </a:moveTo>
                <a:lnTo>
                  <a:pt x="3552625" y="0"/>
                </a:lnTo>
                <a:lnTo>
                  <a:pt x="3552625" y="994205"/>
                </a:lnTo>
                <a:lnTo>
                  <a:pt x="0" y="994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3681" y="4123967"/>
            <a:ext cx="2513705" cy="77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5"/>
              </a:lnSpc>
              <a:spcBef>
                <a:spcPct val="0"/>
              </a:spcBef>
            </a:pPr>
            <a:r>
              <a:rPr lang="en-US" sz="45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732123" cy="10349498"/>
          </a:xfrm>
          <a:custGeom>
            <a:avLst/>
            <a:gdLst/>
            <a:ahLst/>
            <a:cxnLst/>
            <a:rect l="l" t="t" r="r" b="b"/>
            <a:pathLst>
              <a:path w="18732123" h="10349498">
                <a:moveTo>
                  <a:pt x="0" y="0"/>
                </a:moveTo>
                <a:lnTo>
                  <a:pt x="18732123" y="0"/>
                </a:lnTo>
                <a:lnTo>
                  <a:pt x="18732123" y="10349498"/>
                </a:lnTo>
                <a:lnTo>
                  <a:pt x="0" y="1034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41280"/>
          </a:xfrm>
          <a:custGeom>
            <a:avLst/>
            <a:gdLst/>
            <a:ahLst/>
            <a:cxnLst/>
            <a:rect l="l" t="t" r="r" b="b"/>
            <a:pathLst>
              <a:path w="18288000" h="1024128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66444" cy="10422957"/>
          </a:xfrm>
          <a:custGeom>
            <a:avLst/>
            <a:gdLst/>
            <a:ahLst/>
            <a:cxnLst/>
            <a:rect l="l" t="t" r="r" b="b"/>
            <a:pathLst>
              <a:path w="18366444" h="10422957">
                <a:moveTo>
                  <a:pt x="0" y="0"/>
                </a:moveTo>
                <a:lnTo>
                  <a:pt x="18366444" y="0"/>
                </a:lnTo>
                <a:lnTo>
                  <a:pt x="18366444" y="10422957"/>
                </a:lnTo>
                <a:lnTo>
                  <a:pt x="0" y="10422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0678" y="2628853"/>
            <a:ext cx="7594678" cy="5589269"/>
          </a:xfrm>
          <a:custGeom>
            <a:avLst/>
            <a:gdLst/>
            <a:ahLst/>
            <a:cxnLst/>
            <a:rect l="l" t="t" r="r" b="b"/>
            <a:pathLst>
              <a:path w="7594678" h="5589269">
                <a:moveTo>
                  <a:pt x="0" y="0"/>
                </a:moveTo>
                <a:lnTo>
                  <a:pt x="7594678" y="0"/>
                </a:lnTo>
                <a:lnTo>
                  <a:pt x="7594678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28821" cy="10264140"/>
          </a:xfrm>
          <a:custGeom>
            <a:avLst/>
            <a:gdLst/>
            <a:ahLst/>
            <a:cxnLst/>
            <a:rect l="l" t="t" r="r" b="b"/>
            <a:pathLst>
              <a:path w="18328821" h="10264140">
                <a:moveTo>
                  <a:pt x="0" y="0"/>
                </a:moveTo>
                <a:lnTo>
                  <a:pt x="18328821" y="0"/>
                </a:lnTo>
                <a:lnTo>
                  <a:pt x="18328821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259844"/>
            <a:ext cx="8012600" cy="7345578"/>
          </a:xfrm>
          <a:custGeom>
            <a:avLst/>
            <a:gdLst/>
            <a:ahLst/>
            <a:cxnLst/>
            <a:rect l="l" t="t" r="r" b="b"/>
            <a:pathLst>
              <a:path w="8012600" h="7345578">
                <a:moveTo>
                  <a:pt x="0" y="0"/>
                </a:moveTo>
                <a:lnTo>
                  <a:pt x="8012600" y="0"/>
                </a:lnTo>
                <a:lnTo>
                  <a:pt x="8012600" y="7345577"/>
                </a:lnTo>
                <a:lnTo>
                  <a:pt x="0" y="7345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275" y="-11430"/>
            <a:ext cx="18267725" cy="10298430"/>
          </a:xfrm>
          <a:custGeom>
            <a:avLst/>
            <a:gdLst/>
            <a:ahLst/>
            <a:cxnLst/>
            <a:rect l="l" t="t" r="r" b="b"/>
            <a:pathLst>
              <a:path w="18267725" h="10298430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0687" y="2743050"/>
            <a:ext cx="8669476" cy="5757074"/>
          </a:xfrm>
          <a:custGeom>
            <a:avLst/>
            <a:gdLst/>
            <a:ahLst/>
            <a:cxnLst/>
            <a:rect l="l" t="t" r="r" b="b"/>
            <a:pathLst>
              <a:path w="8669476" h="5757074">
                <a:moveTo>
                  <a:pt x="0" y="0"/>
                </a:moveTo>
                <a:lnTo>
                  <a:pt x="8669476" y="0"/>
                </a:lnTo>
                <a:lnTo>
                  <a:pt x="8669476" y="5757074"/>
                </a:lnTo>
                <a:lnTo>
                  <a:pt x="0" y="5757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59729" y="3375614"/>
            <a:ext cx="8059816" cy="3998424"/>
          </a:xfrm>
          <a:custGeom>
            <a:avLst/>
            <a:gdLst/>
            <a:ahLst/>
            <a:cxnLst/>
            <a:rect l="l" t="t" r="r" b="b"/>
            <a:pathLst>
              <a:path w="8059816" h="3998424">
                <a:moveTo>
                  <a:pt x="0" y="0"/>
                </a:moveTo>
                <a:lnTo>
                  <a:pt x="8059815" y="0"/>
                </a:lnTo>
                <a:lnTo>
                  <a:pt x="8059815" y="3998424"/>
                </a:lnTo>
                <a:lnTo>
                  <a:pt x="0" y="3998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275" y="-11430"/>
            <a:ext cx="18267725" cy="10298430"/>
          </a:xfrm>
          <a:custGeom>
            <a:avLst/>
            <a:gdLst/>
            <a:ahLst/>
            <a:cxnLst/>
            <a:rect l="l" t="t" r="r" b="b"/>
            <a:pathLst>
              <a:path w="18267725" h="10298430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1542" y="2822033"/>
            <a:ext cx="8822094" cy="5014120"/>
          </a:xfrm>
          <a:custGeom>
            <a:avLst/>
            <a:gdLst/>
            <a:ahLst/>
            <a:cxnLst/>
            <a:rect l="l" t="t" r="r" b="b"/>
            <a:pathLst>
              <a:path w="8822094" h="5014120">
                <a:moveTo>
                  <a:pt x="0" y="0"/>
                </a:moveTo>
                <a:lnTo>
                  <a:pt x="8822094" y="0"/>
                </a:lnTo>
                <a:lnTo>
                  <a:pt x="8822094" y="5014120"/>
                </a:lnTo>
                <a:lnTo>
                  <a:pt x="0" y="5014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63636" y="2822033"/>
            <a:ext cx="8670869" cy="4851961"/>
          </a:xfrm>
          <a:custGeom>
            <a:avLst/>
            <a:gdLst/>
            <a:ahLst/>
            <a:cxnLst/>
            <a:rect l="l" t="t" r="r" b="b"/>
            <a:pathLst>
              <a:path w="8670869" h="4851961">
                <a:moveTo>
                  <a:pt x="0" y="0"/>
                </a:moveTo>
                <a:lnTo>
                  <a:pt x="8670869" y="0"/>
                </a:lnTo>
                <a:lnTo>
                  <a:pt x="8670869" y="4851961"/>
                </a:lnTo>
                <a:lnTo>
                  <a:pt x="0" y="485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308365" cy="10275570"/>
          </a:xfrm>
          <a:custGeom>
            <a:avLst/>
            <a:gdLst/>
            <a:ahLst/>
            <a:cxnLst/>
            <a:rect l="l" t="t" r="r" b="b"/>
            <a:pathLst>
              <a:path w="18308365" h="10275570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634728"/>
            <a:ext cx="7451230" cy="6174128"/>
          </a:xfrm>
          <a:custGeom>
            <a:avLst/>
            <a:gdLst/>
            <a:ahLst/>
            <a:cxnLst/>
            <a:rect l="l" t="t" r="r" b="b"/>
            <a:pathLst>
              <a:path w="7451230" h="6174128">
                <a:moveTo>
                  <a:pt x="0" y="0"/>
                </a:moveTo>
                <a:lnTo>
                  <a:pt x="7451230" y="0"/>
                </a:lnTo>
                <a:lnTo>
                  <a:pt x="7451230" y="6174128"/>
                </a:lnTo>
                <a:lnTo>
                  <a:pt x="0" y="6174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3300"/>
            <a:ext cx="18400533" cy="10350300"/>
          </a:xfrm>
          <a:custGeom>
            <a:avLst/>
            <a:gdLst/>
            <a:ahLst/>
            <a:cxnLst/>
            <a:rect l="l" t="t" r="r" b="b"/>
            <a:pathLst>
              <a:path w="18400533" h="10350300">
                <a:moveTo>
                  <a:pt x="0" y="0"/>
                </a:moveTo>
                <a:lnTo>
                  <a:pt x="18400533" y="0"/>
                </a:lnTo>
                <a:lnTo>
                  <a:pt x="18400533" y="10350300"/>
                </a:lnTo>
                <a:lnTo>
                  <a:pt x="0" y="1035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4376" y="3174589"/>
            <a:ext cx="8397280" cy="4165838"/>
          </a:xfrm>
          <a:custGeom>
            <a:avLst/>
            <a:gdLst/>
            <a:ahLst/>
            <a:cxnLst/>
            <a:rect l="l" t="t" r="r" b="b"/>
            <a:pathLst>
              <a:path w="8397280" h="4165838">
                <a:moveTo>
                  <a:pt x="0" y="0"/>
                </a:moveTo>
                <a:lnTo>
                  <a:pt x="8397280" y="0"/>
                </a:lnTo>
                <a:lnTo>
                  <a:pt x="8397280" y="4165838"/>
                </a:lnTo>
                <a:lnTo>
                  <a:pt x="0" y="4165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49255" y="3478217"/>
            <a:ext cx="8294928" cy="4115062"/>
          </a:xfrm>
          <a:custGeom>
            <a:avLst/>
            <a:gdLst/>
            <a:ahLst/>
            <a:cxnLst/>
            <a:rect l="l" t="t" r="r" b="b"/>
            <a:pathLst>
              <a:path w="8294928" h="4115062">
                <a:moveTo>
                  <a:pt x="0" y="0"/>
                </a:moveTo>
                <a:lnTo>
                  <a:pt x="8294929" y="0"/>
                </a:lnTo>
                <a:lnTo>
                  <a:pt x="8294929" y="4115062"/>
                </a:lnTo>
                <a:lnTo>
                  <a:pt x="0" y="4115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430"/>
            <a:ext cx="18288000" cy="10309860"/>
          </a:xfrm>
          <a:custGeom>
            <a:avLst/>
            <a:gdLst/>
            <a:ahLst/>
            <a:cxnLst/>
            <a:rect l="l" t="t" r="r" b="b"/>
            <a:pathLst>
              <a:path w="18288000" h="1030986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5204" y="2709916"/>
            <a:ext cx="8328796" cy="5810788"/>
          </a:xfrm>
          <a:custGeom>
            <a:avLst/>
            <a:gdLst/>
            <a:ahLst/>
            <a:cxnLst/>
            <a:rect l="l" t="t" r="r" b="b"/>
            <a:pathLst>
              <a:path w="8328796" h="5810788">
                <a:moveTo>
                  <a:pt x="0" y="0"/>
                </a:moveTo>
                <a:lnTo>
                  <a:pt x="8328796" y="0"/>
                </a:lnTo>
                <a:lnTo>
                  <a:pt x="8328796" y="5810787"/>
                </a:lnTo>
                <a:lnTo>
                  <a:pt x="0" y="5810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7725" cy="10298430"/>
          </a:xfrm>
          <a:custGeom>
            <a:avLst/>
            <a:gdLst/>
            <a:ahLst/>
            <a:cxnLst/>
            <a:rect l="l" t="t" r="r" b="b"/>
            <a:pathLst>
              <a:path w="18267725" h="10298430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11568" cy="10218420"/>
          </a:xfrm>
          <a:custGeom>
            <a:avLst/>
            <a:gdLst/>
            <a:ahLst/>
            <a:cxnLst/>
            <a:rect l="l" t="t" r="r" b="b"/>
            <a:pathLst>
              <a:path w="18411568" h="10218420">
                <a:moveTo>
                  <a:pt x="0" y="0"/>
                </a:moveTo>
                <a:lnTo>
                  <a:pt x="18411568" y="0"/>
                </a:lnTo>
                <a:lnTo>
                  <a:pt x="18411568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572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36393" y="4101487"/>
            <a:ext cx="2041172" cy="1471865"/>
          </a:xfrm>
          <a:custGeom>
            <a:avLst/>
            <a:gdLst/>
            <a:ahLst/>
            <a:cxnLst/>
            <a:rect l="l" t="t" r="r" b="b"/>
            <a:pathLst>
              <a:path w="2041172" h="1471865">
                <a:moveTo>
                  <a:pt x="0" y="0"/>
                </a:moveTo>
                <a:lnTo>
                  <a:pt x="2041172" y="0"/>
                </a:lnTo>
                <a:lnTo>
                  <a:pt x="2041172" y="1471866"/>
                </a:lnTo>
                <a:lnTo>
                  <a:pt x="0" y="1471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176107" y="4258825"/>
            <a:ext cx="2101458" cy="1157191"/>
          </a:xfrm>
          <a:custGeom>
            <a:avLst/>
            <a:gdLst/>
            <a:ahLst/>
            <a:cxnLst/>
            <a:rect l="l" t="t" r="r" b="b"/>
            <a:pathLst>
              <a:path w="2101458" h="1157191">
                <a:moveTo>
                  <a:pt x="0" y="0"/>
                </a:moveTo>
                <a:lnTo>
                  <a:pt x="2101458" y="0"/>
                </a:lnTo>
                <a:lnTo>
                  <a:pt x="2101458" y="1157190"/>
                </a:lnTo>
                <a:lnTo>
                  <a:pt x="0" y="1157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05000" y="5794624"/>
            <a:ext cx="4435710" cy="337180"/>
          </a:xfrm>
          <a:custGeom>
            <a:avLst/>
            <a:gdLst/>
            <a:ahLst/>
            <a:cxnLst/>
            <a:rect l="l" t="t" r="r" b="b"/>
            <a:pathLst>
              <a:path w="4435710" h="337180">
                <a:moveTo>
                  <a:pt x="0" y="0"/>
                </a:moveTo>
                <a:lnTo>
                  <a:pt x="4435710" y="0"/>
                </a:lnTo>
                <a:lnTo>
                  <a:pt x="4435710" y="337181"/>
                </a:lnTo>
                <a:lnTo>
                  <a:pt x="0" y="337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966" b="-4396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00955" y="5768050"/>
            <a:ext cx="2798863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pr.ichrak</a:t>
            </a:r>
            <a:r>
              <a:rPr lang="en-US" sz="1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benamri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Custom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Open Sans</vt:lpstr>
      <vt:lpstr>Calibri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Université Hassan II de Casablanca Faculté des Sciences Ben M'Sick Projet de Fin de Module Analyse Bioinformatique Multi-classe du Cancer Classification par Machine Learning des Données d'Expression Génique (BRCA, LUAD, KIRC, COAD, PRAD) Bioinformatique</dc:title>
  <cp:lastModifiedBy>MOHAMMED ESSEDIK</cp:lastModifiedBy>
  <cp:revision>2</cp:revision>
  <dcterms:created xsi:type="dcterms:W3CDTF">2006-08-16T00:00:00Z</dcterms:created>
  <dcterms:modified xsi:type="dcterms:W3CDTF">2026-01-30T16:25:15Z</dcterms:modified>
  <dc:identifier>DAG_5GVW7YM</dc:identifier>
</cp:coreProperties>
</file>