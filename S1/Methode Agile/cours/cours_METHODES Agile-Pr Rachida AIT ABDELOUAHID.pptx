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9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74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Lst>
  <p:sldSz cy="6858000" cx="12192000"/>
  <p:notesSz cx="6858000" cy="9144000"/>
  <p:embeddedFontLst>
    <p:embeddedFont>
      <p:font typeface="Quintessential"/>
      <p:regular r:id="rId138"/>
    </p:embeddedFont>
    <p:embeddedFont>
      <p:font typeface="Gill Sans"/>
      <p:regular r:id="rId139"/>
      <p:bold r:id="rId1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1" roundtripDataSignature="AMtx7mh78nns9Yazk9GnLo+utT1nGtZ/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27AAA3-6C26-458D-B343-3E3315AC1A25}">
  <a:tblStyle styleId="{7B27AAA3-6C26-458D-B343-3E3315AC1A2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C20D49D-DCCA-4389-97EF-B69F01C7CA37}"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1" Type="http://customschemas.google.com/relationships/presentationmetadata" Target="metadata"/><Relationship Id="rId140" Type="http://schemas.openxmlformats.org/officeDocument/2006/relationships/font" Target="fonts/Gill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font" Target="fonts/GillSans-regular.fntdata"/><Relationship Id="rId138" Type="http://schemas.openxmlformats.org/officeDocument/2006/relationships/font" Target="fonts/Quintessential-regular.fntdata"/><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8" name="Google Shape;205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9" name="Google Shape;205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8" name="Shape 2068"/>
        <p:cNvGrpSpPr/>
        <p:nvPr/>
      </p:nvGrpSpPr>
      <p:grpSpPr>
        <a:xfrm>
          <a:off x="0" y="0"/>
          <a:ext cx="0" cy="0"/>
          <a:chOff x="0" y="0"/>
          <a:chExt cx="0" cy="0"/>
        </a:xfrm>
      </p:grpSpPr>
      <p:sp>
        <p:nvSpPr>
          <p:cNvPr id="2069" name="Google Shape;206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0" name="Google Shape;207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lang="en-US" sz="1200">
                <a:solidFill>
                  <a:srgbClr val="000000"/>
                </a:solidFill>
              </a:rPr>
              <a:t>© Copyright Showeet.com – Free PowerPoint Templates</a:t>
            </a:r>
            <a:endParaRPr sz="1200">
              <a:solidFill>
                <a:srgbClr val="000000"/>
              </a:solidFill>
            </a:endParaRPr>
          </a:p>
        </p:txBody>
      </p:sp>
      <p:sp>
        <p:nvSpPr>
          <p:cNvPr id="2071" name="Google Shape;207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5" name="Google Shape;20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5" name="Google Shape;20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3" name="Shape 2103"/>
        <p:cNvGrpSpPr/>
        <p:nvPr/>
      </p:nvGrpSpPr>
      <p:grpSpPr>
        <a:xfrm>
          <a:off x="0" y="0"/>
          <a:ext cx="0" cy="0"/>
          <a:chOff x="0" y="0"/>
          <a:chExt cx="0" cy="0"/>
        </a:xfrm>
      </p:grpSpPr>
      <p:sp>
        <p:nvSpPr>
          <p:cNvPr id="2104" name="Google Shape;21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5" name="Google Shape;2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5" name="Google Shape;211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5" name="Google Shape;21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3" name="Shape 2133"/>
        <p:cNvGrpSpPr/>
        <p:nvPr/>
      </p:nvGrpSpPr>
      <p:grpSpPr>
        <a:xfrm>
          <a:off x="0" y="0"/>
          <a:ext cx="0" cy="0"/>
          <a:chOff x="0" y="0"/>
          <a:chExt cx="0" cy="0"/>
        </a:xfrm>
      </p:grpSpPr>
      <p:sp>
        <p:nvSpPr>
          <p:cNvPr id="2134" name="Google Shape;2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5" name="Google Shape;2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3" name="Google Shape;2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7" name="Shape 2167"/>
        <p:cNvGrpSpPr/>
        <p:nvPr/>
      </p:nvGrpSpPr>
      <p:grpSpPr>
        <a:xfrm>
          <a:off x="0" y="0"/>
          <a:ext cx="0" cy="0"/>
          <a:chOff x="0" y="0"/>
          <a:chExt cx="0" cy="0"/>
        </a:xfrm>
      </p:grpSpPr>
      <p:sp>
        <p:nvSpPr>
          <p:cNvPr id="2168" name="Google Shape;216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9" name="Google Shape;21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7" name="Shape 2177"/>
        <p:cNvGrpSpPr/>
        <p:nvPr/>
      </p:nvGrpSpPr>
      <p:grpSpPr>
        <a:xfrm>
          <a:off x="0" y="0"/>
          <a:ext cx="0" cy="0"/>
          <a:chOff x="0" y="0"/>
          <a:chExt cx="0" cy="0"/>
        </a:xfrm>
      </p:grpSpPr>
      <p:sp>
        <p:nvSpPr>
          <p:cNvPr id="2178" name="Google Shape;217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9" name="Google Shape;21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7" name="Shape 2187"/>
        <p:cNvGrpSpPr/>
        <p:nvPr/>
      </p:nvGrpSpPr>
      <p:grpSpPr>
        <a:xfrm>
          <a:off x="0" y="0"/>
          <a:ext cx="0" cy="0"/>
          <a:chOff x="0" y="0"/>
          <a:chExt cx="0" cy="0"/>
        </a:xfrm>
      </p:grpSpPr>
      <p:sp>
        <p:nvSpPr>
          <p:cNvPr id="2188" name="Google Shape;218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9" name="Google Shape;218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7" name="Shape 2197"/>
        <p:cNvGrpSpPr/>
        <p:nvPr/>
      </p:nvGrpSpPr>
      <p:grpSpPr>
        <a:xfrm>
          <a:off x="0" y="0"/>
          <a:ext cx="0" cy="0"/>
          <a:chOff x="0" y="0"/>
          <a:chExt cx="0" cy="0"/>
        </a:xfrm>
      </p:grpSpPr>
      <p:sp>
        <p:nvSpPr>
          <p:cNvPr id="2198" name="Google Shape;219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9" name="Google Shape;2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9" name="Google Shape;22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7" name="Shape 2217"/>
        <p:cNvGrpSpPr/>
        <p:nvPr/>
      </p:nvGrpSpPr>
      <p:grpSpPr>
        <a:xfrm>
          <a:off x="0" y="0"/>
          <a:ext cx="0" cy="0"/>
          <a:chOff x="0" y="0"/>
          <a:chExt cx="0" cy="0"/>
        </a:xfrm>
      </p:grpSpPr>
      <p:sp>
        <p:nvSpPr>
          <p:cNvPr id="2218" name="Google Shape;221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9" name="Google Shape;22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5" name="Shape 2225"/>
        <p:cNvGrpSpPr/>
        <p:nvPr/>
      </p:nvGrpSpPr>
      <p:grpSpPr>
        <a:xfrm>
          <a:off x="0" y="0"/>
          <a:ext cx="0" cy="0"/>
          <a:chOff x="0" y="0"/>
          <a:chExt cx="0" cy="0"/>
        </a:xfrm>
      </p:grpSpPr>
      <p:sp>
        <p:nvSpPr>
          <p:cNvPr id="2226" name="Google Shape;222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7" name="Google Shape;22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7" name="Google Shape;223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5" name="Shape 2245"/>
        <p:cNvGrpSpPr/>
        <p:nvPr/>
      </p:nvGrpSpPr>
      <p:grpSpPr>
        <a:xfrm>
          <a:off x="0" y="0"/>
          <a:ext cx="0" cy="0"/>
          <a:chOff x="0" y="0"/>
          <a:chExt cx="0" cy="0"/>
        </a:xfrm>
      </p:grpSpPr>
      <p:sp>
        <p:nvSpPr>
          <p:cNvPr id="2246" name="Google Shape;224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7" name="Google Shape;224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8" name="Google Shape;224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0" name="Google Shape;226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4" name="Shape 2294"/>
        <p:cNvGrpSpPr/>
        <p:nvPr/>
      </p:nvGrpSpPr>
      <p:grpSpPr>
        <a:xfrm>
          <a:off x="0" y="0"/>
          <a:ext cx="0" cy="0"/>
          <a:chOff x="0" y="0"/>
          <a:chExt cx="0" cy="0"/>
        </a:xfrm>
      </p:grpSpPr>
      <p:sp>
        <p:nvSpPr>
          <p:cNvPr id="2295" name="Google Shape;229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6" name="Google Shape;229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3" name="Shape 2303"/>
        <p:cNvGrpSpPr/>
        <p:nvPr/>
      </p:nvGrpSpPr>
      <p:grpSpPr>
        <a:xfrm>
          <a:off x="0" y="0"/>
          <a:ext cx="0" cy="0"/>
          <a:chOff x="0" y="0"/>
          <a:chExt cx="0" cy="0"/>
        </a:xfrm>
      </p:grpSpPr>
      <p:sp>
        <p:nvSpPr>
          <p:cNvPr id="2304" name="Google Shape;230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2305" name="Google Shape;230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6" name="Google Shape;230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2316" name="Google Shape;231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7" name="Google Shape;23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5" name="Shape 2325"/>
        <p:cNvGrpSpPr/>
        <p:nvPr/>
      </p:nvGrpSpPr>
      <p:grpSpPr>
        <a:xfrm>
          <a:off x="0" y="0"/>
          <a:ext cx="0" cy="0"/>
          <a:chOff x="0" y="0"/>
          <a:chExt cx="0" cy="0"/>
        </a:xfrm>
      </p:grpSpPr>
      <p:sp>
        <p:nvSpPr>
          <p:cNvPr id="2326" name="Google Shape;232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7" name="Google Shape;232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8" name="Google Shape;232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4" name="Shape 2344"/>
        <p:cNvGrpSpPr/>
        <p:nvPr/>
      </p:nvGrpSpPr>
      <p:grpSpPr>
        <a:xfrm>
          <a:off x="0" y="0"/>
          <a:ext cx="0" cy="0"/>
          <a:chOff x="0" y="0"/>
          <a:chExt cx="0" cy="0"/>
        </a:xfrm>
      </p:grpSpPr>
      <p:sp>
        <p:nvSpPr>
          <p:cNvPr id="2345" name="Google Shape;234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6" name="Google Shape;234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5" name="Shape 2365"/>
        <p:cNvGrpSpPr/>
        <p:nvPr/>
      </p:nvGrpSpPr>
      <p:grpSpPr>
        <a:xfrm>
          <a:off x="0" y="0"/>
          <a:ext cx="0" cy="0"/>
          <a:chOff x="0" y="0"/>
          <a:chExt cx="0" cy="0"/>
        </a:xfrm>
      </p:grpSpPr>
      <p:sp>
        <p:nvSpPr>
          <p:cNvPr id="2366" name="Google Shape;236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2367" name="Google Shape;236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8" name="Google Shape;236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7" name="Shape 2377"/>
        <p:cNvGrpSpPr/>
        <p:nvPr/>
      </p:nvGrpSpPr>
      <p:grpSpPr>
        <a:xfrm>
          <a:off x="0" y="0"/>
          <a:ext cx="0" cy="0"/>
          <a:chOff x="0" y="0"/>
          <a:chExt cx="0" cy="0"/>
        </a:xfrm>
      </p:grpSpPr>
      <p:sp>
        <p:nvSpPr>
          <p:cNvPr id="2378" name="Google Shape;237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9" name="Google Shape;237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5" name="Shape 2395"/>
        <p:cNvGrpSpPr/>
        <p:nvPr/>
      </p:nvGrpSpPr>
      <p:grpSpPr>
        <a:xfrm>
          <a:off x="0" y="0"/>
          <a:ext cx="0" cy="0"/>
          <a:chOff x="0" y="0"/>
          <a:chExt cx="0" cy="0"/>
        </a:xfrm>
      </p:grpSpPr>
      <p:sp>
        <p:nvSpPr>
          <p:cNvPr id="2396" name="Google Shape;239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2397" name="Google Shape;239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8" name="Google Shape;239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2416" name="Google Shape;241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7" name="Google Shape;241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3" name="Shape 2433"/>
        <p:cNvGrpSpPr/>
        <p:nvPr/>
      </p:nvGrpSpPr>
      <p:grpSpPr>
        <a:xfrm>
          <a:off x="0" y="0"/>
          <a:ext cx="0" cy="0"/>
          <a:chOff x="0" y="0"/>
          <a:chExt cx="0" cy="0"/>
        </a:xfrm>
      </p:grpSpPr>
      <p:sp>
        <p:nvSpPr>
          <p:cNvPr id="2434" name="Google Shape;243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2435" name="Google Shape;243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6" name="Google Shape;243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0" name="Google Shape;248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8" name="Google Shape;249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4" name="Shape 2514"/>
        <p:cNvGrpSpPr/>
        <p:nvPr/>
      </p:nvGrpSpPr>
      <p:grpSpPr>
        <a:xfrm>
          <a:off x="0" y="0"/>
          <a:ext cx="0" cy="0"/>
          <a:chOff x="0" y="0"/>
          <a:chExt cx="0" cy="0"/>
        </a:xfrm>
      </p:grpSpPr>
      <p:sp>
        <p:nvSpPr>
          <p:cNvPr id="2515" name="Google Shape;251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6" name="Google Shape;251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9" name="Shape 2529"/>
        <p:cNvGrpSpPr/>
        <p:nvPr/>
      </p:nvGrpSpPr>
      <p:grpSpPr>
        <a:xfrm>
          <a:off x="0" y="0"/>
          <a:ext cx="0" cy="0"/>
          <a:chOff x="0" y="0"/>
          <a:chExt cx="0" cy="0"/>
        </a:xfrm>
      </p:grpSpPr>
      <p:sp>
        <p:nvSpPr>
          <p:cNvPr id="2530" name="Google Shape;253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1" name="Google Shape;253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0" name="Shape 2540"/>
        <p:cNvGrpSpPr/>
        <p:nvPr/>
      </p:nvGrpSpPr>
      <p:grpSpPr>
        <a:xfrm>
          <a:off x="0" y="0"/>
          <a:ext cx="0" cy="0"/>
          <a:chOff x="0" y="0"/>
          <a:chExt cx="0" cy="0"/>
        </a:xfrm>
      </p:grpSpPr>
      <p:sp>
        <p:nvSpPr>
          <p:cNvPr id="2541" name="Google Shape;254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2" name="Google Shape;254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0" name="Shape 2550"/>
        <p:cNvGrpSpPr/>
        <p:nvPr/>
      </p:nvGrpSpPr>
      <p:grpSpPr>
        <a:xfrm>
          <a:off x="0" y="0"/>
          <a:ext cx="0" cy="0"/>
          <a:chOff x="0" y="0"/>
          <a:chExt cx="0" cy="0"/>
        </a:xfrm>
      </p:grpSpPr>
      <p:sp>
        <p:nvSpPr>
          <p:cNvPr id="2551" name="Google Shape;255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2" name="Google Shape;255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2" name="Google Shape;256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9" name="Google Shape;260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0" name="Google Shape;262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9" name="Shape 2629"/>
        <p:cNvGrpSpPr/>
        <p:nvPr/>
      </p:nvGrpSpPr>
      <p:grpSpPr>
        <a:xfrm>
          <a:off x="0" y="0"/>
          <a:ext cx="0" cy="0"/>
          <a:chOff x="0" y="0"/>
          <a:chExt cx="0" cy="0"/>
        </a:xfrm>
      </p:grpSpPr>
      <p:sp>
        <p:nvSpPr>
          <p:cNvPr id="2630" name="Google Shape;2630;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1" name="Google Shape;263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0" name="Shape 2640"/>
        <p:cNvGrpSpPr/>
        <p:nvPr/>
      </p:nvGrpSpPr>
      <p:grpSpPr>
        <a:xfrm>
          <a:off x="0" y="0"/>
          <a:ext cx="0" cy="0"/>
          <a:chOff x="0" y="0"/>
          <a:chExt cx="0" cy="0"/>
        </a:xfrm>
      </p:grpSpPr>
      <p:sp>
        <p:nvSpPr>
          <p:cNvPr id="2641" name="Google Shape;264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642" name="Google Shape;264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3" name="Google Shape;2643;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1" name="Shape 2651"/>
        <p:cNvGrpSpPr/>
        <p:nvPr/>
      </p:nvGrpSpPr>
      <p:grpSpPr>
        <a:xfrm>
          <a:off x="0" y="0"/>
          <a:ext cx="0" cy="0"/>
          <a:chOff x="0" y="0"/>
          <a:chExt cx="0" cy="0"/>
        </a:xfrm>
      </p:grpSpPr>
      <p:sp>
        <p:nvSpPr>
          <p:cNvPr id="2652" name="Google Shape;2652;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3" name="Google Shape;265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1" name="Shape 2661"/>
        <p:cNvGrpSpPr/>
        <p:nvPr/>
      </p:nvGrpSpPr>
      <p:grpSpPr>
        <a:xfrm>
          <a:off x="0" y="0"/>
          <a:ext cx="0" cy="0"/>
          <a:chOff x="0" y="0"/>
          <a:chExt cx="0" cy="0"/>
        </a:xfrm>
      </p:grpSpPr>
      <p:sp>
        <p:nvSpPr>
          <p:cNvPr id="2662" name="Google Shape;2662;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3" name="Google Shape;266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1" name="Shape 2671"/>
        <p:cNvGrpSpPr/>
        <p:nvPr/>
      </p:nvGrpSpPr>
      <p:grpSpPr>
        <a:xfrm>
          <a:off x="0" y="0"/>
          <a:ext cx="0" cy="0"/>
          <a:chOff x="0" y="0"/>
          <a:chExt cx="0" cy="0"/>
        </a:xfrm>
      </p:grpSpPr>
      <p:sp>
        <p:nvSpPr>
          <p:cNvPr id="2672" name="Google Shape;267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3" name="Google Shape;267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1" name="Shape 2681"/>
        <p:cNvGrpSpPr/>
        <p:nvPr/>
      </p:nvGrpSpPr>
      <p:grpSpPr>
        <a:xfrm>
          <a:off x="0" y="0"/>
          <a:ext cx="0" cy="0"/>
          <a:chOff x="0" y="0"/>
          <a:chExt cx="0" cy="0"/>
        </a:xfrm>
      </p:grpSpPr>
      <p:sp>
        <p:nvSpPr>
          <p:cNvPr id="2682" name="Google Shape;2682;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683" name="Google Shape;268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4" name="Google Shape;268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3" name="Shape 2693"/>
        <p:cNvGrpSpPr/>
        <p:nvPr/>
      </p:nvGrpSpPr>
      <p:grpSpPr>
        <a:xfrm>
          <a:off x="0" y="0"/>
          <a:ext cx="0" cy="0"/>
          <a:chOff x="0" y="0"/>
          <a:chExt cx="0" cy="0"/>
        </a:xfrm>
      </p:grpSpPr>
      <p:sp>
        <p:nvSpPr>
          <p:cNvPr id="2694" name="Google Shape;269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5" name="Google Shape;269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4" name="Shape 2704"/>
        <p:cNvGrpSpPr/>
        <p:nvPr/>
      </p:nvGrpSpPr>
      <p:grpSpPr>
        <a:xfrm>
          <a:off x="0" y="0"/>
          <a:ext cx="0" cy="0"/>
          <a:chOff x="0" y="0"/>
          <a:chExt cx="0" cy="0"/>
        </a:xfrm>
      </p:grpSpPr>
      <p:sp>
        <p:nvSpPr>
          <p:cNvPr id="2705" name="Google Shape;270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6" name="Google Shape;270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5" name="Shape 2715"/>
        <p:cNvGrpSpPr/>
        <p:nvPr/>
      </p:nvGrpSpPr>
      <p:grpSpPr>
        <a:xfrm>
          <a:off x="0" y="0"/>
          <a:ext cx="0" cy="0"/>
          <a:chOff x="0" y="0"/>
          <a:chExt cx="0" cy="0"/>
        </a:xfrm>
      </p:grpSpPr>
      <p:sp>
        <p:nvSpPr>
          <p:cNvPr id="2716" name="Google Shape;2716;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7" name="Google Shape;271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5" name="Shape 2725"/>
        <p:cNvGrpSpPr/>
        <p:nvPr/>
      </p:nvGrpSpPr>
      <p:grpSpPr>
        <a:xfrm>
          <a:off x="0" y="0"/>
          <a:ext cx="0" cy="0"/>
          <a:chOff x="0" y="0"/>
          <a:chExt cx="0" cy="0"/>
        </a:xfrm>
      </p:grpSpPr>
      <p:sp>
        <p:nvSpPr>
          <p:cNvPr id="2726" name="Google Shape;2726;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727" name="Google Shape;272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8" name="Google Shape;272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3" name="Shape 2743"/>
        <p:cNvGrpSpPr/>
        <p:nvPr/>
      </p:nvGrpSpPr>
      <p:grpSpPr>
        <a:xfrm>
          <a:off x="0" y="0"/>
          <a:ext cx="0" cy="0"/>
          <a:chOff x="0" y="0"/>
          <a:chExt cx="0" cy="0"/>
        </a:xfrm>
      </p:grpSpPr>
      <p:sp>
        <p:nvSpPr>
          <p:cNvPr id="2744" name="Google Shape;2744;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745" name="Google Shape;274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6" name="Google Shape;274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1" name="Shape 2761"/>
        <p:cNvGrpSpPr/>
        <p:nvPr/>
      </p:nvGrpSpPr>
      <p:grpSpPr>
        <a:xfrm>
          <a:off x="0" y="0"/>
          <a:ext cx="0" cy="0"/>
          <a:chOff x="0" y="0"/>
          <a:chExt cx="0" cy="0"/>
        </a:xfrm>
      </p:grpSpPr>
      <p:sp>
        <p:nvSpPr>
          <p:cNvPr id="2762" name="Google Shape;2762;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3" name="Google Shape;2763;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2" name="Shape 2772"/>
        <p:cNvGrpSpPr/>
        <p:nvPr/>
      </p:nvGrpSpPr>
      <p:grpSpPr>
        <a:xfrm>
          <a:off x="0" y="0"/>
          <a:ext cx="0" cy="0"/>
          <a:chOff x="0" y="0"/>
          <a:chExt cx="0" cy="0"/>
        </a:xfrm>
      </p:grpSpPr>
      <p:sp>
        <p:nvSpPr>
          <p:cNvPr id="2773" name="Google Shape;2773;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4" name="Google Shape;277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3" name="Shape 2783"/>
        <p:cNvGrpSpPr/>
        <p:nvPr/>
      </p:nvGrpSpPr>
      <p:grpSpPr>
        <a:xfrm>
          <a:off x="0" y="0"/>
          <a:ext cx="0" cy="0"/>
          <a:chOff x="0" y="0"/>
          <a:chExt cx="0" cy="0"/>
        </a:xfrm>
      </p:grpSpPr>
      <p:sp>
        <p:nvSpPr>
          <p:cNvPr id="2784" name="Google Shape;2784;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5" name="Google Shape;278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4" name="Shape 2794"/>
        <p:cNvGrpSpPr/>
        <p:nvPr/>
      </p:nvGrpSpPr>
      <p:grpSpPr>
        <a:xfrm>
          <a:off x="0" y="0"/>
          <a:ext cx="0" cy="0"/>
          <a:chOff x="0" y="0"/>
          <a:chExt cx="0" cy="0"/>
        </a:xfrm>
      </p:grpSpPr>
      <p:sp>
        <p:nvSpPr>
          <p:cNvPr id="2795" name="Google Shape;2795;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796" name="Google Shape;279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7" name="Google Shape;2797;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4" name="Shape 2814"/>
        <p:cNvGrpSpPr/>
        <p:nvPr/>
      </p:nvGrpSpPr>
      <p:grpSpPr>
        <a:xfrm>
          <a:off x="0" y="0"/>
          <a:ext cx="0" cy="0"/>
          <a:chOff x="0" y="0"/>
          <a:chExt cx="0" cy="0"/>
        </a:xfrm>
      </p:grpSpPr>
      <p:sp>
        <p:nvSpPr>
          <p:cNvPr id="2815" name="Google Shape;2815;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816" name="Google Shape;281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7" name="Google Shape;2817;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5" name="Shape 2825"/>
        <p:cNvGrpSpPr/>
        <p:nvPr/>
      </p:nvGrpSpPr>
      <p:grpSpPr>
        <a:xfrm>
          <a:off x="0" y="0"/>
          <a:ext cx="0" cy="0"/>
          <a:chOff x="0" y="0"/>
          <a:chExt cx="0" cy="0"/>
        </a:xfrm>
      </p:grpSpPr>
      <p:sp>
        <p:nvSpPr>
          <p:cNvPr id="2826" name="Google Shape;282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7" name="Google Shape;2827;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lang="en-US" sz="1200">
                <a:solidFill>
                  <a:srgbClr val="000000"/>
                </a:solidFill>
              </a:rPr>
              <a:t>© Copyright Showeet.com – Free PowerPoint Templates</a:t>
            </a:r>
            <a:endParaRPr sz="1200">
              <a:solidFill>
                <a:srgbClr val="000000"/>
              </a:solidFill>
            </a:endParaRPr>
          </a:p>
        </p:txBody>
      </p:sp>
      <p:sp>
        <p:nvSpPr>
          <p:cNvPr id="2828" name="Google Shape;2828;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0" name="Shape 2840"/>
        <p:cNvGrpSpPr/>
        <p:nvPr/>
      </p:nvGrpSpPr>
      <p:grpSpPr>
        <a:xfrm>
          <a:off x="0" y="0"/>
          <a:ext cx="0" cy="0"/>
          <a:chOff x="0" y="0"/>
          <a:chExt cx="0" cy="0"/>
        </a:xfrm>
      </p:grpSpPr>
      <p:sp>
        <p:nvSpPr>
          <p:cNvPr id="2841" name="Google Shape;2841;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2" name="Google Shape;2842;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3" name="Google Shape;2843;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4" name="Shape 2984"/>
        <p:cNvGrpSpPr/>
        <p:nvPr/>
      </p:nvGrpSpPr>
      <p:grpSpPr>
        <a:xfrm>
          <a:off x="0" y="0"/>
          <a:ext cx="0" cy="0"/>
          <a:chOff x="0" y="0"/>
          <a:chExt cx="0" cy="0"/>
        </a:xfrm>
      </p:grpSpPr>
      <p:sp>
        <p:nvSpPr>
          <p:cNvPr id="2985" name="Google Shape;2985;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986" name="Google Shape;2986;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7" name="Google Shape;2987;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5" name="Shape 2995"/>
        <p:cNvGrpSpPr/>
        <p:nvPr/>
      </p:nvGrpSpPr>
      <p:grpSpPr>
        <a:xfrm>
          <a:off x="0" y="0"/>
          <a:ext cx="0" cy="0"/>
          <a:chOff x="0" y="0"/>
          <a:chExt cx="0" cy="0"/>
        </a:xfrm>
      </p:grpSpPr>
      <p:sp>
        <p:nvSpPr>
          <p:cNvPr id="2996" name="Google Shape;299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997" name="Google Shape;2997;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8" name="Google Shape;2998;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6" name="Shape 3006"/>
        <p:cNvGrpSpPr/>
        <p:nvPr/>
      </p:nvGrpSpPr>
      <p:grpSpPr>
        <a:xfrm>
          <a:off x="0" y="0"/>
          <a:ext cx="0" cy="0"/>
          <a:chOff x="0" y="0"/>
          <a:chExt cx="0" cy="0"/>
        </a:xfrm>
      </p:grpSpPr>
      <p:sp>
        <p:nvSpPr>
          <p:cNvPr id="3007" name="Google Shape;3007;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008" name="Google Shape;300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9" name="Google Shape;300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8" name="Shape 3028"/>
        <p:cNvGrpSpPr/>
        <p:nvPr/>
      </p:nvGrpSpPr>
      <p:grpSpPr>
        <a:xfrm>
          <a:off x="0" y="0"/>
          <a:ext cx="0" cy="0"/>
          <a:chOff x="0" y="0"/>
          <a:chExt cx="0" cy="0"/>
        </a:xfrm>
      </p:grpSpPr>
      <p:sp>
        <p:nvSpPr>
          <p:cNvPr id="3029" name="Google Shape;3029;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0" name="Google Shape;3030;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8" name="Shape 3038"/>
        <p:cNvGrpSpPr/>
        <p:nvPr/>
      </p:nvGrpSpPr>
      <p:grpSpPr>
        <a:xfrm>
          <a:off x="0" y="0"/>
          <a:ext cx="0" cy="0"/>
          <a:chOff x="0" y="0"/>
          <a:chExt cx="0" cy="0"/>
        </a:xfrm>
      </p:grpSpPr>
      <p:sp>
        <p:nvSpPr>
          <p:cNvPr id="3039" name="Google Shape;3039;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0" name="Google Shape;304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8" name="Shape 3048"/>
        <p:cNvGrpSpPr/>
        <p:nvPr/>
      </p:nvGrpSpPr>
      <p:grpSpPr>
        <a:xfrm>
          <a:off x="0" y="0"/>
          <a:ext cx="0" cy="0"/>
          <a:chOff x="0" y="0"/>
          <a:chExt cx="0" cy="0"/>
        </a:xfrm>
      </p:grpSpPr>
      <p:sp>
        <p:nvSpPr>
          <p:cNvPr id="3049" name="Google Shape;3049;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0" name="Google Shape;3050;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8" name="Shape 3058"/>
        <p:cNvGrpSpPr/>
        <p:nvPr/>
      </p:nvGrpSpPr>
      <p:grpSpPr>
        <a:xfrm>
          <a:off x="0" y="0"/>
          <a:ext cx="0" cy="0"/>
          <a:chOff x="0" y="0"/>
          <a:chExt cx="0" cy="0"/>
        </a:xfrm>
      </p:grpSpPr>
      <p:sp>
        <p:nvSpPr>
          <p:cNvPr id="3059" name="Google Shape;3059;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0" name="Google Shape;3060;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8" name="Shape 3068"/>
        <p:cNvGrpSpPr/>
        <p:nvPr/>
      </p:nvGrpSpPr>
      <p:grpSpPr>
        <a:xfrm>
          <a:off x="0" y="0"/>
          <a:ext cx="0" cy="0"/>
          <a:chOff x="0" y="0"/>
          <a:chExt cx="0" cy="0"/>
        </a:xfrm>
      </p:grpSpPr>
      <p:sp>
        <p:nvSpPr>
          <p:cNvPr id="3069" name="Google Shape;306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070" name="Google Shape;307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1" name="Google Shape;3071;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3" name="Shape 3103"/>
        <p:cNvGrpSpPr/>
        <p:nvPr/>
      </p:nvGrpSpPr>
      <p:grpSpPr>
        <a:xfrm>
          <a:off x="0" y="0"/>
          <a:ext cx="0" cy="0"/>
          <a:chOff x="0" y="0"/>
          <a:chExt cx="0" cy="0"/>
        </a:xfrm>
      </p:grpSpPr>
      <p:sp>
        <p:nvSpPr>
          <p:cNvPr id="3104" name="Google Shape;3104;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5" name="Google Shape;3105;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1" name="Shape 3111"/>
        <p:cNvGrpSpPr/>
        <p:nvPr/>
      </p:nvGrpSpPr>
      <p:grpSpPr>
        <a:xfrm>
          <a:off x="0" y="0"/>
          <a:ext cx="0" cy="0"/>
          <a:chOff x="0" y="0"/>
          <a:chExt cx="0" cy="0"/>
        </a:xfrm>
      </p:grpSpPr>
      <p:sp>
        <p:nvSpPr>
          <p:cNvPr id="3112" name="Google Shape;3112;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3" name="Google Shape;311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1" name="Shape 3121"/>
        <p:cNvGrpSpPr/>
        <p:nvPr/>
      </p:nvGrpSpPr>
      <p:grpSpPr>
        <a:xfrm>
          <a:off x="0" y="0"/>
          <a:ext cx="0" cy="0"/>
          <a:chOff x="0" y="0"/>
          <a:chExt cx="0" cy="0"/>
        </a:xfrm>
      </p:grpSpPr>
      <p:sp>
        <p:nvSpPr>
          <p:cNvPr id="3122" name="Google Shape;3122;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123" name="Google Shape;3123;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4" name="Google Shape;3124;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800">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3" name="Shape 3133"/>
        <p:cNvGrpSpPr/>
        <p:nvPr/>
      </p:nvGrpSpPr>
      <p:grpSpPr>
        <a:xfrm>
          <a:off x="0" y="0"/>
          <a:ext cx="0" cy="0"/>
          <a:chOff x="0" y="0"/>
          <a:chExt cx="0" cy="0"/>
        </a:xfrm>
      </p:grpSpPr>
      <p:sp>
        <p:nvSpPr>
          <p:cNvPr id="3134" name="Google Shape;3134;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5" name="Google Shape;3135;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8" name="Shape 3158"/>
        <p:cNvGrpSpPr/>
        <p:nvPr/>
      </p:nvGrpSpPr>
      <p:grpSpPr>
        <a:xfrm>
          <a:off x="0" y="0"/>
          <a:ext cx="0" cy="0"/>
          <a:chOff x="0" y="0"/>
          <a:chExt cx="0" cy="0"/>
        </a:xfrm>
      </p:grpSpPr>
      <p:sp>
        <p:nvSpPr>
          <p:cNvPr id="3159" name="Google Shape;3159;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0" name="Google Shape;3160;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9" name="Shape 3169"/>
        <p:cNvGrpSpPr/>
        <p:nvPr/>
      </p:nvGrpSpPr>
      <p:grpSpPr>
        <a:xfrm>
          <a:off x="0" y="0"/>
          <a:ext cx="0" cy="0"/>
          <a:chOff x="0" y="0"/>
          <a:chExt cx="0" cy="0"/>
        </a:xfrm>
      </p:grpSpPr>
      <p:sp>
        <p:nvSpPr>
          <p:cNvPr id="3170" name="Google Shape;3170;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1" name="Google Shape;3171;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1" name="Shape 3181"/>
        <p:cNvGrpSpPr/>
        <p:nvPr/>
      </p:nvGrpSpPr>
      <p:grpSpPr>
        <a:xfrm>
          <a:off x="0" y="0"/>
          <a:ext cx="0" cy="0"/>
          <a:chOff x="0" y="0"/>
          <a:chExt cx="0" cy="0"/>
        </a:xfrm>
      </p:grpSpPr>
      <p:sp>
        <p:nvSpPr>
          <p:cNvPr id="3182" name="Google Shape;3182;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3" name="Google Shape;3183;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184" name="Google Shape;3184;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1" name="Shape 3201"/>
        <p:cNvGrpSpPr/>
        <p:nvPr/>
      </p:nvGrpSpPr>
      <p:grpSpPr>
        <a:xfrm>
          <a:off x="0" y="0"/>
          <a:ext cx="0" cy="0"/>
          <a:chOff x="0" y="0"/>
          <a:chExt cx="0" cy="0"/>
        </a:xfrm>
      </p:grpSpPr>
      <p:sp>
        <p:nvSpPr>
          <p:cNvPr id="3202" name="Google Shape;3202;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3" name="Google Shape;3203;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204" name="Google Shape;3204;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5" name="Shape 3225"/>
        <p:cNvGrpSpPr/>
        <p:nvPr/>
      </p:nvGrpSpPr>
      <p:grpSpPr>
        <a:xfrm>
          <a:off x="0" y="0"/>
          <a:ext cx="0" cy="0"/>
          <a:chOff x="0" y="0"/>
          <a:chExt cx="0" cy="0"/>
        </a:xfrm>
      </p:grpSpPr>
      <p:sp>
        <p:nvSpPr>
          <p:cNvPr id="3226" name="Google Shape;3226;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7" name="Google Shape;3227;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228" name="Google Shape;3228;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8" name="Shape 3238"/>
        <p:cNvGrpSpPr/>
        <p:nvPr/>
      </p:nvGrpSpPr>
      <p:grpSpPr>
        <a:xfrm>
          <a:off x="0" y="0"/>
          <a:ext cx="0" cy="0"/>
          <a:chOff x="0" y="0"/>
          <a:chExt cx="0" cy="0"/>
        </a:xfrm>
      </p:grpSpPr>
      <p:sp>
        <p:nvSpPr>
          <p:cNvPr id="3239" name="Google Shape;3239;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0" name="Google Shape;3240;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241" name="Google Shape;3241;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1" name="Shape 3251"/>
        <p:cNvGrpSpPr/>
        <p:nvPr/>
      </p:nvGrpSpPr>
      <p:grpSpPr>
        <a:xfrm>
          <a:off x="0" y="0"/>
          <a:ext cx="0" cy="0"/>
          <a:chOff x="0" y="0"/>
          <a:chExt cx="0" cy="0"/>
        </a:xfrm>
      </p:grpSpPr>
      <p:sp>
        <p:nvSpPr>
          <p:cNvPr id="3252" name="Google Shape;3252;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3" name="Google Shape;3253;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254" name="Google Shape;3254;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3" name="Shape 3263"/>
        <p:cNvGrpSpPr/>
        <p:nvPr/>
      </p:nvGrpSpPr>
      <p:grpSpPr>
        <a:xfrm>
          <a:off x="0" y="0"/>
          <a:ext cx="0" cy="0"/>
          <a:chOff x="0" y="0"/>
          <a:chExt cx="0" cy="0"/>
        </a:xfrm>
      </p:grpSpPr>
      <p:sp>
        <p:nvSpPr>
          <p:cNvPr id="3264" name="Google Shape;3264;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5" name="Google Shape;3265;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266" name="Google Shape;3266;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4" name="Shape 3274"/>
        <p:cNvGrpSpPr/>
        <p:nvPr/>
      </p:nvGrpSpPr>
      <p:grpSpPr>
        <a:xfrm>
          <a:off x="0" y="0"/>
          <a:ext cx="0" cy="0"/>
          <a:chOff x="0" y="0"/>
          <a:chExt cx="0" cy="0"/>
        </a:xfrm>
      </p:grpSpPr>
      <p:sp>
        <p:nvSpPr>
          <p:cNvPr id="3275" name="Google Shape;3275;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6" name="Google Shape;3276;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277" name="Google Shape;3277;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5" name="Shape 3285"/>
        <p:cNvGrpSpPr/>
        <p:nvPr/>
      </p:nvGrpSpPr>
      <p:grpSpPr>
        <a:xfrm>
          <a:off x="0" y="0"/>
          <a:ext cx="0" cy="0"/>
          <a:chOff x="0" y="0"/>
          <a:chExt cx="0" cy="0"/>
        </a:xfrm>
      </p:grpSpPr>
      <p:sp>
        <p:nvSpPr>
          <p:cNvPr id="3286" name="Google Shape;3286;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7" name="Google Shape;3287;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288" name="Google Shape;3288;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6" name="Shape 3296"/>
        <p:cNvGrpSpPr/>
        <p:nvPr/>
      </p:nvGrpSpPr>
      <p:grpSpPr>
        <a:xfrm>
          <a:off x="0" y="0"/>
          <a:ext cx="0" cy="0"/>
          <a:chOff x="0" y="0"/>
          <a:chExt cx="0" cy="0"/>
        </a:xfrm>
      </p:grpSpPr>
      <p:sp>
        <p:nvSpPr>
          <p:cNvPr id="3297" name="Google Shape;3297;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8" name="Google Shape;3298;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299" name="Google Shape;3299;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2" name="Shape 3312"/>
        <p:cNvGrpSpPr/>
        <p:nvPr/>
      </p:nvGrpSpPr>
      <p:grpSpPr>
        <a:xfrm>
          <a:off x="0" y="0"/>
          <a:ext cx="0" cy="0"/>
          <a:chOff x="0" y="0"/>
          <a:chExt cx="0" cy="0"/>
        </a:xfrm>
      </p:grpSpPr>
      <p:sp>
        <p:nvSpPr>
          <p:cNvPr id="3313" name="Google Shape;331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4" name="Google Shape;3314;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315" name="Google Shape;3315;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8" name="Shape 3328"/>
        <p:cNvGrpSpPr/>
        <p:nvPr/>
      </p:nvGrpSpPr>
      <p:grpSpPr>
        <a:xfrm>
          <a:off x="0" y="0"/>
          <a:ext cx="0" cy="0"/>
          <a:chOff x="0" y="0"/>
          <a:chExt cx="0" cy="0"/>
        </a:xfrm>
      </p:grpSpPr>
      <p:sp>
        <p:nvSpPr>
          <p:cNvPr id="3329" name="Google Shape;3329;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0" name="Google Shape;3330;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331" name="Google Shape;3331;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5" name="Shape 3355"/>
        <p:cNvGrpSpPr/>
        <p:nvPr/>
      </p:nvGrpSpPr>
      <p:grpSpPr>
        <a:xfrm>
          <a:off x="0" y="0"/>
          <a:ext cx="0" cy="0"/>
          <a:chOff x="0" y="0"/>
          <a:chExt cx="0" cy="0"/>
        </a:xfrm>
      </p:grpSpPr>
      <p:sp>
        <p:nvSpPr>
          <p:cNvPr id="3356" name="Google Shape;3356;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357" name="Google Shape;3357;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8" name="Google Shape;3358;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5" name="Shape 3365"/>
        <p:cNvGrpSpPr/>
        <p:nvPr/>
      </p:nvGrpSpPr>
      <p:grpSpPr>
        <a:xfrm>
          <a:off x="0" y="0"/>
          <a:ext cx="0" cy="0"/>
          <a:chOff x="0" y="0"/>
          <a:chExt cx="0" cy="0"/>
        </a:xfrm>
      </p:grpSpPr>
      <p:sp>
        <p:nvSpPr>
          <p:cNvPr id="3366" name="Google Shape;3366;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367" name="Google Shape;3367;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8" name="Google Shape;3368;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6" name="Shape 3376"/>
        <p:cNvGrpSpPr/>
        <p:nvPr/>
      </p:nvGrpSpPr>
      <p:grpSpPr>
        <a:xfrm>
          <a:off x="0" y="0"/>
          <a:ext cx="0" cy="0"/>
          <a:chOff x="0" y="0"/>
          <a:chExt cx="0" cy="0"/>
        </a:xfrm>
      </p:grpSpPr>
      <p:sp>
        <p:nvSpPr>
          <p:cNvPr id="3377" name="Google Shape;3377;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378" name="Google Shape;337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9" name="Google Shape;3379;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8" name="Shape 3388"/>
        <p:cNvGrpSpPr/>
        <p:nvPr/>
      </p:nvGrpSpPr>
      <p:grpSpPr>
        <a:xfrm>
          <a:off x="0" y="0"/>
          <a:ext cx="0" cy="0"/>
          <a:chOff x="0" y="0"/>
          <a:chExt cx="0" cy="0"/>
        </a:xfrm>
      </p:grpSpPr>
      <p:sp>
        <p:nvSpPr>
          <p:cNvPr id="3389" name="Google Shape;3389;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390" name="Google Shape;339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1" name="Google Shape;3391;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9" name="Shape 3409"/>
        <p:cNvGrpSpPr/>
        <p:nvPr/>
      </p:nvGrpSpPr>
      <p:grpSpPr>
        <a:xfrm>
          <a:off x="0" y="0"/>
          <a:ext cx="0" cy="0"/>
          <a:chOff x="0" y="0"/>
          <a:chExt cx="0" cy="0"/>
        </a:xfrm>
      </p:grpSpPr>
      <p:sp>
        <p:nvSpPr>
          <p:cNvPr id="3410" name="Google Shape;3410;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411" name="Google Shape;3411;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2" name="Google Shape;3412;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2" name="Shape 3422"/>
        <p:cNvGrpSpPr/>
        <p:nvPr/>
      </p:nvGrpSpPr>
      <p:grpSpPr>
        <a:xfrm>
          <a:off x="0" y="0"/>
          <a:ext cx="0" cy="0"/>
          <a:chOff x="0" y="0"/>
          <a:chExt cx="0" cy="0"/>
        </a:xfrm>
      </p:grpSpPr>
      <p:sp>
        <p:nvSpPr>
          <p:cNvPr id="3423" name="Google Shape;3423;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424" name="Google Shape;3424;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5" name="Google Shape;3425;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3" name="Shape 3433"/>
        <p:cNvGrpSpPr/>
        <p:nvPr/>
      </p:nvGrpSpPr>
      <p:grpSpPr>
        <a:xfrm>
          <a:off x="0" y="0"/>
          <a:ext cx="0" cy="0"/>
          <a:chOff x="0" y="0"/>
          <a:chExt cx="0" cy="0"/>
        </a:xfrm>
      </p:grpSpPr>
      <p:sp>
        <p:nvSpPr>
          <p:cNvPr id="3434" name="Google Shape;3434;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5" name="Google Shape;3435;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6" name="Google Shape;3436;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2" name="Shape 3442"/>
        <p:cNvGrpSpPr/>
        <p:nvPr/>
      </p:nvGrpSpPr>
      <p:grpSpPr>
        <a:xfrm>
          <a:off x="0" y="0"/>
          <a:ext cx="0" cy="0"/>
          <a:chOff x="0" y="0"/>
          <a:chExt cx="0" cy="0"/>
        </a:xfrm>
      </p:grpSpPr>
      <p:sp>
        <p:nvSpPr>
          <p:cNvPr id="3443" name="Google Shape;3443;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4" name="Google Shape;3444;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3" name="Shape 3453"/>
        <p:cNvGrpSpPr/>
        <p:nvPr/>
      </p:nvGrpSpPr>
      <p:grpSpPr>
        <a:xfrm>
          <a:off x="0" y="0"/>
          <a:ext cx="0" cy="0"/>
          <a:chOff x="0" y="0"/>
          <a:chExt cx="0" cy="0"/>
        </a:xfrm>
      </p:grpSpPr>
      <p:sp>
        <p:nvSpPr>
          <p:cNvPr id="3454" name="Google Shape;3454;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5" name="Google Shape;3455;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5" name="Shape 3465"/>
        <p:cNvGrpSpPr/>
        <p:nvPr/>
      </p:nvGrpSpPr>
      <p:grpSpPr>
        <a:xfrm>
          <a:off x="0" y="0"/>
          <a:ext cx="0" cy="0"/>
          <a:chOff x="0" y="0"/>
          <a:chExt cx="0" cy="0"/>
        </a:xfrm>
      </p:grpSpPr>
      <p:sp>
        <p:nvSpPr>
          <p:cNvPr id="3466" name="Google Shape;3466;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7" name="Google Shape;3467;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5" name="Shape 3475"/>
        <p:cNvGrpSpPr/>
        <p:nvPr/>
      </p:nvGrpSpPr>
      <p:grpSpPr>
        <a:xfrm>
          <a:off x="0" y="0"/>
          <a:ext cx="0" cy="0"/>
          <a:chOff x="0" y="0"/>
          <a:chExt cx="0" cy="0"/>
        </a:xfrm>
      </p:grpSpPr>
      <p:sp>
        <p:nvSpPr>
          <p:cNvPr id="3476" name="Google Shape;3476;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7" name="Google Shape;3477;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5" name="Shape 3485"/>
        <p:cNvGrpSpPr/>
        <p:nvPr/>
      </p:nvGrpSpPr>
      <p:grpSpPr>
        <a:xfrm>
          <a:off x="0" y="0"/>
          <a:ext cx="0" cy="0"/>
          <a:chOff x="0" y="0"/>
          <a:chExt cx="0" cy="0"/>
        </a:xfrm>
      </p:grpSpPr>
      <p:sp>
        <p:nvSpPr>
          <p:cNvPr id="3486" name="Google Shape;3486;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7" name="Google Shape;3487;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3488" name="Google Shape;3488;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4" name="Shape 3514"/>
        <p:cNvGrpSpPr/>
        <p:nvPr/>
      </p:nvGrpSpPr>
      <p:grpSpPr>
        <a:xfrm>
          <a:off x="0" y="0"/>
          <a:ext cx="0" cy="0"/>
          <a:chOff x="0" y="0"/>
          <a:chExt cx="0" cy="0"/>
        </a:xfrm>
      </p:grpSpPr>
      <p:sp>
        <p:nvSpPr>
          <p:cNvPr id="3515" name="Google Shape;3515;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6" name="Google Shape;3516;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2" name="Shape 3522"/>
        <p:cNvGrpSpPr/>
        <p:nvPr/>
      </p:nvGrpSpPr>
      <p:grpSpPr>
        <a:xfrm>
          <a:off x="0" y="0"/>
          <a:ext cx="0" cy="0"/>
          <a:chOff x="0" y="0"/>
          <a:chExt cx="0" cy="0"/>
        </a:xfrm>
      </p:grpSpPr>
      <p:sp>
        <p:nvSpPr>
          <p:cNvPr id="3523" name="Google Shape;3523;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4" name="Google Shape;3524;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2" name="Shape 3532"/>
        <p:cNvGrpSpPr/>
        <p:nvPr/>
      </p:nvGrpSpPr>
      <p:grpSpPr>
        <a:xfrm>
          <a:off x="0" y="0"/>
          <a:ext cx="0" cy="0"/>
          <a:chOff x="0" y="0"/>
          <a:chExt cx="0" cy="0"/>
        </a:xfrm>
      </p:grpSpPr>
      <p:sp>
        <p:nvSpPr>
          <p:cNvPr id="3533" name="Google Shape;3533;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4" name="Google Shape;3534;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2" name="Shape 3542"/>
        <p:cNvGrpSpPr/>
        <p:nvPr/>
      </p:nvGrpSpPr>
      <p:grpSpPr>
        <a:xfrm>
          <a:off x="0" y="0"/>
          <a:ext cx="0" cy="0"/>
          <a:chOff x="0" y="0"/>
          <a:chExt cx="0" cy="0"/>
        </a:xfrm>
      </p:grpSpPr>
      <p:sp>
        <p:nvSpPr>
          <p:cNvPr id="3543" name="Google Shape;3543;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4" name="Google Shape;3544;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2" name="Shape 3552"/>
        <p:cNvGrpSpPr/>
        <p:nvPr/>
      </p:nvGrpSpPr>
      <p:grpSpPr>
        <a:xfrm>
          <a:off x="0" y="0"/>
          <a:ext cx="0" cy="0"/>
          <a:chOff x="0" y="0"/>
          <a:chExt cx="0" cy="0"/>
        </a:xfrm>
      </p:grpSpPr>
      <p:sp>
        <p:nvSpPr>
          <p:cNvPr id="3553" name="Google Shape;3553;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4" name="Google Shape;3554;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2" name="Shape 3562"/>
        <p:cNvGrpSpPr/>
        <p:nvPr/>
      </p:nvGrpSpPr>
      <p:grpSpPr>
        <a:xfrm>
          <a:off x="0" y="0"/>
          <a:ext cx="0" cy="0"/>
          <a:chOff x="0" y="0"/>
          <a:chExt cx="0" cy="0"/>
        </a:xfrm>
      </p:grpSpPr>
      <p:sp>
        <p:nvSpPr>
          <p:cNvPr id="3563" name="Google Shape;3563;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4" name="Google Shape;3564;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2" name="Shape 3572"/>
        <p:cNvGrpSpPr/>
        <p:nvPr/>
      </p:nvGrpSpPr>
      <p:grpSpPr>
        <a:xfrm>
          <a:off x="0" y="0"/>
          <a:ext cx="0" cy="0"/>
          <a:chOff x="0" y="0"/>
          <a:chExt cx="0" cy="0"/>
        </a:xfrm>
      </p:grpSpPr>
      <p:sp>
        <p:nvSpPr>
          <p:cNvPr id="3573" name="Google Shape;3573;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4" name="Google Shape;3574;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2" name="Shape 3582"/>
        <p:cNvGrpSpPr/>
        <p:nvPr/>
      </p:nvGrpSpPr>
      <p:grpSpPr>
        <a:xfrm>
          <a:off x="0" y="0"/>
          <a:ext cx="0" cy="0"/>
          <a:chOff x="0" y="0"/>
          <a:chExt cx="0" cy="0"/>
        </a:xfrm>
      </p:grpSpPr>
      <p:sp>
        <p:nvSpPr>
          <p:cNvPr id="3583" name="Google Shape;3583;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4" name="Google Shape;3584;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6" name="Shape 3606"/>
        <p:cNvGrpSpPr/>
        <p:nvPr/>
      </p:nvGrpSpPr>
      <p:grpSpPr>
        <a:xfrm>
          <a:off x="0" y="0"/>
          <a:ext cx="0" cy="0"/>
          <a:chOff x="0" y="0"/>
          <a:chExt cx="0" cy="0"/>
        </a:xfrm>
      </p:grpSpPr>
      <p:sp>
        <p:nvSpPr>
          <p:cNvPr id="3607" name="Google Shape;3607;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8" name="Google Shape;3608;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7" name="Shape 3617"/>
        <p:cNvGrpSpPr/>
        <p:nvPr/>
      </p:nvGrpSpPr>
      <p:grpSpPr>
        <a:xfrm>
          <a:off x="0" y="0"/>
          <a:ext cx="0" cy="0"/>
          <a:chOff x="0" y="0"/>
          <a:chExt cx="0" cy="0"/>
        </a:xfrm>
      </p:grpSpPr>
      <p:sp>
        <p:nvSpPr>
          <p:cNvPr id="3618" name="Google Shape;3618;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9" name="Google Shape;3619;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8" name="Shape 3628"/>
        <p:cNvGrpSpPr/>
        <p:nvPr/>
      </p:nvGrpSpPr>
      <p:grpSpPr>
        <a:xfrm>
          <a:off x="0" y="0"/>
          <a:ext cx="0" cy="0"/>
          <a:chOff x="0" y="0"/>
          <a:chExt cx="0" cy="0"/>
        </a:xfrm>
      </p:grpSpPr>
      <p:sp>
        <p:nvSpPr>
          <p:cNvPr id="3629" name="Google Shape;3629;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0" name="Google Shape;3630;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8" name="Shape 3638"/>
        <p:cNvGrpSpPr/>
        <p:nvPr/>
      </p:nvGrpSpPr>
      <p:grpSpPr>
        <a:xfrm>
          <a:off x="0" y="0"/>
          <a:ext cx="0" cy="0"/>
          <a:chOff x="0" y="0"/>
          <a:chExt cx="0" cy="0"/>
        </a:xfrm>
      </p:grpSpPr>
      <p:sp>
        <p:nvSpPr>
          <p:cNvPr id="3639" name="Google Shape;3639;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0" name="Google Shape;3640;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9" name="Shape 3649"/>
        <p:cNvGrpSpPr/>
        <p:nvPr/>
      </p:nvGrpSpPr>
      <p:grpSpPr>
        <a:xfrm>
          <a:off x="0" y="0"/>
          <a:ext cx="0" cy="0"/>
          <a:chOff x="0" y="0"/>
          <a:chExt cx="0" cy="0"/>
        </a:xfrm>
      </p:grpSpPr>
      <p:sp>
        <p:nvSpPr>
          <p:cNvPr id="3650" name="Google Shape;3650;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1" name="Google Shape;3651;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0" name="Shape 3660"/>
        <p:cNvGrpSpPr/>
        <p:nvPr/>
      </p:nvGrpSpPr>
      <p:grpSpPr>
        <a:xfrm>
          <a:off x="0" y="0"/>
          <a:ext cx="0" cy="0"/>
          <a:chOff x="0" y="0"/>
          <a:chExt cx="0" cy="0"/>
        </a:xfrm>
      </p:grpSpPr>
      <p:sp>
        <p:nvSpPr>
          <p:cNvPr id="3661" name="Google Shape;3661;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2" name="Google Shape;3662;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1" name="Shape 3671"/>
        <p:cNvGrpSpPr/>
        <p:nvPr/>
      </p:nvGrpSpPr>
      <p:grpSpPr>
        <a:xfrm>
          <a:off x="0" y="0"/>
          <a:ext cx="0" cy="0"/>
          <a:chOff x="0" y="0"/>
          <a:chExt cx="0" cy="0"/>
        </a:xfrm>
      </p:grpSpPr>
      <p:sp>
        <p:nvSpPr>
          <p:cNvPr id="3672" name="Google Shape;3672;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3" name="Google Shape;3673;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0" name="Shape 3680"/>
        <p:cNvGrpSpPr/>
        <p:nvPr/>
      </p:nvGrpSpPr>
      <p:grpSpPr>
        <a:xfrm>
          <a:off x="0" y="0"/>
          <a:ext cx="0" cy="0"/>
          <a:chOff x="0" y="0"/>
          <a:chExt cx="0" cy="0"/>
        </a:xfrm>
      </p:grpSpPr>
      <p:sp>
        <p:nvSpPr>
          <p:cNvPr id="3681" name="Google Shape;3681;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2" name="Google Shape;3682;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9" name="Shape 3689"/>
        <p:cNvGrpSpPr/>
        <p:nvPr/>
      </p:nvGrpSpPr>
      <p:grpSpPr>
        <a:xfrm>
          <a:off x="0" y="0"/>
          <a:ext cx="0" cy="0"/>
          <a:chOff x="0" y="0"/>
          <a:chExt cx="0" cy="0"/>
        </a:xfrm>
      </p:grpSpPr>
      <p:sp>
        <p:nvSpPr>
          <p:cNvPr id="3690" name="Google Shape;3690;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1" name="Google Shape;3691;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9" name="Shape 3699"/>
        <p:cNvGrpSpPr/>
        <p:nvPr/>
      </p:nvGrpSpPr>
      <p:grpSpPr>
        <a:xfrm>
          <a:off x="0" y="0"/>
          <a:ext cx="0" cy="0"/>
          <a:chOff x="0" y="0"/>
          <a:chExt cx="0" cy="0"/>
        </a:xfrm>
      </p:grpSpPr>
      <p:sp>
        <p:nvSpPr>
          <p:cNvPr id="3700" name="Google Shape;3700;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1" name="Google Shape;3701;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8" name="Shape 3708"/>
        <p:cNvGrpSpPr/>
        <p:nvPr/>
      </p:nvGrpSpPr>
      <p:grpSpPr>
        <a:xfrm>
          <a:off x="0" y="0"/>
          <a:ext cx="0" cy="0"/>
          <a:chOff x="0" y="0"/>
          <a:chExt cx="0" cy="0"/>
        </a:xfrm>
      </p:grpSpPr>
      <p:sp>
        <p:nvSpPr>
          <p:cNvPr id="3709" name="Google Shape;3709;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0" name="Google Shape;3710;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7" name="Shape 3717"/>
        <p:cNvGrpSpPr/>
        <p:nvPr/>
      </p:nvGrpSpPr>
      <p:grpSpPr>
        <a:xfrm>
          <a:off x="0" y="0"/>
          <a:ext cx="0" cy="0"/>
          <a:chOff x="0" y="0"/>
          <a:chExt cx="0" cy="0"/>
        </a:xfrm>
      </p:grpSpPr>
      <p:sp>
        <p:nvSpPr>
          <p:cNvPr id="3718" name="Google Shape;3718;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9" name="Google Shape;3719;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6" name="Shape 3726"/>
        <p:cNvGrpSpPr/>
        <p:nvPr/>
      </p:nvGrpSpPr>
      <p:grpSpPr>
        <a:xfrm>
          <a:off x="0" y="0"/>
          <a:ext cx="0" cy="0"/>
          <a:chOff x="0" y="0"/>
          <a:chExt cx="0" cy="0"/>
        </a:xfrm>
      </p:grpSpPr>
      <p:sp>
        <p:nvSpPr>
          <p:cNvPr id="3727" name="Google Shape;3727;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8" name="Google Shape;3728;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4" name="Shape 3734"/>
        <p:cNvGrpSpPr/>
        <p:nvPr/>
      </p:nvGrpSpPr>
      <p:grpSpPr>
        <a:xfrm>
          <a:off x="0" y="0"/>
          <a:ext cx="0" cy="0"/>
          <a:chOff x="0" y="0"/>
          <a:chExt cx="0" cy="0"/>
        </a:xfrm>
      </p:grpSpPr>
      <p:sp>
        <p:nvSpPr>
          <p:cNvPr id="3735" name="Google Shape;3735;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6" name="Google Shape;3736;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3" name="Shape 3743"/>
        <p:cNvGrpSpPr/>
        <p:nvPr/>
      </p:nvGrpSpPr>
      <p:grpSpPr>
        <a:xfrm>
          <a:off x="0" y="0"/>
          <a:ext cx="0" cy="0"/>
          <a:chOff x="0" y="0"/>
          <a:chExt cx="0" cy="0"/>
        </a:xfrm>
      </p:grpSpPr>
      <p:sp>
        <p:nvSpPr>
          <p:cNvPr id="3744" name="Google Shape;3744;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5" name="Google Shape;3745;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2" name="Shape 3752"/>
        <p:cNvGrpSpPr/>
        <p:nvPr/>
      </p:nvGrpSpPr>
      <p:grpSpPr>
        <a:xfrm>
          <a:off x="0" y="0"/>
          <a:ext cx="0" cy="0"/>
          <a:chOff x="0" y="0"/>
          <a:chExt cx="0" cy="0"/>
        </a:xfrm>
      </p:grpSpPr>
      <p:sp>
        <p:nvSpPr>
          <p:cNvPr id="3753" name="Google Shape;3753;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4" name="Google Shape;3754;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1" name="Shape 3761"/>
        <p:cNvGrpSpPr/>
        <p:nvPr/>
      </p:nvGrpSpPr>
      <p:grpSpPr>
        <a:xfrm>
          <a:off x="0" y="0"/>
          <a:ext cx="0" cy="0"/>
          <a:chOff x="0" y="0"/>
          <a:chExt cx="0" cy="0"/>
        </a:xfrm>
      </p:grpSpPr>
      <p:sp>
        <p:nvSpPr>
          <p:cNvPr id="3762" name="Google Shape;3762;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3" name="Google Shape;3763;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0" name="Shape 3770"/>
        <p:cNvGrpSpPr/>
        <p:nvPr/>
      </p:nvGrpSpPr>
      <p:grpSpPr>
        <a:xfrm>
          <a:off x="0" y="0"/>
          <a:ext cx="0" cy="0"/>
          <a:chOff x="0" y="0"/>
          <a:chExt cx="0" cy="0"/>
        </a:xfrm>
      </p:grpSpPr>
      <p:sp>
        <p:nvSpPr>
          <p:cNvPr id="3771" name="Google Shape;3771;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2" name="Google Shape;3772;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9" name="Shape 3779"/>
        <p:cNvGrpSpPr/>
        <p:nvPr/>
      </p:nvGrpSpPr>
      <p:grpSpPr>
        <a:xfrm>
          <a:off x="0" y="0"/>
          <a:ext cx="0" cy="0"/>
          <a:chOff x="0" y="0"/>
          <a:chExt cx="0" cy="0"/>
        </a:xfrm>
      </p:grpSpPr>
      <p:sp>
        <p:nvSpPr>
          <p:cNvPr id="3780" name="Google Shape;3780;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1" name="Google Shape;3781;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8" name="Shape 3788"/>
        <p:cNvGrpSpPr/>
        <p:nvPr/>
      </p:nvGrpSpPr>
      <p:grpSpPr>
        <a:xfrm>
          <a:off x="0" y="0"/>
          <a:ext cx="0" cy="0"/>
          <a:chOff x="0" y="0"/>
          <a:chExt cx="0" cy="0"/>
        </a:xfrm>
      </p:grpSpPr>
      <p:sp>
        <p:nvSpPr>
          <p:cNvPr id="3789" name="Google Shape;3789;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0" name="Google Shape;3790;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7" name="Shape 3797"/>
        <p:cNvGrpSpPr/>
        <p:nvPr/>
      </p:nvGrpSpPr>
      <p:grpSpPr>
        <a:xfrm>
          <a:off x="0" y="0"/>
          <a:ext cx="0" cy="0"/>
          <a:chOff x="0" y="0"/>
          <a:chExt cx="0" cy="0"/>
        </a:xfrm>
      </p:grpSpPr>
      <p:sp>
        <p:nvSpPr>
          <p:cNvPr id="3798" name="Google Shape;3798;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9" name="Google Shape;3799;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6" name="Shape 3806"/>
        <p:cNvGrpSpPr/>
        <p:nvPr/>
      </p:nvGrpSpPr>
      <p:grpSpPr>
        <a:xfrm>
          <a:off x="0" y="0"/>
          <a:ext cx="0" cy="0"/>
          <a:chOff x="0" y="0"/>
          <a:chExt cx="0" cy="0"/>
        </a:xfrm>
      </p:grpSpPr>
      <p:sp>
        <p:nvSpPr>
          <p:cNvPr id="3807" name="Google Shape;3807;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8" name="Google Shape;3808;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4" name="Shape 3814"/>
        <p:cNvGrpSpPr/>
        <p:nvPr/>
      </p:nvGrpSpPr>
      <p:grpSpPr>
        <a:xfrm>
          <a:off x="0" y="0"/>
          <a:ext cx="0" cy="0"/>
          <a:chOff x="0" y="0"/>
          <a:chExt cx="0" cy="0"/>
        </a:xfrm>
      </p:grpSpPr>
      <p:sp>
        <p:nvSpPr>
          <p:cNvPr id="3815" name="Google Shape;3815;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6" name="Google Shape;3816;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mbria"/>
              <a:buNone/>
            </a:pPr>
            <a:r>
              <a:rPr lang="en-US" sz="1200">
                <a:solidFill>
                  <a:srgbClr val="000000"/>
                </a:solidFill>
                <a:latin typeface="Cambria"/>
                <a:ea typeface="Cambria"/>
                <a:cs typeface="Cambria"/>
                <a:sym typeface="Cambria"/>
              </a:rPr>
              <a:t>Au cœur des pratiques XP, les pratiques de programmation permettent d’améliorer continuellement la conception et le code de l’application pour qu’elle reste toujours aussi claire et simple que possible :</a:t>
            </a:r>
            <a:endParaRPr/>
          </a:p>
          <a:p>
            <a:pPr indent="0" lvl="0" marL="0" rtl="0" algn="l">
              <a:spcBef>
                <a:spcPts val="0"/>
              </a:spcBef>
              <a:spcAft>
                <a:spcPts val="0"/>
              </a:spcAft>
              <a:buNone/>
            </a:pPr>
            <a:r>
              <a:t/>
            </a:r>
            <a:endParaRPr/>
          </a:p>
        </p:txBody>
      </p:sp>
      <p:sp>
        <p:nvSpPr>
          <p:cNvPr id="3817" name="Google Shape;3817;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5" name="Shape 3825"/>
        <p:cNvGrpSpPr/>
        <p:nvPr/>
      </p:nvGrpSpPr>
      <p:grpSpPr>
        <a:xfrm>
          <a:off x="0" y="0"/>
          <a:ext cx="0" cy="0"/>
          <a:chOff x="0" y="0"/>
          <a:chExt cx="0" cy="0"/>
        </a:xfrm>
      </p:grpSpPr>
      <p:sp>
        <p:nvSpPr>
          <p:cNvPr id="3826" name="Google Shape;3826;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7" name="Google Shape;3827;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mbria"/>
              <a:buNone/>
            </a:pPr>
            <a:r>
              <a:rPr lang="en-US" sz="1200">
                <a:solidFill>
                  <a:srgbClr val="000000"/>
                </a:solidFill>
                <a:latin typeface="Cambria"/>
                <a:ea typeface="Cambria"/>
                <a:cs typeface="Cambria"/>
                <a:sym typeface="Cambria"/>
              </a:rPr>
              <a:t>Dans une équipe XP, tous les développeurs travaillent ensemble et interviennent sur la totalité de l’application. Cela garantit la qualité du travail et plus de motivation et offre une plus grande souplesse dans l’affectation des tâches. Les pratiques qui régissent cette organisation sont les suivantes :</a:t>
            </a:r>
            <a:endParaRPr/>
          </a:p>
          <a:p>
            <a:pPr indent="0" lvl="0" marL="0" rtl="0" algn="l">
              <a:spcBef>
                <a:spcPts val="0"/>
              </a:spcBef>
              <a:spcAft>
                <a:spcPts val="0"/>
              </a:spcAft>
              <a:buNone/>
            </a:pPr>
            <a:r>
              <a:t/>
            </a:r>
            <a:endParaRPr/>
          </a:p>
        </p:txBody>
      </p:sp>
      <p:sp>
        <p:nvSpPr>
          <p:cNvPr id="3828" name="Google Shape;3828;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6" name="Shape 3836"/>
        <p:cNvGrpSpPr/>
        <p:nvPr/>
      </p:nvGrpSpPr>
      <p:grpSpPr>
        <a:xfrm>
          <a:off x="0" y="0"/>
          <a:ext cx="0" cy="0"/>
          <a:chOff x="0" y="0"/>
          <a:chExt cx="0" cy="0"/>
        </a:xfrm>
      </p:grpSpPr>
      <p:sp>
        <p:nvSpPr>
          <p:cNvPr id="3837" name="Google Shape;3837;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8" name="Google Shape;3838;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6" name="Shape 3846"/>
        <p:cNvGrpSpPr/>
        <p:nvPr/>
      </p:nvGrpSpPr>
      <p:grpSpPr>
        <a:xfrm>
          <a:off x="0" y="0"/>
          <a:ext cx="0" cy="0"/>
          <a:chOff x="0" y="0"/>
          <a:chExt cx="0" cy="0"/>
        </a:xfrm>
      </p:grpSpPr>
      <p:sp>
        <p:nvSpPr>
          <p:cNvPr id="3847" name="Google Shape;3847;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8" name="Google Shape;3848;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mbria"/>
              <a:buNone/>
            </a:pPr>
            <a:r>
              <a:rPr lang="en-US" sz="1200">
                <a:solidFill>
                  <a:srgbClr val="000000"/>
                </a:solidFill>
                <a:latin typeface="Cambria"/>
                <a:ea typeface="Cambria"/>
                <a:cs typeface="Cambria"/>
                <a:sym typeface="Cambria"/>
              </a:rPr>
              <a:t>Les pratiques de programmation et de collaboration permettent de créer un contexte dans lequel une démarche de spécification et de conception purement itérative devient viable. Les pratiques suivantes montrent comment XP exploite cet avantage de façon à converger vers un produit adapté aux besoins du client :</a:t>
            </a:r>
            <a:endParaRPr/>
          </a:p>
        </p:txBody>
      </p:sp>
      <p:sp>
        <p:nvSpPr>
          <p:cNvPr id="3849" name="Google Shape;3849;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7" name="Shape 3857"/>
        <p:cNvGrpSpPr/>
        <p:nvPr/>
      </p:nvGrpSpPr>
      <p:grpSpPr>
        <a:xfrm>
          <a:off x="0" y="0"/>
          <a:ext cx="0" cy="0"/>
          <a:chOff x="0" y="0"/>
          <a:chExt cx="0" cy="0"/>
        </a:xfrm>
      </p:grpSpPr>
      <p:sp>
        <p:nvSpPr>
          <p:cNvPr id="3858" name="Google Shape;3858;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9" name="Google Shape;3859;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5" name="Shape 3865"/>
        <p:cNvGrpSpPr/>
        <p:nvPr/>
      </p:nvGrpSpPr>
      <p:grpSpPr>
        <a:xfrm>
          <a:off x="0" y="0"/>
          <a:ext cx="0" cy="0"/>
          <a:chOff x="0" y="0"/>
          <a:chExt cx="0" cy="0"/>
        </a:xfrm>
      </p:grpSpPr>
      <p:sp>
        <p:nvSpPr>
          <p:cNvPr id="3866" name="Google Shape;3866;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7" name="Google Shape;3867;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5" name="Shape 3875"/>
        <p:cNvGrpSpPr/>
        <p:nvPr/>
      </p:nvGrpSpPr>
      <p:grpSpPr>
        <a:xfrm>
          <a:off x="0" y="0"/>
          <a:ext cx="0" cy="0"/>
          <a:chOff x="0" y="0"/>
          <a:chExt cx="0" cy="0"/>
        </a:xfrm>
      </p:grpSpPr>
      <p:sp>
        <p:nvSpPr>
          <p:cNvPr id="3876" name="Google Shape;3876;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7" name="Google Shape;3877;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5" name="Shape 3885"/>
        <p:cNvGrpSpPr/>
        <p:nvPr/>
      </p:nvGrpSpPr>
      <p:grpSpPr>
        <a:xfrm>
          <a:off x="0" y="0"/>
          <a:ext cx="0" cy="0"/>
          <a:chOff x="0" y="0"/>
          <a:chExt cx="0" cy="0"/>
        </a:xfrm>
      </p:grpSpPr>
      <p:sp>
        <p:nvSpPr>
          <p:cNvPr id="3886" name="Google Shape;3886;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7" name="Google Shape;3887;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6" name="Shape 16"/>
        <p:cNvGrpSpPr/>
        <p:nvPr/>
      </p:nvGrpSpPr>
      <p:grpSpPr>
        <a:xfrm>
          <a:off x="0" y="0"/>
          <a:ext cx="0" cy="0"/>
          <a:chOff x="0" y="0"/>
          <a:chExt cx="0" cy="0"/>
        </a:xfrm>
      </p:grpSpPr>
      <p:sp>
        <p:nvSpPr>
          <p:cNvPr id="17" name="Google Shape;17;p13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3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1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ottom right">
  <p:cSld name="Section Header bottom right">
    <p:spTree>
      <p:nvGrpSpPr>
        <p:cNvPr id="22" name="Shape 22"/>
        <p:cNvGrpSpPr/>
        <p:nvPr/>
      </p:nvGrpSpPr>
      <p:grpSpPr>
        <a:xfrm>
          <a:off x="0" y="0"/>
          <a:ext cx="0" cy="0"/>
          <a:chOff x="0" y="0"/>
          <a:chExt cx="0" cy="0"/>
        </a:xfrm>
      </p:grpSpPr>
      <p:sp>
        <p:nvSpPr>
          <p:cNvPr id="23" name="Google Shape;23;p1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34"/>
          <p:cNvSpPr/>
          <p:nvPr>
            <p:ph idx="2" type="pic"/>
          </p:nvPr>
        </p:nvSpPr>
        <p:spPr>
          <a:xfrm>
            <a:off x="0" y="0"/>
            <a:ext cx="12192000" cy="6858000"/>
          </a:xfrm>
          <a:prstGeom prst="rect">
            <a:avLst/>
          </a:prstGeom>
          <a:noFill/>
          <a:ln>
            <a:noFill/>
          </a:ln>
        </p:spPr>
      </p:sp>
      <p:sp>
        <p:nvSpPr>
          <p:cNvPr id="27" name="Google Shape;27;p134"/>
          <p:cNvSpPr txBox="1"/>
          <p:nvPr>
            <p:ph type="title"/>
          </p:nvPr>
        </p:nvSpPr>
        <p:spPr>
          <a:xfrm>
            <a:off x="7213600" y="2560638"/>
            <a:ext cx="4572000" cy="2852737"/>
          </a:xfrm>
          <a:prstGeom prst="rect">
            <a:avLst/>
          </a:prstGeom>
          <a:solidFill>
            <a:schemeClr val="lt1">
              <a:alpha val="29803"/>
            </a:schemeClr>
          </a:solidFill>
          <a:ln>
            <a:noFill/>
          </a:ln>
        </p:spPr>
        <p:txBody>
          <a:bodyPr anchorCtr="0" anchor="ctr" bIns="182875" lIns="274300" spcFirstLastPara="1" rIns="274300" wrap="square" tIns="91425">
            <a:normAutofit/>
          </a:bodyPr>
          <a:lstStyle>
            <a:lvl1pPr lvl="0" algn="ctr">
              <a:lnSpc>
                <a:spcPct val="90000"/>
              </a:lnSpc>
              <a:spcBef>
                <a:spcPts val="0"/>
              </a:spcBef>
              <a:spcAft>
                <a:spcPts val="0"/>
              </a:spcAft>
              <a:buClr>
                <a:schemeClr val="dk1"/>
              </a:buClr>
              <a:buSzPts val="6000"/>
              <a:buFont typeface="Calibri"/>
              <a:buNone/>
              <a:defRPr b="1"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34"/>
          <p:cNvSpPr txBox="1"/>
          <p:nvPr>
            <p:ph idx="1" type="body"/>
          </p:nvPr>
        </p:nvSpPr>
        <p:spPr>
          <a:xfrm>
            <a:off x="7213600" y="5413375"/>
            <a:ext cx="4572000" cy="942975"/>
          </a:xfrm>
          <a:prstGeom prst="rect">
            <a:avLst/>
          </a:prstGeom>
          <a:solidFill>
            <a:schemeClr val="lt1">
              <a:alpha val="29803"/>
            </a:schemeClr>
          </a:solidFill>
          <a:ln>
            <a:noFill/>
          </a:ln>
        </p:spPr>
        <p:txBody>
          <a:bodyPr anchorCtr="0" anchor="t" bIns="182875" lIns="274300" spcFirstLastPara="1" rIns="274300" wrap="square" tIns="91425">
            <a:normAutofit/>
          </a:bodyPr>
          <a:lstStyle>
            <a:lvl1pPr indent="-228600" lvl="0" marL="457200" algn="ctr">
              <a:lnSpc>
                <a:spcPct val="90000"/>
              </a:lnSpc>
              <a:spcBef>
                <a:spcPts val="1000"/>
              </a:spcBef>
              <a:spcAft>
                <a:spcPts val="0"/>
              </a:spcAft>
              <a:buClr>
                <a:srgbClr val="8C9CA6"/>
              </a:buClr>
              <a:buSzPts val="2400"/>
              <a:buNone/>
              <a:defRPr sz="2400">
                <a:solidFill>
                  <a:srgbClr val="8C9CA6"/>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29" name="Shape 29"/>
        <p:cNvGrpSpPr/>
        <p:nvPr/>
      </p:nvGrpSpPr>
      <p:grpSpPr>
        <a:xfrm>
          <a:off x="0" y="0"/>
          <a:ext cx="0" cy="0"/>
          <a:chOff x="0" y="0"/>
          <a:chExt cx="0" cy="0"/>
        </a:xfrm>
      </p:grpSpPr>
      <p:sp>
        <p:nvSpPr>
          <p:cNvPr id="30" name="Google Shape;30;p13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 name="Google Shape;31;p13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35"/>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3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576973"/>
                </a:solidFill>
                <a:latin typeface="Calibri"/>
                <a:ea typeface="Calibri"/>
                <a:cs typeface="Calibri"/>
                <a:sym typeface="Calibri"/>
              </a:defRPr>
            </a:lvl1pPr>
            <a:lvl2pPr indent="0" lvl="1" marL="0" algn="r">
              <a:spcBef>
                <a:spcPts val="0"/>
              </a:spcBef>
              <a:buNone/>
              <a:defRPr b="0" i="0" sz="1200" u="none" cap="none" strike="noStrike">
                <a:solidFill>
                  <a:srgbClr val="576973"/>
                </a:solidFill>
                <a:latin typeface="Calibri"/>
                <a:ea typeface="Calibri"/>
                <a:cs typeface="Calibri"/>
                <a:sym typeface="Calibri"/>
              </a:defRPr>
            </a:lvl2pPr>
            <a:lvl3pPr indent="0" lvl="2" marL="0" algn="r">
              <a:spcBef>
                <a:spcPts val="0"/>
              </a:spcBef>
              <a:buNone/>
              <a:defRPr b="0" i="0" sz="1200" u="none" cap="none" strike="noStrike">
                <a:solidFill>
                  <a:srgbClr val="576973"/>
                </a:solidFill>
                <a:latin typeface="Calibri"/>
                <a:ea typeface="Calibri"/>
                <a:cs typeface="Calibri"/>
                <a:sym typeface="Calibri"/>
              </a:defRPr>
            </a:lvl3pPr>
            <a:lvl4pPr indent="0" lvl="3" marL="0" algn="r">
              <a:spcBef>
                <a:spcPts val="0"/>
              </a:spcBef>
              <a:buNone/>
              <a:defRPr b="0" i="0" sz="1200" u="none" cap="none" strike="noStrike">
                <a:solidFill>
                  <a:srgbClr val="576973"/>
                </a:solidFill>
                <a:latin typeface="Calibri"/>
                <a:ea typeface="Calibri"/>
                <a:cs typeface="Calibri"/>
                <a:sym typeface="Calibri"/>
              </a:defRPr>
            </a:lvl4pPr>
            <a:lvl5pPr indent="0" lvl="4" marL="0" algn="r">
              <a:spcBef>
                <a:spcPts val="0"/>
              </a:spcBef>
              <a:buNone/>
              <a:defRPr b="0" i="0" sz="1200" u="none" cap="none" strike="noStrike">
                <a:solidFill>
                  <a:srgbClr val="576973"/>
                </a:solidFill>
                <a:latin typeface="Calibri"/>
                <a:ea typeface="Calibri"/>
                <a:cs typeface="Calibri"/>
                <a:sym typeface="Calibri"/>
              </a:defRPr>
            </a:lvl5pPr>
            <a:lvl6pPr indent="0" lvl="5" marL="0" algn="r">
              <a:spcBef>
                <a:spcPts val="0"/>
              </a:spcBef>
              <a:buNone/>
              <a:defRPr b="0" i="0" sz="1200" u="none" cap="none" strike="noStrike">
                <a:solidFill>
                  <a:srgbClr val="576973"/>
                </a:solidFill>
                <a:latin typeface="Calibri"/>
                <a:ea typeface="Calibri"/>
                <a:cs typeface="Calibri"/>
                <a:sym typeface="Calibri"/>
              </a:defRPr>
            </a:lvl6pPr>
            <a:lvl7pPr indent="0" lvl="6" marL="0" algn="r">
              <a:spcBef>
                <a:spcPts val="0"/>
              </a:spcBef>
              <a:buNone/>
              <a:defRPr b="0" i="0" sz="1200" u="none" cap="none" strike="noStrike">
                <a:solidFill>
                  <a:srgbClr val="576973"/>
                </a:solidFill>
                <a:latin typeface="Calibri"/>
                <a:ea typeface="Calibri"/>
                <a:cs typeface="Calibri"/>
                <a:sym typeface="Calibri"/>
              </a:defRPr>
            </a:lvl7pPr>
            <a:lvl8pPr indent="0" lvl="7" marL="0" algn="r">
              <a:spcBef>
                <a:spcPts val="0"/>
              </a:spcBef>
              <a:buNone/>
              <a:defRPr b="0" i="0" sz="1200" u="none" cap="none" strike="noStrike">
                <a:solidFill>
                  <a:srgbClr val="576973"/>
                </a:solidFill>
                <a:latin typeface="Calibri"/>
                <a:ea typeface="Calibri"/>
                <a:cs typeface="Calibri"/>
                <a:sym typeface="Calibri"/>
              </a:defRPr>
            </a:lvl8pPr>
            <a:lvl9pPr indent="0" lvl="8" marL="0" algn="r">
              <a:spcBef>
                <a:spcPts val="0"/>
              </a:spcBef>
              <a:buNone/>
              <a:defRPr b="0" i="0" sz="1200" u="none" cap="none" strike="noStrike">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35" name="Google Shape;35;p135"/>
          <p:cNvGrpSpPr/>
          <p:nvPr/>
        </p:nvGrpSpPr>
        <p:grpSpPr>
          <a:xfrm>
            <a:off x="0" y="6766560"/>
            <a:ext cx="12192000" cy="91440"/>
            <a:chOff x="0" y="4480421"/>
            <a:chExt cx="12192000" cy="91440"/>
          </a:xfrm>
        </p:grpSpPr>
        <p:sp>
          <p:nvSpPr>
            <p:cNvPr id="36" name="Google Shape;36;p13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 name="Google Shape;37;p13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 name="Google Shape;38;p13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 name="Google Shape;39;p13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 name="Google Shape;40;p13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1" name="Shape 4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2" name="Shape 42"/>
        <p:cNvGrpSpPr/>
        <p:nvPr/>
      </p:nvGrpSpPr>
      <p:grpSpPr>
        <a:xfrm>
          <a:off x="0" y="0"/>
          <a:ext cx="0" cy="0"/>
          <a:chOff x="0" y="0"/>
          <a:chExt cx="0" cy="0"/>
        </a:xfrm>
      </p:grpSpPr>
      <p:sp>
        <p:nvSpPr>
          <p:cNvPr id="43" name="Google Shape;43;p137"/>
          <p:cNvSpPr txBox="1"/>
          <p:nvPr>
            <p:ph idx="1" type="body"/>
          </p:nvPr>
        </p:nvSpPr>
        <p:spPr>
          <a:xfrm>
            <a:off x="838200" y="1425678"/>
            <a:ext cx="10515600" cy="475128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37"/>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 name="Google Shape;45;p137"/>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37"/>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37"/>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576973"/>
                </a:solidFill>
                <a:latin typeface="Calibri"/>
                <a:ea typeface="Calibri"/>
                <a:cs typeface="Calibri"/>
                <a:sym typeface="Calibri"/>
              </a:defRPr>
            </a:lvl1pPr>
            <a:lvl2pPr indent="0" lvl="1" marL="0" algn="r">
              <a:spcBef>
                <a:spcPts val="0"/>
              </a:spcBef>
              <a:buNone/>
              <a:defRPr b="0" i="0" sz="1200" u="none" cap="none" strike="noStrike">
                <a:solidFill>
                  <a:srgbClr val="576973"/>
                </a:solidFill>
                <a:latin typeface="Calibri"/>
                <a:ea typeface="Calibri"/>
                <a:cs typeface="Calibri"/>
                <a:sym typeface="Calibri"/>
              </a:defRPr>
            </a:lvl2pPr>
            <a:lvl3pPr indent="0" lvl="2" marL="0" algn="r">
              <a:spcBef>
                <a:spcPts val="0"/>
              </a:spcBef>
              <a:buNone/>
              <a:defRPr b="0" i="0" sz="1200" u="none" cap="none" strike="noStrike">
                <a:solidFill>
                  <a:srgbClr val="576973"/>
                </a:solidFill>
                <a:latin typeface="Calibri"/>
                <a:ea typeface="Calibri"/>
                <a:cs typeface="Calibri"/>
                <a:sym typeface="Calibri"/>
              </a:defRPr>
            </a:lvl3pPr>
            <a:lvl4pPr indent="0" lvl="3" marL="0" algn="r">
              <a:spcBef>
                <a:spcPts val="0"/>
              </a:spcBef>
              <a:buNone/>
              <a:defRPr b="0" i="0" sz="1200" u="none" cap="none" strike="noStrike">
                <a:solidFill>
                  <a:srgbClr val="576973"/>
                </a:solidFill>
                <a:latin typeface="Calibri"/>
                <a:ea typeface="Calibri"/>
                <a:cs typeface="Calibri"/>
                <a:sym typeface="Calibri"/>
              </a:defRPr>
            </a:lvl4pPr>
            <a:lvl5pPr indent="0" lvl="4" marL="0" algn="r">
              <a:spcBef>
                <a:spcPts val="0"/>
              </a:spcBef>
              <a:buNone/>
              <a:defRPr b="0" i="0" sz="1200" u="none" cap="none" strike="noStrike">
                <a:solidFill>
                  <a:srgbClr val="576973"/>
                </a:solidFill>
                <a:latin typeface="Calibri"/>
                <a:ea typeface="Calibri"/>
                <a:cs typeface="Calibri"/>
                <a:sym typeface="Calibri"/>
              </a:defRPr>
            </a:lvl5pPr>
            <a:lvl6pPr indent="0" lvl="5" marL="0" algn="r">
              <a:spcBef>
                <a:spcPts val="0"/>
              </a:spcBef>
              <a:buNone/>
              <a:defRPr b="0" i="0" sz="1200" u="none" cap="none" strike="noStrike">
                <a:solidFill>
                  <a:srgbClr val="576973"/>
                </a:solidFill>
                <a:latin typeface="Calibri"/>
                <a:ea typeface="Calibri"/>
                <a:cs typeface="Calibri"/>
                <a:sym typeface="Calibri"/>
              </a:defRPr>
            </a:lvl6pPr>
            <a:lvl7pPr indent="0" lvl="6" marL="0" algn="r">
              <a:spcBef>
                <a:spcPts val="0"/>
              </a:spcBef>
              <a:buNone/>
              <a:defRPr b="0" i="0" sz="1200" u="none" cap="none" strike="noStrike">
                <a:solidFill>
                  <a:srgbClr val="576973"/>
                </a:solidFill>
                <a:latin typeface="Calibri"/>
                <a:ea typeface="Calibri"/>
                <a:cs typeface="Calibri"/>
                <a:sym typeface="Calibri"/>
              </a:defRPr>
            </a:lvl7pPr>
            <a:lvl8pPr indent="0" lvl="7" marL="0" algn="r">
              <a:spcBef>
                <a:spcPts val="0"/>
              </a:spcBef>
              <a:buNone/>
              <a:defRPr b="0" i="0" sz="1200" u="none" cap="none" strike="noStrike">
                <a:solidFill>
                  <a:srgbClr val="576973"/>
                </a:solidFill>
                <a:latin typeface="Calibri"/>
                <a:ea typeface="Calibri"/>
                <a:cs typeface="Calibri"/>
                <a:sym typeface="Calibri"/>
              </a:defRPr>
            </a:lvl8pPr>
            <a:lvl9pPr indent="0" lvl="8" marL="0" algn="r">
              <a:spcBef>
                <a:spcPts val="0"/>
              </a:spcBef>
              <a:buNone/>
              <a:defRPr b="0" i="0" sz="1200" u="none" cap="none" strike="noStrike">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49" name="Google Shape;49;p137"/>
          <p:cNvGrpSpPr/>
          <p:nvPr/>
        </p:nvGrpSpPr>
        <p:grpSpPr>
          <a:xfrm>
            <a:off x="0" y="6766560"/>
            <a:ext cx="12192000" cy="91440"/>
            <a:chOff x="0" y="4480421"/>
            <a:chExt cx="12192000" cy="91440"/>
          </a:xfrm>
        </p:grpSpPr>
        <p:sp>
          <p:nvSpPr>
            <p:cNvPr id="50" name="Google Shape;50;p137"/>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 name="Google Shape;51;p137"/>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 name="Google Shape;52;p137"/>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 name="Google Shape;53;p137"/>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 name="Google Shape;54;p137"/>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140"/>
          <p:cNvSpPr txBox="1"/>
          <p:nvPr>
            <p:ph type="title"/>
          </p:nvPr>
        </p:nvSpPr>
        <p:spPr>
          <a:xfrm>
            <a:off x="0" y="0"/>
            <a:ext cx="12191996" cy="117929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40"/>
          <p:cNvSpPr txBox="1"/>
          <p:nvPr>
            <p:ph idx="1" type="body"/>
          </p:nvPr>
        </p:nvSpPr>
        <p:spPr>
          <a:xfrm>
            <a:off x="527380" y="1508787"/>
            <a:ext cx="11329260" cy="614193"/>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667"/>
              <a:buNone/>
              <a:defRPr sz="26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40"/>
          <p:cNvSpPr txBox="1"/>
          <p:nvPr>
            <p:ph idx="2" type="body"/>
          </p:nvPr>
        </p:nvSpPr>
        <p:spPr>
          <a:xfrm>
            <a:off x="541169" y="2411016"/>
            <a:ext cx="11329260" cy="3994318"/>
          </a:xfrm>
          <a:prstGeom prst="rect">
            <a:avLst/>
          </a:prstGeom>
          <a:noFill/>
          <a:ln>
            <a:noFill/>
          </a:ln>
        </p:spPr>
        <p:txBody>
          <a:bodyPr anchorCtr="0" anchor="t" bIns="45700" lIns="395975" spcFirstLastPara="1" rIns="91425" wrap="square" tIns="45700">
            <a:normAutofit/>
          </a:bodyPr>
          <a:lstStyle>
            <a:lvl1pPr indent="-228600" lvl="0" marL="457200" algn="l">
              <a:lnSpc>
                <a:spcPct val="9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spTree>
      <p:nvGrpSpPr>
        <p:cNvPr id="59" name="Shape 59"/>
        <p:cNvGrpSpPr/>
        <p:nvPr/>
      </p:nvGrpSpPr>
      <p:grpSpPr>
        <a:xfrm>
          <a:off x="0" y="0"/>
          <a:ext cx="0" cy="0"/>
          <a:chOff x="0" y="0"/>
          <a:chExt cx="0" cy="0"/>
        </a:xfrm>
      </p:grpSpPr>
      <p:pic>
        <p:nvPicPr>
          <p:cNvPr id="60" name="Google Shape;60;p142"/>
          <p:cNvPicPr preferRelativeResize="0"/>
          <p:nvPr/>
        </p:nvPicPr>
        <p:blipFill rotWithShape="1">
          <a:blip r:embed="rId2">
            <a:alphaModFix/>
          </a:blip>
          <a:srcRect b="58147" l="0" r="0" t="0"/>
          <a:stretch/>
        </p:blipFill>
        <p:spPr>
          <a:xfrm>
            <a:off x="1" y="-2"/>
            <a:ext cx="12192000" cy="2907792"/>
          </a:xfrm>
          <a:prstGeom prst="rect">
            <a:avLst/>
          </a:prstGeom>
          <a:noFill/>
          <a:ln>
            <a:noFill/>
          </a:ln>
        </p:spPr>
      </p:pic>
      <p:sp>
        <p:nvSpPr>
          <p:cNvPr id="61" name="Google Shape;61;p142"/>
          <p:cNvSpPr/>
          <p:nvPr/>
        </p:nvSpPr>
        <p:spPr>
          <a:xfrm>
            <a:off x="2" y="-1"/>
            <a:ext cx="12191998" cy="2908525"/>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142"/>
          <p:cNvSpPr/>
          <p:nvPr>
            <p:ph idx="2" type="pic"/>
          </p:nvPr>
        </p:nvSpPr>
        <p:spPr>
          <a:xfrm>
            <a:off x="0" y="3091408"/>
            <a:ext cx="2295144" cy="1728216"/>
          </a:xfrm>
          <a:prstGeom prst="rect">
            <a:avLst/>
          </a:prstGeom>
          <a:noFill/>
          <a:ln>
            <a:noFill/>
          </a:ln>
        </p:spPr>
      </p:sp>
      <p:sp>
        <p:nvSpPr>
          <p:cNvPr id="63" name="Google Shape;63;p142"/>
          <p:cNvSpPr/>
          <p:nvPr>
            <p:ph idx="3" type="pic"/>
          </p:nvPr>
        </p:nvSpPr>
        <p:spPr>
          <a:xfrm>
            <a:off x="2474214" y="3091408"/>
            <a:ext cx="2295144" cy="1728216"/>
          </a:xfrm>
          <a:prstGeom prst="rect">
            <a:avLst/>
          </a:prstGeom>
          <a:noFill/>
          <a:ln>
            <a:noFill/>
          </a:ln>
        </p:spPr>
      </p:sp>
      <p:sp>
        <p:nvSpPr>
          <p:cNvPr id="64" name="Google Shape;64;p142"/>
          <p:cNvSpPr/>
          <p:nvPr>
            <p:ph idx="4" type="pic"/>
          </p:nvPr>
        </p:nvSpPr>
        <p:spPr>
          <a:xfrm>
            <a:off x="4948428" y="3091408"/>
            <a:ext cx="2295144" cy="1728216"/>
          </a:xfrm>
          <a:prstGeom prst="rect">
            <a:avLst/>
          </a:prstGeom>
          <a:noFill/>
          <a:ln>
            <a:noFill/>
          </a:ln>
        </p:spPr>
      </p:sp>
      <p:sp>
        <p:nvSpPr>
          <p:cNvPr id="65" name="Google Shape;65;p142"/>
          <p:cNvSpPr/>
          <p:nvPr>
            <p:ph idx="5" type="pic"/>
          </p:nvPr>
        </p:nvSpPr>
        <p:spPr>
          <a:xfrm>
            <a:off x="7422642" y="3091408"/>
            <a:ext cx="2295144" cy="1728216"/>
          </a:xfrm>
          <a:prstGeom prst="rect">
            <a:avLst/>
          </a:prstGeom>
          <a:noFill/>
          <a:ln>
            <a:noFill/>
          </a:ln>
        </p:spPr>
      </p:sp>
      <p:sp>
        <p:nvSpPr>
          <p:cNvPr id="66" name="Google Shape;66;p142"/>
          <p:cNvSpPr/>
          <p:nvPr>
            <p:ph idx="6" type="pic"/>
          </p:nvPr>
        </p:nvSpPr>
        <p:spPr>
          <a:xfrm>
            <a:off x="9896856" y="3091408"/>
            <a:ext cx="2295144" cy="1728216"/>
          </a:xfrm>
          <a:prstGeom prst="rect">
            <a:avLst/>
          </a:prstGeom>
          <a:noFill/>
          <a:ln>
            <a:noFill/>
          </a:ln>
        </p:spPr>
      </p:sp>
      <p:sp>
        <p:nvSpPr>
          <p:cNvPr id="67" name="Google Shape;67;p142"/>
          <p:cNvSpPr/>
          <p:nvPr/>
        </p:nvSpPr>
        <p:spPr>
          <a:xfrm>
            <a:off x="2" y="6357040"/>
            <a:ext cx="12191998" cy="500960"/>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 name="Google Shape;68;p142"/>
          <p:cNvSpPr txBox="1"/>
          <p:nvPr>
            <p:ph idx="10" type="dt"/>
          </p:nvPr>
        </p:nvSpPr>
        <p:spPr>
          <a:xfrm>
            <a:off x="838200" y="642426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8C9C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42"/>
          <p:cNvSpPr txBox="1"/>
          <p:nvPr>
            <p:ph idx="11" type="ftr"/>
          </p:nvPr>
        </p:nvSpPr>
        <p:spPr>
          <a:xfrm>
            <a:off x="4038600" y="6424268"/>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8C9C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42"/>
          <p:cNvSpPr txBox="1"/>
          <p:nvPr>
            <p:ph idx="12" type="sldNum"/>
          </p:nvPr>
        </p:nvSpPr>
        <p:spPr>
          <a:xfrm>
            <a:off x="8610600" y="642426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C9CA6"/>
                </a:solidFill>
                <a:latin typeface="Calibri"/>
                <a:ea typeface="Calibri"/>
                <a:cs typeface="Calibri"/>
                <a:sym typeface="Calibri"/>
              </a:defRPr>
            </a:lvl1pPr>
            <a:lvl2pPr indent="0" lvl="1" marL="0" algn="r">
              <a:spcBef>
                <a:spcPts val="0"/>
              </a:spcBef>
              <a:buNone/>
              <a:defRPr sz="1200">
                <a:solidFill>
                  <a:srgbClr val="8C9CA6"/>
                </a:solidFill>
                <a:latin typeface="Calibri"/>
                <a:ea typeface="Calibri"/>
                <a:cs typeface="Calibri"/>
                <a:sym typeface="Calibri"/>
              </a:defRPr>
            </a:lvl2pPr>
            <a:lvl3pPr indent="0" lvl="2" marL="0" algn="r">
              <a:spcBef>
                <a:spcPts val="0"/>
              </a:spcBef>
              <a:buNone/>
              <a:defRPr sz="1200">
                <a:solidFill>
                  <a:srgbClr val="8C9CA6"/>
                </a:solidFill>
                <a:latin typeface="Calibri"/>
                <a:ea typeface="Calibri"/>
                <a:cs typeface="Calibri"/>
                <a:sym typeface="Calibri"/>
              </a:defRPr>
            </a:lvl3pPr>
            <a:lvl4pPr indent="0" lvl="3" marL="0" algn="r">
              <a:spcBef>
                <a:spcPts val="0"/>
              </a:spcBef>
              <a:buNone/>
              <a:defRPr sz="1200">
                <a:solidFill>
                  <a:srgbClr val="8C9CA6"/>
                </a:solidFill>
                <a:latin typeface="Calibri"/>
                <a:ea typeface="Calibri"/>
                <a:cs typeface="Calibri"/>
                <a:sym typeface="Calibri"/>
              </a:defRPr>
            </a:lvl4pPr>
            <a:lvl5pPr indent="0" lvl="4" marL="0" algn="r">
              <a:spcBef>
                <a:spcPts val="0"/>
              </a:spcBef>
              <a:buNone/>
              <a:defRPr sz="1200">
                <a:solidFill>
                  <a:srgbClr val="8C9CA6"/>
                </a:solidFill>
                <a:latin typeface="Calibri"/>
                <a:ea typeface="Calibri"/>
                <a:cs typeface="Calibri"/>
                <a:sym typeface="Calibri"/>
              </a:defRPr>
            </a:lvl5pPr>
            <a:lvl6pPr indent="0" lvl="5" marL="0" algn="r">
              <a:spcBef>
                <a:spcPts val="0"/>
              </a:spcBef>
              <a:buNone/>
              <a:defRPr sz="1200">
                <a:solidFill>
                  <a:srgbClr val="8C9CA6"/>
                </a:solidFill>
                <a:latin typeface="Calibri"/>
                <a:ea typeface="Calibri"/>
                <a:cs typeface="Calibri"/>
                <a:sym typeface="Calibri"/>
              </a:defRPr>
            </a:lvl6pPr>
            <a:lvl7pPr indent="0" lvl="6" marL="0" algn="r">
              <a:spcBef>
                <a:spcPts val="0"/>
              </a:spcBef>
              <a:buNone/>
              <a:defRPr sz="1200">
                <a:solidFill>
                  <a:srgbClr val="8C9CA6"/>
                </a:solidFill>
                <a:latin typeface="Calibri"/>
                <a:ea typeface="Calibri"/>
                <a:cs typeface="Calibri"/>
                <a:sym typeface="Calibri"/>
              </a:defRPr>
            </a:lvl7pPr>
            <a:lvl8pPr indent="0" lvl="7" marL="0" algn="r">
              <a:spcBef>
                <a:spcPts val="0"/>
              </a:spcBef>
              <a:buNone/>
              <a:defRPr sz="1200">
                <a:solidFill>
                  <a:srgbClr val="8C9CA6"/>
                </a:solidFill>
                <a:latin typeface="Calibri"/>
                <a:ea typeface="Calibri"/>
                <a:cs typeface="Calibri"/>
                <a:sym typeface="Calibri"/>
              </a:defRPr>
            </a:lvl8pPr>
            <a:lvl9pPr indent="0" lvl="8" marL="0" algn="r">
              <a:spcBef>
                <a:spcPts val="0"/>
              </a:spcBef>
              <a:buNone/>
              <a:defRPr sz="1200">
                <a:solidFill>
                  <a:srgbClr val="8C9C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71" name="Google Shape;71;p142"/>
          <p:cNvGrpSpPr/>
          <p:nvPr/>
        </p:nvGrpSpPr>
        <p:grpSpPr>
          <a:xfrm>
            <a:off x="0" y="4819624"/>
            <a:ext cx="12192000" cy="91440"/>
            <a:chOff x="0" y="4617581"/>
            <a:chExt cx="12192000" cy="91440"/>
          </a:xfrm>
        </p:grpSpPr>
        <p:sp>
          <p:nvSpPr>
            <p:cNvPr id="72" name="Google Shape;72;p142"/>
            <p:cNvSpPr/>
            <p:nvPr/>
          </p:nvSpPr>
          <p:spPr>
            <a:xfrm>
              <a:off x="0" y="4617581"/>
              <a:ext cx="229514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 name="Google Shape;73;p142"/>
            <p:cNvSpPr/>
            <p:nvPr/>
          </p:nvSpPr>
          <p:spPr>
            <a:xfrm>
              <a:off x="2474214" y="4617581"/>
              <a:ext cx="2295144" cy="914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 name="Google Shape;74;p142"/>
            <p:cNvSpPr/>
            <p:nvPr/>
          </p:nvSpPr>
          <p:spPr>
            <a:xfrm>
              <a:off x="4948428" y="4617581"/>
              <a:ext cx="229514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 name="Google Shape;75;p142"/>
            <p:cNvSpPr/>
            <p:nvPr/>
          </p:nvSpPr>
          <p:spPr>
            <a:xfrm>
              <a:off x="7422642" y="4617581"/>
              <a:ext cx="229514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142"/>
            <p:cNvSpPr/>
            <p:nvPr/>
          </p:nvSpPr>
          <p:spPr>
            <a:xfrm>
              <a:off x="9896856" y="4617581"/>
              <a:ext cx="229514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77" name="Google Shape;77;p142"/>
          <p:cNvSpPr/>
          <p:nvPr/>
        </p:nvSpPr>
        <p:spPr>
          <a:xfrm>
            <a:off x="0" y="3091409"/>
            <a:ext cx="2295144" cy="1728216"/>
          </a:xfrm>
          <a:prstGeom prst="rect">
            <a:avLst/>
          </a:prstGeom>
          <a:solidFill>
            <a:srgbClr val="75BEE9">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 name="Google Shape;78;p142"/>
          <p:cNvSpPr/>
          <p:nvPr/>
        </p:nvSpPr>
        <p:spPr>
          <a:xfrm>
            <a:off x="2474214" y="3091409"/>
            <a:ext cx="2295144" cy="1728216"/>
          </a:xfrm>
          <a:prstGeom prst="rect">
            <a:avLst/>
          </a:prstGeom>
          <a:solidFill>
            <a:srgbClr val="1E708A">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142"/>
          <p:cNvSpPr/>
          <p:nvPr/>
        </p:nvSpPr>
        <p:spPr>
          <a:xfrm>
            <a:off x="4948428" y="3091409"/>
            <a:ext cx="2295144" cy="1728216"/>
          </a:xfrm>
          <a:prstGeom prst="rect">
            <a:avLst/>
          </a:prstGeom>
          <a:solidFill>
            <a:srgbClr val="F99D1C">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 name="Google Shape;80;p142"/>
          <p:cNvSpPr/>
          <p:nvPr/>
        </p:nvSpPr>
        <p:spPr>
          <a:xfrm>
            <a:off x="7422642" y="3091409"/>
            <a:ext cx="2295144" cy="1728216"/>
          </a:xfrm>
          <a:prstGeom prst="rect">
            <a:avLst/>
          </a:prstGeom>
          <a:solidFill>
            <a:srgbClr val="8AC74F">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142"/>
          <p:cNvSpPr/>
          <p:nvPr/>
        </p:nvSpPr>
        <p:spPr>
          <a:xfrm>
            <a:off x="9896856" y="3091409"/>
            <a:ext cx="2295144" cy="1728216"/>
          </a:xfrm>
          <a:prstGeom prst="rect">
            <a:avLst/>
          </a:prstGeom>
          <a:solidFill>
            <a:srgbClr val="8B4E9E">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 name="Google Shape;82;p142"/>
          <p:cNvSpPr txBox="1"/>
          <p:nvPr>
            <p:ph type="ctrTitle"/>
          </p:nvPr>
        </p:nvSpPr>
        <p:spPr>
          <a:xfrm>
            <a:off x="1524000" y="85064"/>
            <a:ext cx="9144000" cy="1561058"/>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6000"/>
              <a:buFont typeface="Calibri"/>
              <a:buNone/>
              <a:defRPr b="1"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42"/>
          <p:cNvSpPr txBox="1"/>
          <p:nvPr>
            <p:ph idx="1" type="subTitle"/>
          </p:nvPr>
        </p:nvSpPr>
        <p:spPr>
          <a:xfrm>
            <a:off x="1524000" y="1647163"/>
            <a:ext cx="9144000" cy="1174065"/>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rgbClr val="576973"/>
              </a:buClr>
              <a:buSzPts val="2400"/>
              <a:buNone/>
              <a:defRPr sz="2400">
                <a:solidFill>
                  <a:srgbClr val="576973"/>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p:cSld name="2 columns">
    <p:spTree>
      <p:nvGrpSpPr>
        <p:cNvPr id="84" name="Shape 84"/>
        <p:cNvGrpSpPr/>
        <p:nvPr/>
      </p:nvGrpSpPr>
      <p:grpSpPr>
        <a:xfrm>
          <a:off x="0" y="0"/>
          <a:ext cx="0" cy="0"/>
          <a:chOff x="0" y="0"/>
          <a:chExt cx="0" cy="0"/>
        </a:xfrm>
      </p:grpSpPr>
      <p:sp>
        <p:nvSpPr>
          <p:cNvPr id="85" name="Google Shape;85;p14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14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43"/>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4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4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0" name="Google Shape;90;p143"/>
          <p:cNvSpPr txBox="1"/>
          <p:nvPr>
            <p:ph idx="1" type="body"/>
          </p:nvPr>
        </p:nvSpPr>
        <p:spPr>
          <a:xfrm>
            <a:off x="838200" y="1643174"/>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43"/>
          <p:cNvSpPr txBox="1"/>
          <p:nvPr>
            <p:ph idx="2" type="body"/>
          </p:nvPr>
        </p:nvSpPr>
        <p:spPr>
          <a:xfrm>
            <a:off x="6172200" y="1643174"/>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92" name="Google Shape;92;p143"/>
          <p:cNvGrpSpPr/>
          <p:nvPr/>
        </p:nvGrpSpPr>
        <p:grpSpPr>
          <a:xfrm>
            <a:off x="0" y="6766560"/>
            <a:ext cx="12192000" cy="91440"/>
            <a:chOff x="0" y="4480421"/>
            <a:chExt cx="12192000" cy="91440"/>
          </a:xfrm>
        </p:grpSpPr>
        <p:sp>
          <p:nvSpPr>
            <p:cNvPr id="93" name="Google Shape;93;p14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 name="Google Shape;94;p14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 name="Google Shape;95;p14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4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 name="Google Shape;97;p14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p:cSld name="3 columns">
    <p:spTree>
      <p:nvGrpSpPr>
        <p:cNvPr id="98" name="Shape 98"/>
        <p:cNvGrpSpPr/>
        <p:nvPr/>
      </p:nvGrpSpPr>
      <p:grpSpPr>
        <a:xfrm>
          <a:off x="0" y="0"/>
          <a:ext cx="0" cy="0"/>
          <a:chOff x="0" y="0"/>
          <a:chExt cx="0" cy="0"/>
        </a:xfrm>
      </p:grpSpPr>
      <p:sp>
        <p:nvSpPr>
          <p:cNvPr id="99" name="Google Shape;99;p144"/>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 name="Google Shape;100;p144"/>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144"/>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44"/>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4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144"/>
          <p:cNvSpPr txBox="1"/>
          <p:nvPr>
            <p:ph idx="1" type="body"/>
          </p:nvPr>
        </p:nvSpPr>
        <p:spPr>
          <a:xfrm>
            <a:off x="838200" y="1643174"/>
            <a:ext cx="344805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144"/>
          <p:cNvSpPr txBox="1"/>
          <p:nvPr>
            <p:ph idx="2" type="body"/>
          </p:nvPr>
        </p:nvSpPr>
        <p:spPr>
          <a:xfrm>
            <a:off x="7905750" y="1643174"/>
            <a:ext cx="344805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144"/>
          <p:cNvSpPr txBox="1"/>
          <p:nvPr>
            <p:ph idx="3" type="body"/>
          </p:nvPr>
        </p:nvSpPr>
        <p:spPr>
          <a:xfrm>
            <a:off x="4371975" y="1643174"/>
            <a:ext cx="344805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07" name="Google Shape;107;p144"/>
          <p:cNvGrpSpPr/>
          <p:nvPr/>
        </p:nvGrpSpPr>
        <p:grpSpPr>
          <a:xfrm>
            <a:off x="0" y="6766560"/>
            <a:ext cx="12192000" cy="91440"/>
            <a:chOff x="0" y="4480421"/>
            <a:chExt cx="12192000" cy="91440"/>
          </a:xfrm>
        </p:grpSpPr>
        <p:sp>
          <p:nvSpPr>
            <p:cNvPr id="108" name="Google Shape;108;p144"/>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144"/>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 name="Google Shape;110;p144"/>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 name="Google Shape;111;p144"/>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 name="Google Shape;112;p144"/>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ontact">
    <p:spTree>
      <p:nvGrpSpPr>
        <p:cNvPr id="113" name="Shape 113"/>
        <p:cNvGrpSpPr/>
        <p:nvPr/>
      </p:nvGrpSpPr>
      <p:grpSpPr>
        <a:xfrm>
          <a:off x="0" y="0"/>
          <a:ext cx="0" cy="0"/>
          <a:chOff x="0" y="0"/>
          <a:chExt cx="0" cy="0"/>
        </a:xfrm>
      </p:grpSpPr>
      <p:sp>
        <p:nvSpPr>
          <p:cNvPr id="114" name="Google Shape;114;p14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14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45"/>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4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4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119" name="Google Shape;119;p145"/>
          <p:cNvGrpSpPr/>
          <p:nvPr/>
        </p:nvGrpSpPr>
        <p:grpSpPr>
          <a:xfrm>
            <a:off x="0" y="6766560"/>
            <a:ext cx="12192000" cy="91440"/>
            <a:chOff x="0" y="4480421"/>
            <a:chExt cx="12192000" cy="91440"/>
          </a:xfrm>
        </p:grpSpPr>
        <p:sp>
          <p:nvSpPr>
            <p:cNvPr id="120" name="Google Shape;120;p14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14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 name="Google Shape;122;p14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 name="Google Shape;123;p14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 name="Google Shape;124;p14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25" name="Google Shape;125;p145"/>
          <p:cNvSpPr/>
          <p:nvPr>
            <p:ph idx="2" type="pic"/>
          </p:nvPr>
        </p:nvSpPr>
        <p:spPr>
          <a:xfrm>
            <a:off x="354775" y="1721331"/>
            <a:ext cx="5703125" cy="4294386"/>
          </a:xfrm>
          <a:prstGeom prst="rect">
            <a:avLst/>
          </a:prstGeom>
          <a:solidFill>
            <a:schemeClr val="lt1"/>
          </a:solidFill>
          <a:ln>
            <a:noFill/>
          </a:ln>
          <a:effectLst>
            <a:outerShdw blurRad="101600" rotWithShape="0" algn="tl" dir="2700000" dist="63500">
              <a:srgbClr val="000000">
                <a:alpha val="40000"/>
              </a:srgbClr>
            </a:outerShdw>
          </a:effectLst>
        </p:spPr>
      </p:sp>
      <p:sp>
        <p:nvSpPr>
          <p:cNvPr id="126" name="Google Shape;126;p145"/>
          <p:cNvSpPr txBox="1"/>
          <p:nvPr>
            <p:ph idx="1" type="body"/>
          </p:nvPr>
        </p:nvSpPr>
        <p:spPr>
          <a:xfrm>
            <a:off x="6615875" y="1721331"/>
            <a:ext cx="5093526" cy="1174269"/>
          </a:xfrm>
          <a:prstGeom prst="rect">
            <a:avLst/>
          </a:prstGeom>
          <a:solidFill>
            <a:srgbClr val="E4EEEE"/>
          </a:solid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chemeClr val="dk2"/>
              </a:buClr>
              <a:buSzPts val="1800"/>
              <a:buNone/>
              <a:defRPr sz="18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145"/>
          <p:cNvSpPr txBox="1"/>
          <p:nvPr>
            <p:ph idx="3" type="body"/>
          </p:nvPr>
        </p:nvSpPr>
        <p:spPr>
          <a:xfrm>
            <a:off x="6615875" y="3197675"/>
            <a:ext cx="546925" cy="431800"/>
          </a:xfrm>
          <a:prstGeom prst="rect">
            <a:avLst/>
          </a:prstGeom>
          <a:noFill/>
          <a:ln>
            <a:noFill/>
          </a:ln>
        </p:spPr>
        <p:txBody>
          <a:bodyPr anchorCtr="0" anchor="ctr" bIns="45700" lIns="91425" spcFirstLastPara="1" rIns="91425" wrap="square" tIns="45700">
            <a:normAutofit/>
          </a:bodyPr>
          <a:lstStyle>
            <a:lvl1pPr indent="-355600" lvl="0" marL="457200" algn="ctr">
              <a:lnSpc>
                <a:spcPct val="90000"/>
              </a:lnSpc>
              <a:spcBef>
                <a:spcPts val="1000"/>
              </a:spcBef>
              <a:spcAft>
                <a:spcPts val="0"/>
              </a:spcAft>
              <a:buClr>
                <a:srgbClr val="324D5E"/>
              </a:buClr>
              <a:buSzPts val="2000"/>
              <a:buChar char="•"/>
              <a:defRPr b="0" sz="2000" cap="none">
                <a:solidFill>
                  <a:srgbClr val="324D5E"/>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145"/>
          <p:cNvSpPr txBox="1"/>
          <p:nvPr>
            <p:ph idx="4" type="body"/>
          </p:nvPr>
        </p:nvSpPr>
        <p:spPr>
          <a:xfrm>
            <a:off x="7319772" y="3197675"/>
            <a:ext cx="4392168" cy="1110984"/>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145"/>
          <p:cNvSpPr txBox="1"/>
          <p:nvPr>
            <p:ph idx="5" type="body"/>
          </p:nvPr>
        </p:nvSpPr>
        <p:spPr>
          <a:xfrm>
            <a:off x="6615875" y="4366208"/>
            <a:ext cx="546925"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000"/>
              <a:buNone/>
              <a:defRPr b="0" sz="2000" cap="none">
                <a:solidFill>
                  <a:srgbClr val="324D5E"/>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145"/>
          <p:cNvSpPr txBox="1"/>
          <p:nvPr>
            <p:ph idx="6" type="body"/>
          </p:nvPr>
        </p:nvSpPr>
        <p:spPr>
          <a:xfrm>
            <a:off x="7319772" y="4366208"/>
            <a:ext cx="4392168" cy="431800"/>
          </a:xfrm>
          <a:prstGeom prst="rect">
            <a:avLst/>
          </a:prstGeom>
          <a:noFill/>
          <a:ln>
            <a:noFill/>
          </a:ln>
        </p:spPr>
        <p:txBody>
          <a:bodyPr anchorCtr="0" anchor="ctr"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145"/>
          <p:cNvSpPr txBox="1"/>
          <p:nvPr>
            <p:ph idx="7" type="body"/>
          </p:nvPr>
        </p:nvSpPr>
        <p:spPr>
          <a:xfrm>
            <a:off x="6615875" y="4834136"/>
            <a:ext cx="546925"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000"/>
              <a:buNone/>
              <a:defRPr b="0" sz="2000" cap="none">
                <a:solidFill>
                  <a:srgbClr val="324D5E"/>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145"/>
          <p:cNvSpPr txBox="1"/>
          <p:nvPr>
            <p:ph idx="8" type="body"/>
          </p:nvPr>
        </p:nvSpPr>
        <p:spPr>
          <a:xfrm>
            <a:off x="7319772" y="4834136"/>
            <a:ext cx="4392168" cy="431800"/>
          </a:xfrm>
          <a:prstGeom prst="rect">
            <a:avLst/>
          </a:prstGeom>
          <a:noFill/>
          <a:ln>
            <a:noFill/>
          </a:ln>
        </p:spPr>
        <p:txBody>
          <a:bodyPr anchorCtr="0" anchor="ctr"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145"/>
          <p:cNvSpPr txBox="1"/>
          <p:nvPr>
            <p:ph idx="9" type="body"/>
          </p:nvPr>
        </p:nvSpPr>
        <p:spPr>
          <a:xfrm>
            <a:off x="6615875" y="5292935"/>
            <a:ext cx="546925"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000"/>
              <a:buNone/>
              <a:defRPr b="0" sz="2000" cap="none">
                <a:solidFill>
                  <a:srgbClr val="324D5E"/>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45"/>
          <p:cNvSpPr txBox="1"/>
          <p:nvPr>
            <p:ph idx="13" type="body"/>
          </p:nvPr>
        </p:nvSpPr>
        <p:spPr>
          <a:xfrm>
            <a:off x="7319772" y="5292935"/>
            <a:ext cx="4392168" cy="431800"/>
          </a:xfrm>
          <a:prstGeom prst="rect">
            <a:avLst/>
          </a:prstGeom>
          <a:noFill/>
          <a:ln>
            <a:noFill/>
          </a:ln>
        </p:spPr>
        <p:txBody>
          <a:bodyPr anchorCtr="0" anchor="ctr"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45"/>
          <p:cNvSpPr txBox="1"/>
          <p:nvPr>
            <p:ph idx="14" type="body"/>
          </p:nvPr>
        </p:nvSpPr>
        <p:spPr>
          <a:xfrm>
            <a:off x="6615875" y="5760863"/>
            <a:ext cx="546925" cy="431800"/>
          </a:xfrm>
          <a:prstGeom prst="rect">
            <a:avLst/>
          </a:prstGeom>
          <a:noFill/>
          <a:ln>
            <a:noFill/>
          </a:ln>
        </p:spPr>
        <p:txBody>
          <a:bodyPr anchorCtr="0" anchor="ctr" bIns="45700" lIns="91425" spcFirstLastPara="1" rIns="91425" wrap="square" tIns="45700">
            <a:normAutofit/>
          </a:bodyPr>
          <a:lstStyle>
            <a:lvl1pPr indent="-228600" lvl="0" marL="457200" marR="0" algn="ctr">
              <a:lnSpc>
                <a:spcPct val="90000"/>
              </a:lnSpc>
              <a:spcBef>
                <a:spcPts val="1000"/>
              </a:spcBef>
              <a:spcAft>
                <a:spcPts val="0"/>
              </a:spcAft>
              <a:buClr>
                <a:srgbClr val="324D5E"/>
              </a:buClr>
              <a:buSzPts val="2000"/>
              <a:buFont typeface="Arial"/>
              <a:buNone/>
              <a:defRPr b="0" sz="2000" cap="none">
                <a:solidFill>
                  <a:srgbClr val="324D5E"/>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145"/>
          <p:cNvSpPr txBox="1"/>
          <p:nvPr>
            <p:ph idx="15" type="body"/>
          </p:nvPr>
        </p:nvSpPr>
        <p:spPr>
          <a:xfrm>
            <a:off x="7319772" y="5760863"/>
            <a:ext cx="4392168" cy="431800"/>
          </a:xfrm>
          <a:prstGeom prst="rect">
            <a:avLst/>
          </a:prstGeom>
          <a:noFill/>
          <a:ln>
            <a:noFill/>
          </a:ln>
        </p:spPr>
        <p:txBody>
          <a:bodyPr anchorCtr="0" anchor="ctr"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cons">
  <p:cSld name="4 icons">
    <p:spTree>
      <p:nvGrpSpPr>
        <p:cNvPr id="137" name="Shape 137"/>
        <p:cNvGrpSpPr/>
        <p:nvPr/>
      </p:nvGrpSpPr>
      <p:grpSpPr>
        <a:xfrm>
          <a:off x="0" y="0"/>
          <a:ext cx="0" cy="0"/>
          <a:chOff x="0" y="0"/>
          <a:chExt cx="0" cy="0"/>
        </a:xfrm>
      </p:grpSpPr>
      <p:sp>
        <p:nvSpPr>
          <p:cNvPr id="138" name="Google Shape;138;p146"/>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146"/>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146"/>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46"/>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4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3" name="Google Shape;143;p146"/>
          <p:cNvSpPr txBox="1"/>
          <p:nvPr>
            <p:ph idx="1" type="body"/>
          </p:nvPr>
        </p:nvSpPr>
        <p:spPr>
          <a:xfrm>
            <a:off x="354775" y="431898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146"/>
          <p:cNvSpPr txBox="1"/>
          <p:nvPr>
            <p:ph idx="2" type="body"/>
          </p:nvPr>
        </p:nvSpPr>
        <p:spPr>
          <a:xfrm>
            <a:off x="3316627" y="4318989"/>
            <a:ext cx="2596896" cy="431800"/>
          </a:xfrm>
          <a:prstGeom prst="rect">
            <a:avLst/>
          </a:prstGeom>
          <a:noFill/>
          <a:ln>
            <a:noFill/>
          </a:ln>
        </p:spPr>
        <p:txBody>
          <a:bodyPr anchorCtr="0" anchor="ctr" bIns="45700" lIns="91425" spcFirstLastPara="1" rIns="91425" wrap="square" tIns="45700">
            <a:normAutofit/>
          </a:bodyPr>
          <a:lstStyle>
            <a:lvl1pPr indent="-228600" lvl="0" marL="457200" marR="0" algn="ctr">
              <a:lnSpc>
                <a:spcPct val="90000"/>
              </a:lnSpc>
              <a:spcBef>
                <a:spcPts val="1000"/>
              </a:spcBef>
              <a:spcAft>
                <a:spcPts val="0"/>
              </a:spcAft>
              <a:buClr>
                <a:srgbClr val="324D5E"/>
              </a:buClr>
              <a:buSzPts val="2200"/>
              <a:buFont typeface="Arial"/>
              <a:buNone/>
              <a:defRPr sz="22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146"/>
          <p:cNvSpPr txBox="1"/>
          <p:nvPr>
            <p:ph idx="3" type="body"/>
          </p:nvPr>
        </p:nvSpPr>
        <p:spPr>
          <a:xfrm>
            <a:off x="6278479" y="431898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146"/>
          <p:cNvSpPr txBox="1"/>
          <p:nvPr>
            <p:ph idx="4" type="body"/>
          </p:nvPr>
        </p:nvSpPr>
        <p:spPr>
          <a:xfrm>
            <a:off x="9240330" y="431898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146"/>
          <p:cNvSpPr txBox="1"/>
          <p:nvPr>
            <p:ph idx="5" type="body"/>
          </p:nvPr>
        </p:nvSpPr>
        <p:spPr>
          <a:xfrm>
            <a:off x="354775" y="479280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46"/>
          <p:cNvSpPr txBox="1"/>
          <p:nvPr>
            <p:ph idx="6" type="body"/>
          </p:nvPr>
        </p:nvSpPr>
        <p:spPr>
          <a:xfrm>
            <a:off x="3316627" y="479280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146"/>
          <p:cNvSpPr txBox="1"/>
          <p:nvPr>
            <p:ph idx="7" type="body"/>
          </p:nvPr>
        </p:nvSpPr>
        <p:spPr>
          <a:xfrm>
            <a:off x="6278479" y="479280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146"/>
          <p:cNvSpPr txBox="1"/>
          <p:nvPr>
            <p:ph idx="8" type="body"/>
          </p:nvPr>
        </p:nvSpPr>
        <p:spPr>
          <a:xfrm>
            <a:off x="9240330" y="479280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146"/>
          <p:cNvSpPr/>
          <p:nvPr>
            <p:ph idx="9" type="body"/>
          </p:nvPr>
        </p:nvSpPr>
        <p:spPr>
          <a:xfrm>
            <a:off x="354775" y="1686031"/>
            <a:ext cx="2596896" cy="2596896"/>
          </a:xfrm>
          <a:prstGeom prst="ellipse">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0000"/>
              <a:buNone/>
              <a:defRPr sz="10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146"/>
          <p:cNvSpPr/>
          <p:nvPr>
            <p:ph idx="13" type="body"/>
          </p:nvPr>
        </p:nvSpPr>
        <p:spPr>
          <a:xfrm>
            <a:off x="3313467" y="1686031"/>
            <a:ext cx="2596896" cy="2596896"/>
          </a:xfrm>
          <a:prstGeom prst="ellipse">
            <a:avLst/>
          </a:prstGeom>
          <a:solidFill>
            <a:schemeClr val="accent2"/>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0000"/>
              <a:buNone/>
              <a:defRPr sz="10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146"/>
          <p:cNvSpPr/>
          <p:nvPr>
            <p:ph idx="14" type="body"/>
          </p:nvPr>
        </p:nvSpPr>
        <p:spPr>
          <a:xfrm>
            <a:off x="6280058" y="1686031"/>
            <a:ext cx="2596896" cy="2596896"/>
          </a:xfrm>
          <a:prstGeom prst="ellipse">
            <a:avLst/>
          </a:prstGeom>
          <a:solidFill>
            <a:schemeClr val="accent3"/>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0000"/>
              <a:buNone/>
              <a:defRPr sz="10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146"/>
          <p:cNvSpPr/>
          <p:nvPr>
            <p:ph idx="15" type="body"/>
          </p:nvPr>
        </p:nvSpPr>
        <p:spPr>
          <a:xfrm>
            <a:off x="9246649" y="1686031"/>
            <a:ext cx="2596896" cy="2596896"/>
          </a:xfrm>
          <a:prstGeom prst="ellipse">
            <a:avLst/>
          </a:prstGeom>
          <a:solidFill>
            <a:schemeClr val="accent4"/>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0000"/>
              <a:buNone/>
              <a:defRPr sz="10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55" name="Google Shape;155;p146"/>
          <p:cNvGrpSpPr/>
          <p:nvPr/>
        </p:nvGrpSpPr>
        <p:grpSpPr>
          <a:xfrm>
            <a:off x="0" y="6766560"/>
            <a:ext cx="12192000" cy="91440"/>
            <a:chOff x="0" y="4480421"/>
            <a:chExt cx="12192000" cy="91440"/>
          </a:xfrm>
        </p:grpSpPr>
        <p:sp>
          <p:nvSpPr>
            <p:cNvPr id="156" name="Google Shape;156;p146"/>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46"/>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46"/>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146"/>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146"/>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cons">
  <p:cSld name="3 icons">
    <p:spTree>
      <p:nvGrpSpPr>
        <p:cNvPr id="161" name="Shape 161"/>
        <p:cNvGrpSpPr/>
        <p:nvPr/>
      </p:nvGrpSpPr>
      <p:grpSpPr>
        <a:xfrm>
          <a:off x="0" y="0"/>
          <a:ext cx="0" cy="0"/>
          <a:chOff x="0" y="0"/>
          <a:chExt cx="0" cy="0"/>
        </a:xfrm>
      </p:grpSpPr>
      <p:sp>
        <p:nvSpPr>
          <p:cNvPr id="162" name="Google Shape;162;p147"/>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147"/>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147"/>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47"/>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4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147"/>
          <p:cNvSpPr txBox="1"/>
          <p:nvPr>
            <p:ph idx="1" type="body"/>
          </p:nvPr>
        </p:nvSpPr>
        <p:spPr>
          <a:xfrm>
            <a:off x="1441704" y="431898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147"/>
          <p:cNvSpPr txBox="1"/>
          <p:nvPr>
            <p:ph idx="2" type="body"/>
          </p:nvPr>
        </p:nvSpPr>
        <p:spPr>
          <a:xfrm>
            <a:off x="4797554" y="4318989"/>
            <a:ext cx="2596896" cy="431800"/>
          </a:xfrm>
          <a:prstGeom prst="rect">
            <a:avLst/>
          </a:prstGeom>
          <a:noFill/>
          <a:ln>
            <a:noFill/>
          </a:ln>
        </p:spPr>
        <p:txBody>
          <a:bodyPr anchorCtr="0" anchor="ctr" bIns="45700" lIns="91425" spcFirstLastPara="1" rIns="91425" wrap="square" tIns="45700">
            <a:normAutofit/>
          </a:bodyPr>
          <a:lstStyle>
            <a:lvl1pPr indent="-228600" lvl="0" marL="457200" marR="0" algn="ctr">
              <a:lnSpc>
                <a:spcPct val="90000"/>
              </a:lnSpc>
              <a:spcBef>
                <a:spcPts val="1000"/>
              </a:spcBef>
              <a:spcAft>
                <a:spcPts val="0"/>
              </a:spcAft>
              <a:buClr>
                <a:srgbClr val="324D5E"/>
              </a:buClr>
              <a:buSzPts val="2200"/>
              <a:buFont typeface="Arial"/>
              <a:buNone/>
              <a:defRPr sz="22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147"/>
          <p:cNvSpPr txBox="1"/>
          <p:nvPr>
            <p:ph idx="3" type="body"/>
          </p:nvPr>
        </p:nvSpPr>
        <p:spPr>
          <a:xfrm>
            <a:off x="8147084" y="431898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147"/>
          <p:cNvSpPr txBox="1"/>
          <p:nvPr>
            <p:ph idx="4" type="body"/>
          </p:nvPr>
        </p:nvSpPr>
        <p:spPr>
          <a:xfrm>
            <a:off x="1441704" y="479280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147"/>
          <p:cNvSpPr txBox="1"/>
          <p:nvPr>
            <p:ph idx="5" type="body"/>
          </p:nvPr>
        </p:nvSpPr>
        <p:spPr>
          <a:xfrm>
            <a:off x="4797554" y="479280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147"/>
          <p:cNvSpPr txBox="1"/>
          <p:nvPr>
            <p:ph idx="6" type="body"/>
          </p:nvPr>
        </p:nvSpPr>
        <p:spPr>
          <a:xfrm>
            <a:off x="8147084" y="479280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147"/>
          <p:cNvSpPr/>
          <p:nvPr>
            <p:ph idx="7" type="body"/>
          </p:nvPr>
        </p:nvSpPr>
        <p:spPr>
          <a:xfrm>
            <a:off x="1441704" y="1686031"/>
            <a:ext cx="2596896" cy="2596896"/>
          </a:xfrm>
          <a:prstGeom prst="ellipse">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0000"/>
              <a:buNone/>
              <a:defRPr sz="10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147"/>
          <p:cNvSpPr/>
          <p:nvPr>
            <p:ph idx="8" type="body"/>
          </p:nvPr>
        </p:nvSpPr>
        <p:spPr>
          <a:xfrm>
            <a:off x="4794394" y="1686031"/>
            <a:ext cx="2596896" cy="2596896"/>
          </a:xfrm>
          <a:prstGeom prst="ellipse">
            <a:avLst/>
          </a:prstGeom>
          <a:solidFill>
            <a:schemeClr val="accent2"/>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0000"/>
              <a:buNone/>
              <a:defRPr sz="10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147"/>
          <p:cNvSpPr/>
          <p:nvPr>
            <p:ph idx="9" type="body"/>
          </p:nvPr>
        </p:nvSpPr>
        <p:spPr>
          <a:xfrm>
            <a:off x="8148663" y="1686031"/>
            <a:ext cx="2596896" cy="2596896"/>
          </a:xfrm>
          <a:prstGeom prst="ellipse">
            <a:avLst/>
          </a:prstGeom>
          <a:solidFill>
            <a:schemeClr val="accent3"/>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0000"/>
              <a:buNone/>
              <a:defRPr sz="10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76" name="Google Shape;176;p147"/>
          <p:cNvGrpSpPr/>
          <p:nvPr/>
        </p:nvGrpSpPr>
        <p:grpSpPr>
          <a:xfrm>
            <a:off x="0" y="6766560"/>
            <a:ext cx="12192000" cy="91440"/>
            <a:chOff x="0" y="4480421"/>
            <a:chExt cx="12192000" cy="91440"/>
          </a:xfrm>
        </p:grpSpPr>
        <p:sp>
          <p:nvSpPr>
            <p:cNvPr id="177" name="Google Shape;177;p147"/>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147"/>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147"/>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147"/>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147"/>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x3 icons">
  <p:cSld name="3x3 icons">
    <p:spTree>
      <p:nvGrpSpPr>
        <p:cNvPr id="182" name="Shape 182"/>
        <p:cNvGrpSpPr/>
        <p:nvPr/>
      </p:nvGrpSpPr>
      <p:grpSpPr>
        <a:xfrm>
          <a:off x="0" y="0"/>
          <a:ext cx="0" cy="0"/>
          <a:chOff x="0" y="0"/>
          <a:chExt cx="0" cy="0"/>
        </a:xfrm>
      </p:grpSpPr>
      <p:sp>
        <p:nvSpPr>
          <p:cNvPr id="183" name="Google Shape;183;p148"/>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148"/>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148"/>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148"/>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14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88" name="Google Shape;188;p148"/>
          <p:cNvSpPr txBox="1"/>
          <p:nvPr>
            <p:ph idx="1" type="body"/>
          </p:nvPr>
        </p:nvSpPr>
        <p:spPr>
          <a:xfrm>
            <a:off x="1336343" y="1942317"/>
            <a:ext cx="2596896"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148"/>
          <p:cNvSpPr txBox="1"/>
          <p:nvPr>
            <p:ph idx="2" type="body"/>
          </p:nvPr>
        </p:nvSpPr>
        <p:spPr>
          <a:xfrm>
            <a:off x="1336343" y="237411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148"/>
          <p:cNvSpPr/>
          <p:nvPr>
            <p:ph idx="3" type="body"/>
          </p:nvPr>
        </p:nvSpPr>
        <p:spPr>
          <a:xfrm>
            <a:off x="482600" y="1716544"/>
            <a:ext cx="796671" cy="796671"/>
          </a:xfrm>
          <a:prstGeom prst="ellipse">
            <a:avLst/>
          </a:prstGeom>
          <a:solidFill>
            <a:schemeClr val="dk2"/>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148"/>
          <p:cNvSpPr txBox="1"/>
          <p:nvPr>
            <p:ph idx="4" type="body"/>
          </p:nvPr>
        </p:nvSpPr>
        <p:spPr>
          <a:xfrm>
            <a:off x="1336343" y="4299402"/>
            <a:ext cx="2596896"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148"/>
          <p:cNvSpPr txBox="1"/>
          <p:nvPr>
            <p:ph idx="5" type="body"/>
          </p:nvPr>
        </p:nvSpPr>
        <p:spPr>
          <a:xfrm>
            <a:off x="1336343" y="4731202"/>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148"/>
          <p:cNvSpPr/>
          <p:nvPr>
            <p:ph idx="6" type="body"/>
          </p:nvPr>
        </p:nvSpPr>
        <p:spPr>
          <a:xfrm>
            <a:off x="482600" y="4073629"/>
            <a:ext cx="796671" cy="796671"/>
          </a:xfrm>
          <a:prstGeom prst="ellipse">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000"/>
              <a:buNone/>
              <a:defRPr sz="3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148"/>
          <p:cNvSpPr txBox="1"/>
          <p:nvPr>
            <p:ph idx="7" type="body"/>
          </p:nvPr>
        </p:nvSpPr>
        <p:spPr>
          <a:xfrm>
            <a:off x="5172823" y="1942317"/>
            <a:ext cx="2596896"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148"/>
          <p:cNvSpPr txBox="1"/>
          <p:nvPr>
            <p:ph idx="8" type="body"/>
          </p:nvPr>
        </p:nvSpPr>
        <p:spPr>
          <a:xfrm>
            <a:off x="5172823" y="237411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148"/>
          <p:cNvSpPr/>
          <p:nvPr>
            <p:ph idx="9" type="body"/>
          </p:nvPr>
        </p:nvSpPr>
        <p:spPr>
          <a:xfrm>
            <a:off x="4319080" y="1716544"/>
            <a:ext cx="796671" cy="796671"/>
          </a:xfrm>
          <a:prstGeom prst="ellipse">
            <a:avLst/>
          </a:prstGeom>
          <a:solidFill>
            <a:schemeClr val="accent3"/>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000"/>
              <a:buNone/>
              <a:defRPr sz="3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148"/>
          <p:cNvSpPr txBox="1"/>
          <p:nvPr>
            <p:ph idx="13" type="body"/>
          </p:nvPr>
        </p:nvSpPr>
        <p:spPr>
          <a:xfrm>
            <a:off x="5172823" y="4299402"/>
            <a:ext cx="2596896"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148"/>
          <p:cNvSpPr txBox="1"/>
          <p:nvPr>
            <p:ph idx="14" type="body"/>
          </p:nvPr>
        </p:nvSpPr>
        <p:spPr>
          <a:xfrm>
            <a:off x="5172823" y="4731202"/>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148"/>
          <p:cNvSpPr/>
          <p:nvPr>
            <p:ph idx="15" type="body"/>
          </p:nvPr>
        </p:nvSpPr>
        <p:spPr>
          <a:xfrm>
            <a:off x="4319080" y="4073629"/>
            <a:ext cx="796671" cy="796671"/>
          </a:xfrm>
          <a:prstGeom prst="ellipse">
            <a:avLst/>
          </a:prstGeom>
          <a:solidFill>
            <a:schemeClr val="accent4"/>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000"/>
              <a:buNone/>
              <a:defRPr sz="3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148"/>
          <p:cNvSpPr txBox="1"/>
          <p:nvPr>
            <p:ph idx="16" type="body"/>
          </p:nvPr>
        </p:nvSpPr>
        <p:spPr>
          <a:xfrm>
            <a:off x="9112505" y="1942317"/>
            <a:ext cx="2596896"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 name="Google Shape;201;p148"/>
          <p:cNvSpPr txBox="1"/>
          <p:nvPr>
            <p:ph idx="17" type="body"/>
          </p:nvPr>
        </p:nvSpPr>
        <p:spPr>
          <a:xfrm>
            <a:off x="9112505" y="2374117"/>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 name="Google Shape;202;p148"/>
          <p:cNvSpPr/>
          <p:nvPr>
            <p:ph idx="18" type="body"/>
          </p:nvPr>
        </p:nvSpPr>
        <p:spPr>
          <a:xfrm>
            <a:off x="8258762" y="1716544"/>
            <a:ext cx="796671" cy="796671"/>
          </a:xfrm>
          <a:prstGeom prst="ellipse">
            <a:avLst/>
          </a:prstGeom>
          <a:solidFill>
            <a:schemeClr val="accent5"/>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148"/>
          <p:cNvSpPr txBox="1"/>
          <p:nvPr>
            <p:ph idx="19" type="body"/>
          </p:nvPr>
        </p:nvSpPr>
        <p:spPr>
          <a:xfrm>
            <a:off x="9112505" y="4299402"/>
            <a:ext cx="2596896"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148"/>
          <p:cNvSpPr txBox="1"/>
          <p:nvPr>
            <p:ph idx="20" type="body"/>
          </p:nvPr>
        </p:nvSpPr>
        <p:spPr>
          <a:xfrm>
            <a:off x="9112505" y="4731202"/>
            <a:ext cx="2596896"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148"/>
          <p:cNvSpPr/>
          <p:nvPr>
            <p:ph idx="21" type="body"/>
          </p:nvPr>
        </p:nvSpPr>
        <p:spPr>
          <a:xfrm>
            <a:off x="8258762" y="4073629"/>
            <a:ext cx="796671" cy="796671"/>
          </a:xfrm>
          <a:prstGeom prst="ellipse">
            <a:avLst/>
          </a:prstGeom>
          <a:solidFill>
            <a:schemeClr val="accent6"/>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06" name="Google Shape;206;p148"/>
          <p:cNvGrpSpPr/>
          <p:nvPr/>
        </p:nvGrpSpPr>
        <p:grpSpPr>
          <a:xfrm>
            <a:off x="0" y="6766560"/>
            <a:ext cx="12192000" cy="91440"/>
            <a:chOff x="0" y="4480421"/>
            <a:chExt cx="12192000" cy="91440"/>
          </a:xfrm>
        </p:grpSpPr>
        <p:sp>
          <p:nvSpPr>
            <p:cNvPr id="207" name="Google Shape;207;p148"/>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148"/>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148"/>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148"/>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1" name="Google Shape;211;p148"/>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x2 icons">
  <p:cSld name="2x2 icons">
    <p:spTree>
      <p:nvGrpSpPr>
        <p:cNvPr id="212" name="Shape 212"/>
        <p:cNvGrpSpPr/>
        <p:nvPr/>
      </p:nvGrpSpPr>
      <p:grpSpPr>
        <a:xfrm>
          <a:off x="0" y="0"/>
          <a:ext cx="0" cy="0"/>
          <a:chOff x="0" y="0"/>
          <a:chExt cx="0" cy="0"/>
        </a:xfrm>
      </p:grpSpPr>
      <p:sp>
        <p:nvSpPr>
          <p:cNvPr id="213" name="Google Shape;213;p149"/>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149"/>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149"/>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149"/>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14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18" name="Google Shape;218;p149"/>
          <p:cNvSpPr txBox="1"/>
          <p:nvPr>
            <p:ph idx="1" type="body"/>
          </p:nvPr>
        </p:nvSpPr>
        <p:spPr>
          <a:xfrm>
            <a:off x="1336343" y="1942317"/>
            <a:ext cx="4297680"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400"/>
              <a:buNone/>
              <a:defRPr b="1" sz="24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149"/>
          <p:cNvSpPr txBox="1"/>
          <p:nvPr>
            <p:ph idx="2" type="body"/>
          </p:nvPr>
        </p:nvSpPr>
        <p:spPr>
          <a:xfrm>
            <a:off x="1336343" y="2374117"/>
            <a:ext cx="4297680"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149"/>
          <p:cNvSpPr/>
          <p:nvPr>
            <p:ph idx="3" type="body"/>
          </p:nvPr>
        </p:nvSpPr>
        <p:spPr>
          <a:xfrm>
            <a:off x="482600" y="1716544"/>
            <a:ext cx="796671" cy="796671"/>
          </a:xfrm>
          <a:prstGeom prst="ellipse">
            <a:avLst/>
          </a:prstGeom>
          <a:solidFill>
            <a:schemeClr val="dk2"/>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 name="Google Shape;221;p149"/>
          <p:cNvSpPr txBox="1"/>
          <p:nvPr>
            <p:ph idx="4" type="body"/>
          </p:nvPr>
        </p:nvSpPr>
        <p:spPr>
          <a:xfrm>
            <a:off x="1336343" y="4299402"/>
            <a:ext cx="4297680"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400"/>
              <a:buNone/>
              <a:defRPr b="1" sz="24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 name="Google Shape;222;p149"/>
          <p:cNvSpPr txBox="1"/>
          <p:nvPr>
            <p:ph idx="5" type="body"/>
          </p:nvPr>
        </p:nvSpPr>
        <p:spPr>
          <a:xfrm>
            <a:off x="1336343" y="4731202"/>
            <a:ext cx="4297680"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 name="Google Shape;223;p149"/>
          <p:cNvSpPr/>
          <p:nvPr>
            <p:ph idx="6" type="body"/>
          </p:nvPr>
        </p:nvSpPr>
        <p:spPr>
          <a:xfrm>
            <a:off x="482600" y="4073629"/>
            <a:ext cx="796671" cy="796671"/>
          </a:xfrm>
          <a:prstGeom prst="ellipse">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000"/>
              <a:buNone/>
              <a:defRPr sz="3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 name="Google Shape;224;p149"/>
          <p:cNvSpPr txBox="1"/>
          <p:nvPr>
            <p:ph idx="7" type="body"/>
          </p:nvPr>
        </p:nvSpPr>
        <p:spPr>
          <a:xfrm>
            <a:off x="7411721" y="1942317"/>
            <a:ext cx="4297680"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400"/>
              <a:buNone/>
              <a:defRPr b="1" sz="24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 name="Google Shape;225;p149"/>
          <p:cNvSpPr txBox="1"/>
          <p:nvPr>
            <p:ph idx="8" type="body"/>
          </p:nvPr>
        </p:nvSpPr>
        <p:spPr>
          <a:xfrm>
            <a:off x="7411721" y="2374117"/>
            <a:ext cx="4297680"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149"/>
          <p:cNvSpPr/>
          <p:nvPr>
            <p:ph idx="9" type="body"/>
          </p:nvPr>
        </p:nvSpPr>
        <p:spPr>
          <a:xfrm>
            <a:off x="6557978" y="1716544"/>
            <a:ext cx="796671" cy="796671"/>
          </a:xfrm>
          <a:prstGeom prst="ellipse">
            <a:avLst/>
          </a:prstGeom>
          <a:solidFill>
            <a:schemeClr val="accent5"/>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149"/>
          <p:cNvSpPr txBox="1"/>
          <p:nvPr>
            <p:ph idx="13" type="body"/>
          </p:nvPr>
        </p:nvSpPr>
        <p:spPr>
          <a:xfrm>
            <a:off x="7411721" y="4299402"/>
            <a:ext cx="4297680"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400"/>
              <a:buNone/>
              <a:defRPr b="1" sz="24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149"/>
          <p:cNvSpPr txBox="1"/>
          <p:nvPr>
            <p:ph idx="14" type="body"/>
          </p:nvPr>
        </p:nvSpPr>
        <p:spPr>
          <a:xfrm>
            <a:off x="7411721" y="4731202"/>
            <a:ext cx="4297680" cy="122699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149"/>
          <p:cNvSpPr/>
          <p:nvPr>
            <p:ph idx="15" type="body"/>
          </p:nvPr>
        </p:nvSpPr>
        <p:spPr>
          <a:xfrm>
            <a:off x="6557978" y="4073629"/>
            <a:ext cx="796671" cy="796671"/>
          </a:xfrm>
          <a:prstGeom prst="ellipse">
            <a:avLst/>
          </a:prstGeom>
          <a:solidFill>
            <a:schemeClr val="accent6"/>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30" name="Google Shape;230;p149"/>
          <p:cNvGrpSpPr/>
          <p:nvPr/>
        </p:nvGrpSpPr>
        <p:grpSpPr>
          <a:xfrm>
            <a:off x="0" y="6766560"/>
            <a:ext cx="12192000" cy="91440"/>
            <a:chOff x="0" y="4480421"/>
            <a:chExt cx="12192000" cy="91440"/>
          </a:xfrm>
        </p:grpSpPr>
        <p:sp>
          <p:nvSpPr>
            <p:cNvPr id="231" name="Google Shape;231;p14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149"/>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14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4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4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x2 icons and intro">
  <p:cSld name="2x2 icons and intro">
    <p:spTree>
      <p:nvGrpSpPr>
        <p:cNvPr id="236" name="Shape 236"/>
        <p:cNvGrpSpPr/>
        <p:nvPr/>
      </p:nvGrpSpPr>
      <p:grpSpPr>
        <a:xfrm>
          <a:off x="0" y="0"/>
          <a:ext cx="0" cy="0"/>
          <a:chOff x="0" y="0"/>
          <a:chExt cx="0" cy="0"/>
        </a:xfrm>
      </p:grpSpPr>
      <p:sp>
        <p:nvSpPr>
          <p:cNvPr id="237" name="Google Shape;237;p150"/>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150"/>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150"/>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150"/>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15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2" name="Google Shape;242;p150"/>
          <p:cNvSpPr txBox="1"/>
          <p:nvPr>
            <p:ph idx="1" type="body"/>
          </p:nvPr>
        </p:nvSpPr>
        <p:spPr>
          <a:xfrm>
            <a:off x="1336343" y="2762445"/>
            <a:ext cx="4297680"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150"/>
          <p:cNvSpPr txBox="1"/>
          <p:nvPr>
            <p:ph idx="2" type="body"/>
          </p:nvPr>
        </p:nvSpPr>
        <p:spPr>
          <a:xfrm>
            <a:off x="1336343" y="3194246"/>
            <a:ext cx="4297680" cy="1110984"/>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 name="Google Shape;244;p150"/>
          <p:cNvSpPr/>
          <p:nvPr>
            <p:ph idx="3" type="body"/>
          </p:nvPr>
        </p:nvSpPr>
        <p:spPr>
          <a:xfrm>
            <a:off x="482600" y="2536672"/>
            <a:ext cx="796671" cy="796671"/>
          </a:xfrm>
          <a:prstGeom prst="ellipse">
            <a:avLst/>
          </a:prstGeom>
          <a:solidFill>
            <a:schemeClr val="dk2"/>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150"/>
          <p:cNvSpPr txBox="1"/>
          <p:nvPr>
            <p:ph idx="4" type="body"/>
          </p:nvPr>
        </p:nvSpPr>
        <p:spPr>
          <a:xfrm>
            <a:off x="1336343" y="4669224"/>
            <a:ext cx="4297680"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150"/>
          <p:cNvSpPr txBox="1"/>
          <p:nvPr>
            <p:ph idx="5" type="body"/>
          </p:nvPr>
        </p:nvSpPr>
        <p:spPr>
          <a:xfrm>
            <a:off x="1336343" y="5101025"/>
            <a:ext cx="4297680" cy="1110984"/>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 name="Google Shape;247;p150"/>
          <p:cNvSpPr/>
          <p:nvPr>
            <p:ph idx="6" type="body"/>
          </p:nvPr>
        </p:nvSpPr>
        <p:spPr>
          <a:xfrm>
            <a:off x="482600" y="4443451"/>
            <a:ext cx="796671" cy="796671"/>
          </a:xfrm>
          <a:prstGeom prst="ellipse">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000"/>
              <a:buNone/>
              <a:defRPr sz="30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 name="Google Shape;248;p150"/>
          <p:cNvSpPr txBox="1"/>
          <p:nvPr>
            <p:ph idx="7" type="body"/>
          </p:nvPr>
        </p:nvSpPr>
        <p:spPr>
          <a:xfrm>
            <a:off x="7411721" y="2762445"/>
            <a:ext cx="4297680"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150"/>
          <p:cNvSpPr txBox="1"/>
          <p:nvPr>
            <p:ph idx="8" type="body"/>
          </p:nvPr>
        </p:nvSpPr>
        <p:spPr>
          <a:xfrm>
            <a:off x="7411721" y="3194246"/>
            <a:ext cx="4297680" cy="1110984"/>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 name="Google Shape;250;p150"/>
          <p:cNvSpPr/>
          <p:nvPr>
            <p:ph idx="9" type="body"/>
          </p:nvPr>
        </p:nvSpPr>
        <p:spPr>
          <a:xfrm>
            <a:off x="6557978" y="2536672"/>
            <a:ext cx="796671" cy="796671"/>
          </a:xfrm>
          <a:prstGeom prst="ellipse">
            <a:avLst/>
          </a:prstGeom>
          <a:solidFill>
            <a:schemeClr val="accent5"/>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 name="Google Shape;251;p150"/>
          <p:cNvSpPr txBox="1"/>
          <p:nvPr>
            <p:ph idx="13" type="body"/>
          </p:nvPr>
        </p:nvSpPr>
        <p:spPr>
          <a:xfrm>
            <a:off x="7411721" y="4669224"/>
            <a:ext cx="4297680" cy="431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324D5E"/>
              </a:buClr>
              <a:buSzPts val="2000"/>
              <a:buNone/>
              <a:defRPr b="1" sz="2000" cap="none">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 name="Google Shape;252;p150"/>
          <p:cNvSpPr txBox="1"/>
          <p:nvPr>
            <p:ph idx="14" type="body"/>
          </p:nvPr>
        </p:nvSpPr>
        <p:spPr>
          <a:xfrm>
            <a:off x="7411721" y="5101025"/>
            <a:ext cx="4297680" cy="1110984"/>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 name="Google Shape;253;p150"/>
          <p:cNvSpPr/>
          <p:nvPr>
            <p:ph idx="15" type="body"/>
          </p:nvPr>
        </p:nvSpPr>
        <p:spPr>
          <a:xfrm>
            <a:off x="6557978" y="4443451"/>
            <a:ext cx="796671" cy="796671"/>
          </a:xfrm>
          <a:prstGeom prst="ellipse">
            <a:avLst/>
          </a:prstGeom>
          <a:solidFill>
            <a:schemeClr val="accent6"/>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 name="Google Shape;254;p150"/>
          <p:cNvSpPr txBox="1"/>
          <p:nvPr>
            <p:ph idx="16" type="body"/>
          </p:nvPr>
        </p:nvSpPr>
        <p:spPr>
          <a:xfrm>
            <a:off x="909471" y="1425678"/>
            <a:ext cx="10373058" cy="773698"/>
          </a:xfrm>
          <a:prstGeom prst="rect">
            <a:avLst/>
          </a:prstGeom>
          <a:solidFill>
            <a:srgbClr val="E4EEEE"/>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55" name="Google Shape;255;p150"/>
          <p:cNvGrpSpPr/>
          <p:nvPr/>
        </p:nvGrpSpPr>
        <p:grpSpPr>
          <a:xfrm>
            <a:off x="0" y="6766560"/>
            <a:ext cx="12192000" cy="91440"/>
            <a:chOff x="0" y="4480421"/>
            <a:chExt cx="12192000" cy="91440"/>
          </a:xfrm>
        </p:grpSpPr>
        <p:sp>
          <p:nvSpPr>
            <p:cNvPr id="256" name="Google Shape;256;p150"/>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150"/>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150"/>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150"/>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 name="Google Shape;260;p150"/>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1">
  <p:cSld name="2 pictures #1">
    <p:spTree>
      <p:nvGrpSpPr>
        <p:cNvPr id="261" name="Shape 261"/>
        <p:cNvGrpSpPr/>
        <p:nvPr/>
      </p:nvGrpSpPr>
      <p:grpSpPr>
        <a:xfrm>
          <a:off x="0" y="0"/>
          <a:ext cx="0" cy="0"/>
          <a:chOff x="0" y="0"/>
          <a:chExt cx="0" cy="0"/>
        </a:xfrm>
      </p:grpSpPr>
      <p:sp>
        <p:nvSpPr>
          <p:cNvPr id="262" name="Google Shape;262;p151"/>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 name="Google Shape;263;p151"/>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151"/>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151"/>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6" name="Google Shape;266;p151"/>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67" name="Google Shape;267;p151"/>
          <p:cNvSpPr/>
          <p:nvPr>
            <p:ph idx="2" type="pic"/>
          </p:nvPr>
        </p:nvSpPr>
        <p:spPr>
          <a:xfrm>
            <a:off x="354775" y="2301980"/>
            <a:ext cx="2600055" cy="1957811"/>
          </a:xfrm>
          <a:prstGeom prst="rect">
            <a:avLst/>
          </a:prstGeom>
          <a:solidFill>
            <a:srgbClr val="0095CD">
              <a:alpha val="29803"/>
            </a:srgbClr>
          </a:solidFill>
          <a:ln>
            <a:noFill/>
          </a:ln>
        </p:spPr>
      </p:sp>
      <p:sp>
        <p:nvSpPr>
          <p:cNvPr id="268" name="Google Shape;268;p151"/>
          <p:cNvSpPr/>
          <p:nvPr>
            <p:ph idx="3" type="pic"/>
          </p:nvPr>
        </p:nvSpPr>
        <p:spPr>
          <a:xfrm>
            <a:off x="6278479" y="2301979"/>
            <a:ext cx="2600055" cy="1957811"/>
          </a:xfrm>
          <a:prstGeom prst="rect">
            <a:avLst/>
          </a:prstGeom>
          <a:solidFill>
            <a:srgbClr val="F17C3F">
              <a:alpha val="29803"/>
            </a:srgbClr>
          </a:solidFill>
          <a:ln>
            <a:noFill/>
          </a:ln>
        </p:spPr>
      </p:sp>
      <p:sp>
        <p:nvSpPr>
          <p:cNvPr id="269" name="Google Shape;269;p151"/>
          <p:cNvSpPr/>
          <p:nvPr/>
        </p:nvSpPr>
        <p:spPr>
          <a:xfrm>
            <a:off x="354775" y="4257781"/>
            <a:ext cx="2596896" cy="91440"/>
          </a:xfrm>
          <a:prstGeom prst="rect">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151"/>
          <p:cNvSpPr/>
          <p:nvPr/>
        </p:nvSpPr>
        <p:spPr>
          <a:xfrm>
            <a:off x="6278479" y="4257780"/>
            <a:ext cx="2596896" cy="91440"/>
          </a:xfrm>
          <a:prstGeom prst="rect">
            <a:avLst/>
          </a:prstGeom>
          <a:solidFill>
            <a:srgbClr val="F17C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 name="Google Shape;271;p151"/>
          <p:cNvSpPr txBox="1"/>
          <p:nvPr>
            <p:ph idx="1" type="body"/>
          </p:nvPr>
        </p:nvSpPr>
        <p:spPr>
          <a:xfrm>
            <a:off x="354775" y="43912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151"/>
          <p:cNvSpPr txBox="1"/>
          <p:nvPr>
            <p:ph idx="4" type="body"/>
          </p:nvPr>
        </p:nvSpPr>
        <p:spPr>
          <a:xfrm>
            <a:off x="6278479" y="43912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 name="Google Shape;273;p151"/>
          <p:cNvSpPr txBox="1"/>
          <p:nvPr>
            <p:ph idx="5" type="body"/>
          </p:nvPr>
        </p:nvSpPr>
        <p:spPr>
          <a:xfrm>
            <a:off x="354775" y="47888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4" name="Google Shape;274;p151"/>
          <p:cNvSpPr txBox="1"/>
          <p:nvPr>
            <p:ph idx="6" type="body"/>
          </p:nvPr>
        </p:nvSpPr>
        <p:spPr>
          <a:xfrm>
            <a:off x="6278479" y="47888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 name="Google Shape;275;p151"/>
          <p:cNvSpPr txBox="1"/>
          <p:nvPr>
            <p:ph idx="7" type="body"/>
          </p:nvPr>
        </p:nvSpPr>
        <p:spPr>
          <a:xfrm>
            <a:off x="3314870" y="2301979"/>
            <a:ext cx="2596896" cy="1643527"/>
          </a:xfrm>
          <a:prstGeom prst="rect">
            <a:avLst/>
          </a:prstGeom>
          <a:solidFill>
            <a:srgbClr val="F9F9F9"/>
          </a:solidFill>
          <a:ln>
            <a:noFill/>
          </a:ln>
        </p:spPr>
        <p:txBody>
          <a:bodyPr anchorCtr="0" anchor="t" bIns="45700" lIns="91425" spcFirstLastPara="1" rIns="91425" wrap="square" tIns="45700">
            <a:sp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 name="Google Shape;276;p151"/>
          <p:cNvSpPr txBox="1"/>
          <p:nvPr>
            <p:ph idx="8" type="body"/>
          </p:nvPr>
        </p:nvSpPr>
        <p:spPr>
          <a:xfrm>
            <a:off x="9235060" y="2301979"/>
            <a:ext cx="2596896" cy="1643527"/>
          </a:xfrm>
          <a:prstGeom prst="rect">
            <a:avLst/>
          </a:prstGeom>
          <a:solidFill>
            <a:srgbClr val="F9F9F9"/>
          </a:solidFill>
          <a:ln>
            <a:noFill/>
          </a:ln>
        </p:spPr>
        <p:txBody>
          <a:bodyPr anchorCtr="0" anchor="t" bIns="45700" lIns="91425" spcFirstLastPara="1" rIns="91425" wrap="square" tIns="45700">
            <a:sp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77" name="Google Shape;277;p151"/>
          <p:cNvGrpSpPr/>
          <p:nvPr/>
        </p:nvGrpSpPr>
        <p:grpSpPr>
          <a:xfrm>
            <a:off x="0" y="6766560"/>
            <a:ext cx="12192000" cy="91440"/>
            <a:chOff x="0" y="4480421"/>
            <a:chExt cx="12192000" cy="91440"/>
          </a:xfrm>
        </p:grpSpPr>
        <p:sp>
          <p:nvSpPr>
            <p:cNvPr id="278" name="Google Shape;278;p151"/>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p151"/>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151"/>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151"/>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151"/>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2">
  <p:cSld name="2 pictures #2">
    <p:spTree>
      <p:nvGrpSpPr>
        <p:cNvPr id="283" name="Shape 283"/>
        <p:cNvGrpSpPr/>
        <p:nvPr/>
      </p:nvGrpSpPr>
      <p:grpSpPr>
        <a:xfrm>
          <a:off x="0" y="0"/>
          <a:ext cx="0" cy="0"/>
          <a:chOff x="0" y="0"/>
          <a:chExt cx="0" cy="0"/>
        </a:xfrm>
      </p:grpSpPr>
      <p:sp>
        <p:nvSpPr>
          <p:cNvPr id="284" name="Google Shape;284;p152"/>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152"/>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152"/>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152"/>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8" name="Google Shape;288;p152"/>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9" name="Google Shape;289;p152"/>
          <p:cNvSpPr/>
          <p:nvPr>
            <p:ph idx="2" type="pic"/>
          </p:nvPr>
        </p:nvSpPr>
        <p:spPr>
          <a:xfrm>
            <a:off x="485759" y="1901337"/>
            <a:ext cx="2600055" cy="1957811"/>
          </a:xfrm>
          <a:prstGeom prst="rect">
            <a:avLst/>
          </a:prstGeom>
          <a:solidFill>
            <a:srgbClr val="0095CD">
              <a:alpha val="29803"/>
            </a:srgbClr>
          </a:solidFill>
          <a:ln>
            <a:noFill/>
          </a:ln>
        </p:spPr>
      </p:sp>
      <p:sp>
        <p:nvSpPr>
          <p:cNvPr id="290" name="Google Shape;290;p152"/>
          <p:cNvSpPr txBox="1"/>
          <p:nvPr>
            <p:ph idx="1" type="body"/>
          </p:nvPr>
        </p:nvSpPr>
        <p:spPr>
          <a:xfrm>
            <a:off x="482600" y="3959455"/>
            <a:ext cx="4684076" cy="978729"/>
          </a:xfrm>
          <a:prstGeom prst="rect">
            <a:avLst/>
          </a:prstGeom>
          <a:solidFill>
            <a:srgbClr val="F9F9F9"/>
          </a:solidFill>
          <a:ln>
            <a:noFill/>
          </a:ln>
        </p:spPr>
        <p:txBody>
          <a:bodyPr anchorCtr="0" anchor="t" bIns="45700" lIns="91425" spcFirstLastPara="1" rIns="91425" wrap="square" tIns="45700">
            <a:sp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 name="Google Shape;291;p152"/>
          <p:cNvSpPr txBox="1"/>
          <p:nvPr>
            <p:ph idx="3" type="body"/>
          </p:nvPr>
        </p:nvSpPr>
        <p:spPr>
          <a:xfrm>
            <a:off x="2570908" y="2197854"/>
            <a:ext cx="2596896" cy="431800"/>
          </a:xfrm>
          <a:prstGeom prst="rect">
            <a:avLst/>
          </a:prstGeom>
          <a:solidFill>
            <a:schemeClr val="accent4"/>
          </a:solid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 name="Google Shape;292;p152"/>
          <p:cNvSpPr txBox="1"/>
          <p:nvPr>
            <p:ph idx="4" type="body"/>
          </p:nvPr>
        </p:nvSpPr>
        <p:spPr>
          <a:xfrm>
            <a:off x="2570908" y="2789478"/>
            <a:ext cx="2596896" cy="431800"/>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800"/>
              <a:buNone/>
              <a:defRPr sz="1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152"/>
          <p:cNvSpPr/>
          <p:nvPr>
            <p:ph idx="5" type="pic"/>
          </p:nvPr>
        </p:nvSpPr>
        <p:spPr>
          <a:xfrm>
            <a:off x="7027356" y="1901335"/>
            <a:ext cx="2600055" cy="1957811"/>
          </a:xfrm>
          <a:prstGeom prst="rect">
            <a:avLst/>
          </a:prstGeom>
          <a:solidFill>
            <a:srgbClr val="0095CD">
              <a:alpha val="29803"/>
            </a:srgbClr>
          </a:solidFill>
          <a:ln>
            <a:noFill/>
          </a:ln>
        </p:spPr>
      </p:sp>
      <p:sp>
        <p:nvSpPr>
          <p:cNvPr id="294" name="Google Shape;294;p152"/>
          <p:cNvSpPr txBox="1"/>
          <p:nvPr>
            <p:ph idx="6" type="body"/>
          </p:nvPr>
        </p:nvSpPr>
        <p:spPr>
          <a:xfrm>
            <a:off x="7024197" y="3959453"/>
            <a:ext cx="4684076" cy="978729"/>
          </a:xfrm>
          <a:prstGeom prst="rect">
            <a:avLst/>
          </a:prstGeom>
          <a:solidFill>
            <a:srgbClr val="F9F9F9"/>
          </a:solidFill>
          <a:ln>
            <a:noFill/>
          </a:ln>
        </p:spPr>
        <p:txBody>
          <a:bodyPr anchorCtr="0" anchor="t" bIns="45700" lIns="91425" spcFirstLastPara="1" rIns="91425" wrap="square" tIns="45700">
            <a:sp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 name="Google Shape;295;p152"/>
          <p:cNvSpPr txBox="1"/>
          <p:nvPr>
            <p:ph idx="7" type="body"/>
          </p:nvPr>
        </p:nvSpPr>
        <p:spPr>
          <a:xfrm>
            <a:off x="9112505" y="2197852"/>
            <a:ext cx="2596896" cy="431800"/>
          </a:xfrm>
          <a:prstGeom prst="rect">
            <a:avLst/>
          </a:prstGeom>
          <a:solidFill>
            <a:schemeClr val="accent4"/>
          </a:solid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152"/>
          <p:cNvSpPr txBox="1"/>
          <p:nvPr>
            <p:ph idx="8" type="body"/>
          </p:nvPr>
        </p:nvSpPr>
        <p:spPr>
          <a:xfrm>
            <a:off x="9112505" y="2789476"/>
            <a:ext cx="2596896" cy="431800"/>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800"/>
              <a:buNone/>
              <a:defRPr sz="1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97" name="Google Shape;297;p152"/>
          <p:cNvGrpSpPr/>
          <p:nvPr/>
        </p:nvGrpSpPr>
        <p:grpSpPr>
          <a:xfrm>
            <a:off x="0" y="6766560"/>
            <a:ext cx="12192000" cy="91440"/>
            <a:chOff x="0" y="4480421"/>
            <a:chExt cx="12192000" cy="91440"/>
          </a:xfrm>
        </p:grpSpPr>
        <p:sp>
          <p:nvSpPr>
            <p:cNvPr id="298" name="Google Shape;298;p152"/>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152"/>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152"/>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152"/>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p15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and desc">
  <p:cSld name="4 pictures and desc">
    <p:spTree>
      <p:nvGrpSpPr>
        <p:cNvPr id="303" name="Shape 303"/>
        <p:cNvGrpSpPr/>
        <p:nvPr/>
      </p:nvGrpSpPr>
      <p:grpSpPr>
        <a:xfrm>
          <a:off x="0" y="0"/>
          <a:ext cx="0" cy="0"/>
          <a:chOff x="0" y="0"/>
          <a:chExt cx="0" cy="0"/>
        </a:xfrm>
      </p:grpSpPr>
      <p:sp>
        <p:nvSpPr>
          <p:cNvPr id="304" name="Google Shape;304;p15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15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153"/>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15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8" name="Google Shape;308;p15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9" name="Google Shape;309;p153"/>
          <p:cNvSpPr/>
          <p:nvPr>
            <p:ph idx="2" type="pic"/>
          </p:nvPr>
        </p:nvSpPr>
        <p:spPr>
          <a:xfrm>
            <a:off x="485759" y="1698832"/>
            <a:ext cx="3552841" cy="1957811"/>
          </a:xfrm>
          <a:prstGeom prst="rect">
            <a:avLst/>
          </a:prstGeom>
          <a:solidFill>
            <a:schemeClr val="accent4">
              <a:alpha val="29803"/>
            </a:schemeClr>
          </a:solidFill>
          <a:ln>
            <a:noFill/>
          </a:ln>
        </p:spPr>
      </p:sp>
      <p:sp>
        <p:nvSpPr>
          <p:cNvPr id="310" name="Google Shape;310;p153"/>
          <p:cNvSpPr txBox="1"/>
          <p:nvPr>
            <p:ph idx="1" type="body"/>
          </p:nvPr>
        </p:nvSpPr>
        <p:spPr>
          <a:xfrm>
            <a:off x="4038600" y="1699007"/>
            <a:ext cx="1752600" cy="1957636"/>
          </a:xfrm>
          <a:prstGeom prst="rect">
            <a:avLst/>
          </a:prstGeom>
          <a:solidFill>
            <a:schemeClr val="accent4"/>
          </a:solid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 name="Google Shape;311;p153"/>
          <p:cNvSpPr/>
          <p:nvPr>
            <p:ph idx="3" type="pic"/>
          </p:nvPr>
        </p:nvSpPr>
        <p:spPr>
          <a:xfrm>
            <a:off x="6403960" y="1699007"/>
            <a:ext cx="3552841" cy="1957811"/>
          </a:xfrm>
          <a:prstGeom prst="rect">
            <a:avLst/>
          </a:prstGeom>
          <a:solidFill>
            <a:srgbClr val="0095CD">
              <a:alpha val="29803"/>
            </a:srgbClr>
          </a:solidFill>
          <a:ln>
            <a:noFill/>
          </a:ln>
        </p:spPr>
      </p:sp>
      <p:sp>
        <p:nvSpPr>
          <p:cNvPr id="312" name="Google Shape;312;p153"/>
          <p:cNvSpPr txBox="1"/>
          <p:nvPr>
            <p:ph idx="4" type="body"/>
          </p:nvPr>
        </p:nvSpPr>
        <p:spPr>
          <a:xfrm>
            <a:off x="9956801" y="1699007"/>
            <a:ext cx="1752600" cy="1957636"/>
          </a:xfrm>
          <a:prstGeom prst="rect">
            <a:avLst/>
          </a:prstGeom>
          <a:solidFill>
            <a:schemeClr val="accent1"/>
          </a:solid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 name="Google Shape;313;p153"/>
          <p:cNvSpPr/>
          <p:nvPr>
            <p:ph idx="5" type="pic"/>
          </p:nvPr>
        </p:nvSpPr>
        <p:spPr>
          <a:xfrm>
            <a:off x="2238359" y="3981044"/>
            <a:ext cx="3552841" cy="1957811"/>
          </a:xfrm>
          <a:prstGeom prst="rect">
            <a:avLst/>
          </a:prstGeom>
          <a:solidFill>
            <a:schemeClr val="accent3">
              <a:alpha val="29803"/>
            </a:schemeClr>
          </a:solidFill>
          <a:ln>
            <a:noFill/>
          </a:ln>
        </p:spPr>
      </p:sp>
      <p:sp>
        <p:nvSpPr>
          <p:cNvPr id="314" name="Google Shape;314;p153"/>
          <p:cNvSpPr txBox="1"/>
          <p:nvPr>
            <p:ph idx="6" type="body"/>
          </p:nvPr>
        </p:nvSpPr>
        <p:spPr>
          <a:xfrm>
            <a:off x="485759" y="3981219"/>
            <a:ext cx="1752600" cy="1957636"/>
          </a:xfrm>
          <a:prstGeom prst="rect">
            <a:avLst/>
          </a:prstGeom>
          <a:solidFill>
            <a:schemeClr val="accent3"/>
          </a:solid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 name="Google Shape;315;p153"/>
          <p:cNvSpPr/>
          <p:nvPr>
            <p:ph idx="7" type="pic"/>
          </p:nvPr>
        </p:nvSpPr>
        <p:spPr>
          <a:xfrm>
            <a:off x="8153400" y="3980869"/>
            <a:ext cx="3552841" cy="1957811"/>
          </a:xfrm>
          <a:prstGeom prst="rect">
            <a:avLst/>
          </a:prstGeom>
          <a:solidFill>
            <a:schemeClr val="accent5">
              <a:alpha val="29803"/>
            </a:schemeClr>
          </a:solidFill>
          <a:ln>
            <a:noFill/>
          </a:ln>
        </p:spPr>
      </p:sp>
      <p:sp>
        <p:nvSpPr>
          <p:cNvPr id="316" name="Google Shape;316;p153"/>
          <p:cNvSpPr txBox="1"/>
          <p:nvPr>
            <p:ph idx="8" type="body"/>
          </p:nvPr>
        </p:nvSpPr>
        <p:spPr>
          <a:xfrm>
            <a:off x="6400800" y="3981044"/>
            <a:ext cx="1752600" cy="1957636"/>
          </a:xfrm>
          <a:prstGeom prst="rect">
            <a:avLst/>
          </a:prstGeom>
          <a:solidFill>
            <a:schemeClr val="accent5"/>
          </a:solid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317" name="Google Shape;317;p153"/>
          <p:cNvGrpSpPr/>
          <p:nvPr/>
        </p:nvGrpSpPr>
        <p:grpSpPr>
          <a:xfrm>
            <a:off x="0" y="6766560"/>
            <a:ext cx="12192000" cy="91440"/>
            <a:chOff x="0" y="4480421"/>
            <a:chExt cx="12192000" cy="91440"/>
          </a:xfrm>
        </p:grpSpPr>
        <p:sp>
          <p:nvSpPr>
            <p:cNvPr id="318" name="Google Shape;318;p15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15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 name="Google Shape;320;p15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15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15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p:cSld name="4 pictures">
    <p:spTree>
      <p:nvGrpSpPr>
        <p:cNvPr id="323" name="Shape 323"/>
        <p:cNvGrpSpPr/>
        <p:nvPr/>
      </p:nvGrpSpPr>
      <p:grpSpPr>
        <a:xfrm>
          <a:off x="0" y="0"/>
          <a:ext cx="0" cy="0"/>
          <a:chOff x="0" y="0"/>
          <a:chExt cx="0" cy="0"/>
        </a:xfrm>
      </p:grpSpPr>
      <p:sp>
        <p:nvSpPr>
          <p:cNvPr id="324" name="Google Shape;324;p154"/>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p154"/>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6" name="Google Shape;326;p154"/>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7" name="Google Shape;327;p154"/>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8" name="Google Shape;328;p15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9" name="Google Shape;329;p154"/>
          <p:cNvSpPr/>
          <p:nvPr>
            <p:ph idx="2" type="pic"/>
          </p:nvPr>
        </p:nvSpPr>
        <p:spPr>
          <a:xfrm>
            <a:off x="485759" y="1698832"/>
            <a:ext cx="3552841" cy="4286018"/>
          </a:xfrm>
          <a:prstGeom prst="rect">
            <a:avLst/>
          </a:prstGeom>
          <a:solidFill>
            <a:schemeClr val="accent4">
              <a:alpha val="29803"/>
            </a:schemeClr>
          </a:solidFill>
          <a:ln>
            <a:noFill/>
          </a:ln>
        </p:spPr>
      </p:sp>
      <p:sp>
        <p:nvSpPr>
          <p:cNvPr id="330" name="Google Shape;330;p154"/>
          <p:cNvSpPr/>
          <p:nvPr>
            <p:ph idx="3" type="pic"/>
          </p:nvPr>
        </p:nvSpPr>
        <p:spPr>
          <a:xfrm>
            <a:off x="8153399" y="1699007"/>
            <a:ext cx="3552841" cy="4286018"/>
          </a:xfrm>
          <a:prstGeom prst="rect">
            <a:avLst/>
          </a:prstGeom>
          <a:solidFill>
            <a:srgbClr val="0095CD">
              <a:alpha val="29803"/>
            </a:srgbClr>
          </a:solidFill>
          <a:ln>
            <a:noFill/>
          </a:ln>
        </p:spPr>
      </p:sp>
      <p:sp>
        <p:nvSpPr>
          <p:cNvPr id="331" name="Google Shape;331;p154"/>
          <p:cNvSpPr/>
          <p:nvPr>
            <p:ph idx="4" type="pic"/>
          </p:nvPr>
        </p:nvSpPr>
        <p:spPr>
          <a:xfrm>
            <a:off x="4319579" y="1698831"/>
            <a:ext cx="3552841" cy="1957811"/>
          </a:xfrm>
          <a:prstGeom prst="rect">
            <a:avLst/>
          </a:prstGeom>
          <a:solidFill>
            <a:schemeClr val="accent3">
              <a:alpha val="29803"/>
            </a:schemeClr>
          </a:solidFill>
          <a:ln>
            <a:noFill/>
          </a:ln>
        </p:spPr>
      </p:sp>
      <p:sp>
        <p:nvSpPr>
          <p:cNvPr id="332" name="Google Shape;332;p154"/>
          <p:cNvSpPr/>
          <p:nvPr>
            <p:ph idx="5" type="pic"/>
          </p:nvPr>
        </p:nvSpPr>
        <p:spPr>
          <a:xfrm>
            <a:off x="4319579" y="4027214"/>
            <a:ext cx="3552841" cy="1957811"/>
          </a:xfrm>
          <a:prstGeom prst="rect">
            <a:avLst/>
          </a:prstGeom>
          <a:solidFill>
            <a:schemeClr val="accent5">
              <a:alpha val="29803"/>
            </a:schemeClr>
          </a:solidFill>
          <a:ln>
            <a:noFill/>
          </a:ln>
        </p:spPr>
      </p:sp>
      <p:grpSp>
        <p:nvGrpSpPr>
          <p:cNvPr id="333" name="Google Shape;333;p154"/>
          <p:cNvGrpSpPr/>
          <p:nvPr/>
        </p:nvGrpSpPr>
        <p:grpSpPr>
          <a:xfrm>
            <a:off x="0" y="6766560"/>
            <a:ext cx="12192000" cy="91440"/>
            <a:chOff x="0" y="4480421"/>
            <a:chExt cx="12192000" cy="91440"/>
          </a:xfrm>
        </p:grpSpPr>
        <p:sp>
          <p:nvSpPr>
            <p:cNvPr id="334" name="Google Shape;334;p154"/>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 name="Google Shape;335;p154"/>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p154"/>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154"/>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 name="Google Shape;338;p154"/>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p:cSld name="3 pictures">
    <p:spTree>
      <p:nvGrpSpPr>
        <p:cNvPr id="339" name="Shape 339"/>
        <p:cNvGrpSpPr/>
        <p:nvPr/>
      </p:nvGrpSpPr>
      <p:grpSpPr>
        <a:xfrm>
          <a:off x="0" y="0"/>
          <a:ext cx="0" cy="0"/>
          <a:chOff x="0" y="0"/>
          <a:chExt cx="0" cy="0"/>
        </a:xfrm>
      </p:grpSpPr>
      <p:sp>
        <p:nvSpPr>
          <p:cNvPr id="340" name="Google Shape;340;p15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15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155"/>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3" name="Google Shape;343;p15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15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45" name="Google Shape;345;p155"/>
          <p:cNvSpPr/>
          <p:nvPr>
            <p:ph idx="2" type="pic"/>
          </p:nvPr>
        </p:nvSpPr>
        <p:spPr>
          <a:xfrm>
            <a:off x="485759" y="1860857"/>
            <a:ext cx="3552841" cy="1957811"/>
          </a:xfrm>
          <a:prstGeom prst="rect">
            <a:avLst/>
          </a:prstGeom>
          <a:solidFill>
            <a:schemeClr val="accent4">
              <a:alpha val="29803"/>
            </a:schemeClr>
          </a:solidFill>
          <a:ln>
            <a:noFill/>
          </a:ln>
        </p:spPr>
      </p:sp>
      <p:sp>
        <p:nvSpPr>
          <p:cNvPr id="346" name="Google Shape;346;p155"/>
          <p:cNvSpPr txBox="1"/>
          <p:nvPr>
            <p:ph idx="1" type="body"/>
          </p:nvPr>
        </p:nvSpPr>
        <p:spPr>
          <a:xfrm>
            <a:off x="4038600" y="1861032"/>
            <a:ext cx="1752600" cy="1957636"/>
          </a:xfrm>
          <a:prstGeom prst="rect">
            <a:avLst/>
          </a:prstGeom>
          <a:solidFill>
            <a:schemeClr val="accent4"/>
          </a:solid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7" name="Google Shape;347;p155"/>
          <p:cNvSpPr/>
          <p:nvPr>
            <p:ph idx="3" type="pic"/>
          </p:nvPr>
        </p:nvSpPr>
        <p:spPr>
          <a:xfrm>
            <a:off x="6403960" y="1861032"/>
            <a:ext cx="5305441" cy="3915447"/>
          </a:xfrm>
          <a:prstGeom prst="rect">
            <a:avLst/>
          </a:prstGeom>
          <a:solidFill>
            <a:srgbClr val="0095CD">
              <a:alpha val="29803"/>
            </a:srgbClr>
          </a:solidFill>
          <a:ln>
            <a:noFill/>
          </a:ln>
        </p:spPr>
      </p:sp>
      <p:sp>
        <p:nvSpPr>
          <p:cNvPr id="348" name="Google Shape;348;p155"/>
          <p:cNvSpPr/>
          <p:nvPr>
            <p:ph idx="4" type="pic"/>
          </p:nvPr>
        </p:nvSpPr>
        <p:spPr>
          <a:xfrm>
            <a:off x="2238359" y="3818668"/>
            <a:ext cx="3552841" cy="1957811"/>
          </a:xfrm>
          <a:prstGeom prst="rect">
            <a:avLst/>
          </a:prstGeom>
          <a:solidFill>
            <a:schemeClr val="accent3">
              <a:alpha val="29803"/>
            </a:schemeClr>
          </a:solidFill>
          <a:ln>
            <a:noFill/>
          </a:ln>
        </p:spPr>
      </p:sp>
      <p:sp>
        <p:nvSpPr>
          <p:cNvPr id="349" name="Google Shape;349;p155"/>
          <p:cNvSpPr txBox="1"/>
          <p:nvPr>
            <p:ph idx="5" type="body"/>
          </p:nvPr>
        </p:nvSpPr>
        <p:spPr>
          <a:xfrm>
            <a:off x="485759" y="3818843"/>
            <a:ext cx="1752600" cy="1957636"/>
          </a:xfrm>
          <a:prstGeom prst="rect">
            <a:avLst/>
          </a:prstGeom>
          <a:solidFill>
            <a:schemeClr val="accent3"/>
          </a:solid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350" name="Google Shape;350;p155"/>
          <p:cNvGrpSpPr/>
          <p:nvPr/>
        </p:nvGrpSpPr>
        <p:grpSpPr>
          <a:xfrm>
            <a:off x="0" y="6766560"/>
            <a:ext cx="12192000" cy="91440"/>
            <a:chOff x="0" y="4480421"/>
            <a:chExt cx="12192000" cy="91440"/>
          </a:xfrm>
        </p:grpSpPr>
        <p:sp>
          <p:nvSpPr>
            <p:cNvPr id="351" name="Google Shape;351;p15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2" name="Google Shape;352;p15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p15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p15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 name="Google Shape;355;p15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x2 pictures">
  <p:cSld name="4x2 pictures">
    <p:spTree>
      <p:nvGrpSpPr>
        <p:cNvPr id="356" name="Shape 356"/>
        <p:cNvGrpSpPr/>
        <p:nvPr/>
      </p:nvGrpSpPr>
      <p:grpSpPr>
        <a:xfrm>
          <a:off x="0" y="0"/>
          <a:ext cx="0" cy="0"/>
          <a:chOff x="0" y="0"/>
          <a:chExt cx="0" cy="0"/>
        </a:xfrm>
      </p:grpSpPr>
      <p:sp>
        <p:nvSpPr>
          <p:cNvPr id="357" name="Google Shape;357;p156"/>
          <p:cNvSpPr/>
          <p:nvPr>
            <p:ph idx="2" type="pic"/>
          </p:nvPr>
        </p:nvSpPr>
        <p:spPr>
          <a:xfrm>
            <a:off x="0" y="0"/>
            <a:ext cx="3044952" cy="2202144"/>
          </a:xfrm>
          <a:prstGeom prst="rect">
            <a:avLst/>
          </a:prstGeom>
          <a:solidFill>
            <a:schemeClr val="dk1">
              <a:alpha val="29803"/>
            </a:schemeClr>
          </a:solidFill>
          <a:ln>
            <a:noFill/>
          </a:ln>
        </p:spPr>
      </p:sp>
      <p:sp>
        <p:nvSpPr>
          <p:cNvPr id="358" name="Google Shape;358;p156"/>
          <p:cNvSpPr/>
          <p:nvPr>
            <p:ph idx="3" type="pic"/>
          </p:nvPr>
        </p:nvSpPr>
        <p:spPr>
          <a:xfrm>
            <a:off x="9134856" y="0"/>
            <a:ext cx="3057144" cy="2202144"/>
          </a:xfrm>
          <a:prstGeom prst="rect">
            <a:avLst/>
          </a:prstGeom>
          <a:solidFill>
            <a:schemeClr val="accent3">
              <a:alpha val="29803"/>
            </a:schemeClr>
          </a:solidFill>
          <a:ln>
            <a:noFill/>
          </a:ln>
        </p:spPr>
      </p:sp>
      <p:sp>
        <p:nvSpPr>
          <p:cNvPr id="359" name="Google Shape;359;p156"/>
          <p:cNvSpPr/>
          <p:nvPr>
            <p:ph idx="4" type="pic"/>
          </p:nvPr>
        </p:nvSpPr>
        <p:spPr>
          <a:xfrm>
            <a:off x="3044952" y="0"/>
            <a:ext cx="3044952" cy="2202144"/>
          </a:xfrm>
          <a:prstGeom prst="rect">
            <a:avLst/>
          </a:prstGeom>
          <a:solidFill>
            <a:schemeClr val="lt2">
              <a:alpha val="29803"/>
            </a:schemeClr>
          </a:solidFill>
          <a:ln>
            <a:noFill/>
          </a:ln>
        </p:spPr>
      </p:sp>
      <p:sp>
        <p:nvSpPr>
          <p:cNvPr id="360" name="Google Shape;360;p156"/>
          <p:cNvSpPr/>
          <p:nvPr>
            <p:ph idx="5" type="pic"/>
          </p:nvPr>
        </p:nvSpPr>
        <p:spPr>
          <a:xfrm>
            <a:off x="6089904" y="0"/>
            <a:ext cx="3044952" cy="2202144"/>
          </a:xfrm>
          <a:prstGeom prst="rect">
            <a:avLst/>
          </a:prstGeom>
          <a:solidFill>
            <a:schemeClr val="accent1">
              <a:alpha val="29803"/>
            </a:schemeClr>
          </a:solidFill>
          <a:ln>
            <a:noFill/>
          </a:ln>
        </p:spPr>
      </p:sp>
      <p:sp>
        <p:nvSpPr>
          <p:cNvPr id="361" name="Google Shape;361;p156"/>
          <p:cNvSpPr/>
          <p:nvPr>
            <p:ph idx="6" type="pic"/>
          </p:nvPr>
        </p:nvSpPr>
        <p:spPr>
          <a:xfrm>
            <a:off x="0" y="2202144"/>
            <a:ext cx="3044952" cy="2202144"/>
          </a:xfrm>
          <a:prstGeom prst="rect">
            <a:avLst/>
          </a:prstGeom>
          <a:solidFill>
            <a:schemeClr val="accent4">
              <a:alpha val="29803"/>
            </a:schemeClr>
          </a:solidFill>
          <a:ln>
            <a:noFill/>
          </a:ln>
        </p:spPr>
      </p:sp>
      <p:sp>
        <p:nvSpPr>
          <p:cNvPr id="362" name="Google Shape;362;p156"/>
          <p:cNvSpPr/>
          <p:nvPr>
            <p:ph idx="7" type="pic"/>
          </p:nvPr>
        </p:nvSpPr>
        <p:spPr>
          <a:xfrm>
            <a:off x="9134856" y="2202144"/>
            <a:ext cx="3057144" cy="2202144"/>
          </a:xfrm>
          <a:prstGeom prst="rect">
            <a:avLst/>
          </a:prstGeom>
          <a:solidFill>
            <a:schemeClr val="dk1">
              <a:alpha val="29803"/>
            </a:schemeClr>
          </a:solidFill>
          <a:ln>
            <a:noFill/>
          </a:ln>
        </p:spPr>
      </p:sp>
      <p:sp>
        <p:nvSpPr>
          <p:cNvPr id="363" name="Google Shape;363;p156"/>
          <p:cNvSpPr/>
          <p:nvPr>
            <p:ph idx="8" type="pic"/>
          </p:nvPr>
        </p:nvSpPr>
        <p:spPr>
          <a:xfrm>
            <a:off x="3044952" y="2202144"/>
            <a:ext cx="3044952" cy="2202144"/>
          </a:xfrm>
          <a:prstGeom prst="rect">
            <a:avLst/>
          </a:prstGeom>
          <a:solidFill>
            <a:schemeClr val="accent5">
              <a:alpha val="29803"/>
            </a:schemeClr>
          </a:solidFill>
          <a:ln>
            <a:noFill/>
          </a:ln>
        </p:spPr>
      </p:sp>
      <p:sp>
        <p:nvSpPr>
          <p:cNvPr id="364" name="Google Shape;364;p156"/>
          <p:cNvSpPr/>
          <p:nvPr>
            <p:ph idx="9" type="pic"/>
          </p:nvPr>
        </p:nvSpPr>
        <p:spPr>
          <a:xfrm>
            <a:off x="6089904" y="2202144"/>
            <a:ext cx="3044952" cy="2202144"/>
          </a:xfrm>
          <a:prstGeom prst="rect">
            <a:avLst/>
          </a:prstGeom>
          <a:solidFill>
            <a:schemeClr val="accent6">
              <a:alpha val="29803"/>
            </a:schemeClr>
          </a:solidFill>
          <a:ln>
            <a:noFill/>
          </a:ln>
        </p:spPr>
      </p:sp>
      <p:sp>
        <p:nvSpPr>
          <p:cNvPr id="365" name="Google Shape;365;p156"/>
          <p:cNvSpPr/>
          <p:nvPr/>
        </p:nvSpPr>
        <p:spPr>
          <a:xfrm>
            <a:off x="2" y="5676694"/>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 name="Google Shape;366;p156"/>
          <p:cNvSpPr txBox="1"/>
          <p:nvPr>
            <p:ph type="title"/>
          </p:nvPr>
        </p:nvSpPr>
        <p:spPr>
          <a:xfrm>
            <a:off x="838200" y="5930797"/>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7" name="Google Shape;367;p156"/>
          <p:cNvSpPr txBox="1"/>
          <p:nvPr>
            <p:ph idx="1" type="body"/>
          </p:nvPr>
        </p:nvSpPr>
        <p:spPr>
          <a:xfrm>
            <a:off x="909471" y="4652862"/>
            <a:ext cx="10373058" cy="773698"/>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and desc #2">
  <p:cSld name="4 pictures and desc #2">
    <p:spTree>
      <p:nvGrpSpPr>
        <p:cNvPr id="368" name="Shape 368"/>
        <p:cNvGrpSpPr/>
        <p:nvPr/>
      </p:nvGrpSpPr>
      <p:grpSpPr>
        <a:xfrm>
          <a:off x="0" y="0"/>
          <a:ext cx="0" cy="0"/>
          <a:chOff x="0" y="0"/>
          <a:chExt cx="0" cy="0"/>
        </a:xfrm>
      </p:grpSpPr>
      <p:sp>
        <p:nvSpPr>
          <p:cNvPr id="369" name="Google Shape;369;p157"/>
          <p:cNvSpPr/>
          <p:nvPr>
            <p:ph idx="2" type="pic"/>
          </p:nvPr>
        </p:nvSpPr>
        <p:spPr>
          <a:xfrm>
            <a:off x="0" y="0"/>
            <a:ext cx="3044952" cy="2202144"/>
          </a:xfrm>
          <a:prstGeom prst="rect">
            <a:avLst/>
          </a:prstGeom>
          <a:solidFill>
            <a:schemeClr val="accent4">
              <a:alpha val="29803"/>
            </a:schemeClr>
          </a:solidFill>
          <a:ln>
            <a:noFill/>
          </a:ln>
        </p:spPr>
      </p:sp>
      <p:sp>
        <p:nvSpPr>
          <p:cNvPr id="370" name="Google Shape;370;p157"/>
          <p:cNvSpPr/>
          <p:nvPr>
            <p:ph idx="3" type="pic"/>
          </p:nvPr>
        </p:nvSpPr>
        <p:spPr>
          <a:xfrm>
            <a:off x="6089904" y="0"/>
            <a:ext cx="3044952" cy="2202144"/>
          </a:xfrm>
          <a:prstGeom prst="rect">
            <a:avLst/>
          </a:prstGeom>
          <a:solidFill>
            <a:schemeClr val="accent1">
              <a:alpha val="29803"/>
            </a:schemeClr>
          </a:solidFill>
          <a:ln>
            <a:noFill/>
          </a:ln>
        </p:spPr>
      </p:sp>
      <p:sp>
        <p:nvSpPr>
          <p:cNvPr id="371" name="Google Shape;371;p157"/>
          <p:cNvSpPr/>
          <p:nvPr>
            <p:ph idx="4" type="pic"/>
          </p:nvPr>
        </p:nvSpPr>
        <p:spPr>
          <a:xfrm>
            <a:off x="9134856" y="2202144"/>
            <a:ext cx="3057144" cy="2202144"/>
          </a:xfrm>
          <a:prstGeom prst="rect">
            <a:avLst/>
          </a:prstGeom>
          <a:solidFill>
            <a:schemeClr val="accent3">
              <a:alpha val="29803"/>
            </a:schemeClr>
          </a:solidFill>
          <a:ln>
            <a:noFill/>
          </a:ln>
        </p:spPr>
      </p:sp>
      <p:sp>
        <p:nvSpPr>
          <p:cNvPr id="372" name="Google Shape;372;p157"/>
          <p:cNvSpPr/>
          <p:nvPr>
            <p:ph idx="5" type="pic"/>
          </p:nvPr>
        </p:nvSpPr>
        <p:spPr>
          <a:xfrm>
            <a:off x="3044952" y="2202144"/>
            <a:ext cx="3044952" cy="2202144"/>
          </a:xfrm>
          <a:prstGeom prst="rect">
            <a:avLst/>
          </a:prstGeom>
          <a:solidFill>
            <a:schemeClr val="dk2">
              <a:alpha val="29803"/>
            </a:schemeClr>
          </a:solidFill>
          <a:ln>
            <a:noFill/>
          </a:ln>
        </p:spPr>
      </p:sp>
      <p:sp>
        <p:nvSpPr>
          <p:cNvPr id="373" name="Google Shape;373;p157"/>
          <p:cNvSpPr txBox="1"/>
          <p:nvPr>
            <p:ph idx="1" type="body"/>
          </p:nvPr>
        </p:nvSpPr>
        <p:spPr>
          <a:xfrm>
            <a:off x="3044952" y="0"/>
            <a:ext cx="3044952" cy="2203704"/>
          </a:xfrm>
          <a:prstGeom prst="rect">
            <a:avLst/>
          </a:prstGeom>
          <a:solidFill>
            <a:schemeClr val="accent4"/>
          </a:solidFill>
          <a:ln>
            <a:noFill/>
          </a:ln>
        </p:spPr>
        <p:txBody>
          <a:bodyPr anchorCtr="0" anchor="ctr"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4" name="Google Shape;374;p157"/>
          <p:cNvSpPr txBox="1"/>
          <p:nvPr>
            <p:ph idx="6" type="body"/>
          </p:nvPr>
        </p:nvSpPr>
        <p:spPr>
          <a:xfrm>
            <a:off x="0" y="2202144"/>
            <a:ext cx="3044952" cy="2203704"/>
          </a:xfrm>
          <a:prstGeom prst="rect">
            <a:avLst/>
          </a:prstGeom>
          <a:solidFill>
            <a:schemeClr val="dk2"/>
          </a:solidFill>
          <a:ln>
            <a:noFill/>
          </a:ln>
        </p:spPr>
        <p:txBody>
          <a:bodyPr anchorCtr="0" anchor="ctr"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5" name="Google Shape;375;p157"/>
          <p:cNvSpPr txBox="1"/>
          <p:nvPr>
            <p:ph idx="7" type="body"/>
          </p:nvPr>
        </p:nvSpPr>
        <p:spPr>
          <a:xfrm>
            <a:off x="6089904" y="2202144"/>
            <a:ext cx="3044952" cy="2203704"/>
          </a:xfrm>
          <a:prstGeom prst="rect">
            <a:avLst/>
          </a:prstGeom>
          <a:solidFill>
            <a:schemeClr val="accent3"/>
          </a:solidFill>
          <a:ln>
            <a:noFill/>
          </a:ln>
        </p:spPr>
        <p:txBody>
          <a:bodyPr anchorCtr="0" anchor="ctr"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6" name="Google Shape;376;p157"/>
          <p:cNvSpPr txBox="1"/>
          <p:nvPr>
            <p:ph idx="8" type="body"/>
          </p:nvPr>
        </p:nvSpPr>
        <p:spPr>
          <a:xfrm>
            <a:off x="9137904" y="0"/>
            <a:ext cx="3054096" cy="2203704"/>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just">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7" name="Google Shape;377;p157"/>
          <p:cNvSpPr/>
          <p:nvPr/>
        </p:nvSpPr>
        <p:spPr>
          <a:xfrm>
            <a:off x="2" y="5676694"/>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p157"/>
          <p:cNvSpPr txBox="1"/>
          <p:nvPr>
            <p:ph type="title"/>
          </p:nvPr>
        </p:nvSpPr>
        <p:spPr>
          <a:xfrm>
            <a:off x="838200" y="5930797"/>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157"/>
          <p:cNvSpPr txBox="1"/>
          <p:nvPr>
            <p:ph idx="9" type="body"/>
          </p:nvPr>
        </p:nvSpPr>
        <p:spPr>
          <a:xfrm>
            <a:off x="909471" y="4652862"/>
            <a:ext cx="10373058" cy="773698"/>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title and desc">
  <p:cSld name="4 pictures title and desc">
    <p:spTree>
      <p:nvGrpSpPr>
        <p:cNvPr id="380" name="Shape 380"/>
        <p:cNvGrpSpPr/>
        <p:nvPr/>
      </p:nvGrpSpPr>
      <p:grpSpPr>
        <a:xfrm>
          <a:off x="0" y="0"/>
          <a:ext cx="0" cy="0"/>
          <a:chOff x="0" y="0"/>
          <a:chExt cx="0" cy="0"/>
        </a:xfrm>
      </p:grpSpPr>
      <p:sp>
        <p:nvSpPr>
          <p:cNvPr id="381" name="Google Shape;381;p158"/>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p158"/>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3" name="Google Shape;383;p158"/>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158"/>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5" name="Google Shape;385;p15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86" name="Google Shape;386;p158"/>
          <p:cNvSpPr/>
          <p:nvPr>
            <p:ph idx="2" type="pic"/>
          </p:nvPr>
        </p:nvSpPr>
        <p:spPr>
          <a:xfrm>
            <a:off x="354775" y="1425680"/>
            <a:ext cx="2600055" cy="1957811"/>
          </a:xfrm>
          <a:prstGeom prst="rect">
            <a:avLst/>
          </a:prstGeom>
          <a:solidFill>
            <a:srgbClr val="0095CD">
              <a:alpha val="29803"/>
            </a:srgbClr>
          </a:solidFill>
          <a:ln>
            <a:noFill/>
          </a:ln>
        </p:spPr>
      </p:sp>
      <p:sp>
        <p:nvSpPr>
          <p:cNvPr id="387" name="Google Shape;387;p158"/>
          <p:cNvSpPr/>
          <p:nvPr>
            <p:ph idx="3" type="pic"/>
          </p:nvPr>
        </p:nvSpPr>
        <p:spPr>
          <a:xfrm>
            <a:off x="3316627" y="1425680"/>
            <a:ext cx="2600055" cy="1957811"/>
          </a:xfrm>
          <a:prstGeom prst="rect">
            <a:avLst/>
          </a:prstGeom>
          <a:solidFill>
            <a:srgbClr val="324D5E">
              <a:alpha val="29803"/>
            </a:srgbClr>
          </a:solidFill>
          <a:ln>
            <a:noFill/>
          </a:ln>
        </p:spPr>
      </p:sp>
      <p:sp>
        <p:nvSpPr>
          <p:cNvPr id="388" name="Google Shape;388;p158"/>
          <p:cNvSpPr/>
          <p:nvPr>
            <p:ph idx="4" type="pic"/>
          </p:nvPr>
        </p:nvSpPr>
        <p:spPr>
          <a:xfrm>
            <a:off x="6278479" y="1425679"/>
            <a:ext cx="2600055" cy="1957811"/>
          </a:xfrm>
          <a:prstGeom prst="rect">
            <a:avLst/>
          </a:prstGeom>
          <a:solidFill>
            <a:srgbClr val="F17C3F">
              <a:alpha val="29803"/>
            </a:srgbClr>
          </a:solidFill>
          <a:ln>
            <a:noFill/>
          </a:ln>
        </p:spPr>
      </p:sp>
      <p:sp>
        <p:nvSpPr>
          <p:cNvPr id="389" name="Google Shape;389;p158"/>
          <p:cNvSpPr/>
          <p:nvPr>
            <p:ph idx="5" type="pic"/>
          </p:nvPr>
        </p:nvSpPr>
        <p:spPr>
          <a:xfrm>
            <a:off x="9240330" y="1425678"/>
            <a:ext cx="2600055" cy="1957811"/>
          </a:xfrm>
          <a:prstGeom prst="rect">
            <a:avLst/>
          </a:prstGeom>
          <a:solidFill>
            <a:srgbClr val="7BB21B">
              <a:alpha val="29803"/>
            </a:srgbClr>
          </a:solidFill>
          <a:ln>
            <a:noFill/>
          </a:ln>
        </p:spPr>
      </p:sp>
      <p:sp>
        <p:nvSpPr>
          <p:cNvPr id="390" name="Google Shape;390;p158"/>
          <p:cNvSpPr/>
          <p:nvPr/>
        </p:nvSpPr>
        <p:spPr>
          <a:xfrm>
            <a:off x="354775" y="3381481"/>
            <a:ext cx="2596896" cy="91440"/>
          </a:xfrm>
          <a:prstGeom prst="rect">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1" name="Google Shape;391;p158"/>
          <p:cNvSpPr/>
          <p:nvPr/>
        </p:nvSpPr>
        <p:spPr>
          <a:xfrm>
            <a:off x="3316627" y="3381481"/>
            <a:ext cx="2596896"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2" name="Google Shape;392;p158"/>
          <p:cNvSpPr/>
          <p:nvPr/>
        </p:nvSpPr>
        <p:spPr>
          <a:xfrm>
            <a:off x="6278479" y="3381480"/>
            <a:ext cx="2596896" cy="91440"/>
          </a:xfrm>
          <a:prstGeom prst="rect">
            <a:avLst/>
          </a:prstGeom>
          <a:solidFill>
            <a:srgbClr val="F17C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 name="Google Shape;393;p158"/>
          <p:cNvSpPr/>
          <p:nvPr/>
        </p:nvSpPr>
        <p:spPr>
          <a:xfrm>
            <a:off x="9240330" y="3381479"/>
            <a:ext cx="2596896" cy="91440"/>
          </a:xfrm>
          <a:prstGeom prst="rect">
            <a:avLst/>
          </a:prstGeom>
          <a:solidFill>
            <a:srgbClr val="7BB2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4" name="Google Shape;394;p158"/>
          <p:cNvSpPr txBox="1"/>
          <p:nvPr>
            <p:ph idx="1" type="body"/>
          </p:nvPr>
        </p:nvSpPr>
        <p:spPr>
          <a:xfrm>
            <a:off x="354775" y="35149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5" name="Google Shape;395;p158"/>
          <p:cNvSpPr txBox="1"/>
          <p:nvPr>
            <p:ph idx="6" type="body"/>
          </p:nvPr>
        </p:nvSpPr>
        <p:spPr>
          <a:xfrm>
            <a:off x="3316627" y="35149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6" name="Google Shape;396;p158"/>
          <p:cNvSpPr txBox="1"/>
          <p:nvPr>
            <p:ph idx="7" type="body"/>
          </p:nvPr>
        </p:nvSpPr>
        <p:spPr>
          <a:xfrm>
            <a:off x="6278479" y="35149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7" name="Google Shape;397;p158"/>
          <p:cNvSpPr txBox="1"/>
          <p:nvPr>
            <p:ph idx="8" type="body"/>
          </p:nvPr>
        </p:nvSpPr>
        <p:spPr>
          <a:xfrm>
            <a:off x="9240330" y="35149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8" name="Google Shape;398;p158"/>
          <p:cNvSpPr txBox="1"/>
          <p:nvPr>
            <p:ph idx="9" type="body"/>
          </p:nvPr>
        </p:nvSpPr>
        <p:spPr>
          <a:xfrm>
            <a:off x="354775" y="39125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9" name="Google Shape;399;p158"/>
          <p:cNvSpPr txBox="1"/>
          <p:nvPr>
            <p:ph idx="13" type="body"/>
          </p:nvPr>
        </p:nvSpPr>
        <p:spPr>
          <a:xfrm>
            <a:off x="3316627" y="39125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0" name="Google Shape;400;p158"/>
          <p:cNvSpPr txBox="1"/>
          <p:nvPr>
            <p:ph idx="14" type="body"/>
          </p:nvPr>
        </p:nvSpPr>
        <p:spPr>
          <a:xfrm>
            <a:off x="6278479" y="39125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1" name="Google Shape;401;p158"/>
          <p:cNvSpPr txBox="1"/>
          <p:nvPr>
            <p:ph idx="15" type="body"/>
          </p:nvPr>
        </p:nvSpPr>
        <p:spPr>
          <a:xfrm>
            <a:off x="9240330" y="39125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2" name="Google Shape;402;p158"/>
          <p:cNvSpPr txBox="1"/>
          <p:nvPr>
            <p:ph idx="16" type="body"/>
          </p:nvPr>
        </p:nvSpPr>
        <p:spPr>
          <a:xfrm>
            <a:off x="354775" y="4397494"/>
            <a:ext cx="2596896" cy="1640717"/>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3" name="Google Shape;403;p158"/>
          <p:cNvSpPr txBox="1"/>
          <p:nvPr>
            <p:ph idx="17" type="body"/>
          </p:nvPr>
        </p:nvSpPr>
        <p:spPr>
          <a:xfrm>
            <a:off x="3314870" y="4397494"/>
            <a:ext cx="2596896" cy="1640717"/>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4" name="Google Shape;404;p158"/>
          <p:cNvSpPr txBox="1"/>
          <p:nvPr>
            <p:ph idx="18" type="body"/>
          </p:nvPr>
        </p:nvSpPr>
        <p:spPr>
          <a:xfrm>
            <a:off x="6274965" y="4397494"/>
            <a:ext cx="2596896" cy="1640717"/>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5" name="Google Shape;405;p158"/>
          <p:cNvSpPr txBox="1"/>
          <p:nvPr>
            <p:ph idx="19" type="body"/>
          </p:nvPr>
        </p:nvSpPr>
        <p:spPr>
          <a:xfrm>
            <a:off x="9235060" y="4397494"/>
            <a:ext cx="2596896" cy="1640717"/>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06" name="Google Shape;406;p158"/>
          <p:cNvGrpSpPr/>
          <p:nvPr/>
        </p:nvGrpSpPr>
        <p:grpSpPr>
          <a:xfrm>
            <a:off x="0" y="6766560"/>
            <a:ext cx="12192000" cy="91440"/>
            <a:chOff x="0" y="4480421"/>
            <a:chExt cx="12192000" cy="91440"/>
          </a:xfrm>
        </p:grpSpPr>
        <p:sp>
          <p:nvSpPr>
            <p:cNvPr id="407" name="Google Shape;407;p158"/>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8" name="Google Shape;408;p158"/>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158"/>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 name="Google Shape;410;p158"/>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1" name="Google Shape;411;p158"/>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and title">
  <p:cSld name="4 pictures and title">
    <p:spTree>
      <p:nvGrpSpPr>
        <p:cNvPr id="412" name="Shape 412"/>
        <p:cNvGrpSpPr/>
        <p:nvPr/>
      </p:nvGrpSpPr>
      <p:grpSpPr>
        <a:xfrm>
          <a:off x="0" y="0"/>
          <a:ext cx="0" cy="0"/>
          <a:chOff x="0" y="0"/>
          <a:chExt cx="0" cy="0"/>
        </a:xfrm>
      </p:grpSpPr>
      <p:sp>
        <p:nvSpPr>
          <p:cNvPr id="413" name="Google Shape;413;p159"/>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p159"/>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159"/>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6" name="Google Shape;416;p159"/>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7" name="Google Shape;417;p15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18" name="Google Shape;418;p159"/>
          <p:cNvSpPr/>
          <p:nvPr>
            <p:ph idx="2" type="pic"/>
          </p:nvPr>
        </p:nvSpPr>
        <p:spPr>
          <a:xfrm>
            <a:off x="354775" y="2321406"/>
            <a:ext cx="2600055" cy="1957811"/>
          </a:xfrm>
          <a:prstGeom prst="rect">
            <a:avLst/>
          </a:prstGeom>
          <a:solidFill>
            <a:srgbClr val="0095CD">
              <a:alpha val="29803"/>
            </a:srgbClr>
          </a:solidFill>
          <a:ln>
            <a:noFill/>
          </a:ln>
        </p:spPr>
      </p:sp>
      <p:sp>
        <p:nvSpPr>
          <p:cNvPr id="419" name="Google Shape;419;p159"/>
          <p:cNvSpPr/>
          <p:nvPr>
            <p:ph idx="3" type="pic"/>
          </p:nvPr>
        </p:nvSpPr>
        <p:spPr>
          <a:xfrm>
            <a:off x="3316627" y="2321406"/>
            <a:ext cx="2600055" cy="1957811"/>
          </a:xfrm>
          <a:prstGeom prst="rect">
            <a:avLst/>
          </a:prstGeom>
          <a:solidFill>
            <a:srgbClr val="324D5E">
              <a:alpha val="29803"/>
            </a:srgbClr>
          </a:solidFill>
          <a:ln>
            <a:noFill/>
          </a:ln>
        </p:spPr>
      </p:sp>
      <p:sp>
        <p:nvSpPr>
          <p:cNvPr id="420" name="Google Shape;420;p159"/>
          <p:cNvSpPr/>
          <p:nvPr>
            <p:ph idx="4" type="pic"/>
          </p:nvPr>
        </p:nvSpPr>
        <p:spPr>
          <a:xfrm>
            <a:off x="6278479" y="2321405"/>
            <a:ext cx="2600055" cy="1957811"/>
          </a:xfrm>
          <a:prstGeom prst="rect">
            <a:avLst/>
          </a:prstGeom>
          <a:solidFill>
            <a:srgbClr val="F17C3F">
              <a:alpha val="29803"/>
            </a:srgbClr>
          </a:solidFill>
          <a:ln>
            <a:noFill/>
          </a:ln>
        </p:spPr>
      </p:sp>
      <p:sp>
        <p:nvSpPr>
          <p:cNvPr id="421" name="Google Shape;421;p159"/>
          <p:cNvSpPr/>
          <p:nvPr>
            <p:ph idx="5" type="pic"/>
          </p:nvPr>
        </p:nvSpPr>
        <p:spPr>
          <a:xfrm>
            <a:off x="9240330" y="2321404"/>
            <a:ext cx="2600055" cy="1957811"/>
          </a:xfrm>
          <a:prstGeom prst="rect">
            <a:avLst/>
          </a:prstGeom>
          <a:solidFill>
            <a:srgbClr val="7BB21B">
              <a:alpha val="29803"/>
            </a:srgbClr>
          </a:solidFill>
          <a:ln>
            <a:noFill/>
          </a:ln>
        </p:spPr>
      </p:sp>
      <p:sp>
        <p:nvSpPr>
          <p:cNvPr id="422" name="Google Shape;422;p159"/>
          <p:cNvSpPr/>
          <p:nvPr/>
        </p:nvSpPr>
        <p:spPr>
          <a:xfrm>
            <a:off x="354775" y="4277207"/>
            <a:ext cx="2596896" cy="91440"/>
          </a:xfrm>
          <a:prstGeom prst="rect">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3" name="Google Shape;423;p159"/>
          <p:cNvSpPr/>
          <p:nvPr/>
        </p:nvSpPr>
        <p:spPr>
          <a:xfrm>
            <a:off x="3316627" y="4277207"/>
            <a:ext cx="2596896"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 name="Google Shape;424;p159"/>
          <p:cNvSpPr/>
          <p:nvPr/>
        </p:nvSpPr>
        <p:spPr>
          <a:xfrm>
            <a:off x="6278479" y="4277206"/>
            <a:ext cx="2596896" cy="91440"/>
          </a:xfrm>
          <a:prstGeom prst="rect">
            <a:avLst/>
          </a:prstGeom>
          <a:solidFill>
            <a:srgbClr val="F17C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 name="Google Shape;425;p159"/>
          <p:cNvSpPr/>
          <p:nvPr/>
        </p:nvSpPr>
        <p:spPr>
          <a:xfrm>
            <a:off x="9240330" y="4277205"/>
            <a:ext cx="2596896" cy="91440"/>
          </a:xfrm>
          <a:prstGeom prst="rect">
            <a:avLst/>
          </a:prstGeom>
          <a:solidFill>
            <a:srgbClr val="7BB2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 name="Google Shape;426;p159"/>
          <p:cNvSpPr txBox="1"/>
          <p:nvPr>
            <p:ph idx="1" type="body"/>
          </p:nvPr>
        </p:nvSpPr>
        <p:spPr>
          <a:xfrm>
            <a:off x="354775" y="441066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159"/>
          <p:cNvSpPr txBox="1"/>
          <p:nvPr>
            <p:ph idx="6" type="body"/>
          </p:nvPr>
        </p:nvSpPr>
        <p:spPr>
          <a:xfrm>
            <a:off x="3316627" y="441066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8" name="Google Shape;428;p159"/>
          <p:cNvSpPr txBox="1"/>
          <p:nvPr>
            <p:ph idx="7" type="body"/>
          </p:nvPr>
        </p:nvSpPr>
        <p:spPr>
          <a:xfrm>
            <a:off x="6278479" y="441066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9" name="Google Shape;429;p159"/>
          <p:cNvSpPr txBox="1"/>
          <p:nvPr>
            <p:ph idx="8" type="body"/>
          </p:nvPr>
        </p:nvSpPr>
        <p:spPr>
          <a:xfrm>
            <a:off x="9240330" y="441066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0" name="Google Shape;430;p159"/>
          <p:cNvSpPr txBox="1"/>
          <p:nvPr>
            <p:ph idx="9" type="body"/>
          </p:nvPr>
        </p:nvSpPr>
        <p:spPr>
          <a:xfrm>
            <a:off x="354775" y="4884483"/>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1" name="Google Shape;431;p159"/>
          <p:cNvSpPr txBox="1"/>
          <p:nvPr>
            <p:ph idx="13" type="body"/>
          </p:nvPr>
        </p:nvSpPr>
        <p:spPr>
          <a:xfrm>
            <a:off x="3316627" y="4884483"/>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2" name="Google Shape;432;p159"/>
          <p:cNvSpPr txBox="1"/>
          <p:nvPr>
            <p:ph idx="14" type="body"/>
          </p:nvPr>
        </p:nvSpPr>
        <p:spPr>
          <a:xfrm>
            <a:off x="6278479" y="4884483"/>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3" name="Google Shape;433;p159"/>
          <p:cNvSpPr txBox="1"/>
          <p:nvPr>
            <p:ph idx="15" type="body"/>
          </p:nvPr>
        </p:nvSpPr>
        <p:spPr>
          <a:xfrm>
            <a:off x="9240330" y="4884483"/>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34" name="Google Shape;434;p159"/>
          <p:cNvGrpSpPr/>
          <p:nvPr/>
        </p:nvGrpSpPr>
        <p:grpSpPr>
          <a:xfrm>
            <a:off x="0" y="6766560"/>
            <a:ext cx="12192000" cy="91440"/>
            <a:chOff x="0" y="4480421"/>
            <a:chExt cx="12192000" cy="91440"/>
          </a:xfrm>
        </p:grpSpPr>
        <p:sp>
          <p:nvSpPr>
            <p:cNvPr id="435" name="Google Shape;435;p15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 name="Google Shape;436;p159"/>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 name="Google Shape;437;p15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8" name="Google Shape;438;p15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 name="Google Shape;439;p15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hexa">
  <p:cSld name="4 pictures hexa">
    <p:spTree>
      <p:nvGrpSpPr>
        <p:cNvPr id="440" name="Shape 440"/>
        <p:cNvGrpSpPr/>
        <p:nvPr/>
      </p:nvGrpSpPr>
      <p:grpSpPr>
        <a:xfrm>
          <a:off x="0" y="0"/>
          <a:ext cx="0" cy="0"/>
          <a:chOff x="0" y="0"/>
          <a:chExt cx="0" cy="0"/>
        </a:xfrm>
      </p:grpSpPr>
      <p:sp>
        <p:nvSpPr>
          <p:cNvPr id="441" name="Google Shape;441;p160"/>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 name="Google Shape;442;p160"/>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3" name="Google Shape;443;p160"/>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4" name="Google Shape;444;p160"/>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5" name="Google Shape;445;p16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46" name="Google Shape;446;p160"/>
          <p:cNvSpPr/>
          <p:nvPr>
            <p:ph idx="2" type="pic"/>
          </p:nvPr>
        </p:nvSpPr>
        <p:spPr>
          <a:xfrm>
            <a:off x="813040" y="2321406"/>
            <a:ext cx="2600055" cy="1957811"/>
          </a:xfrm>
          <a:prstGeom prst="hexagon">
            <a:avLst>
              <a:gd fmla="val 25000" name="adj"/>
              <a:gd fmla="val 115470" name="vf"/>
            </a:avLst>
          </a:prstGeom>
          <a:solidFill>
            <a:srgbClr val="0095CD">
              <a:alpha val="29803"/>
            </a:srgbClr>
          </a:solidFill>
          <a:ln>
            <a:noFill/>
          </a:ln>
        </p:spPr>
      </p:sp>
      <p:sp>
        <p:nvSpPr>
          <p:cNvPr id="447" name="Google Shape;447;p160"/>
          <p:cNvSpPr txBox="1"/>
          <p:nvPr>
            <p:ph idx="1" type="body"/>
          </p:nvPr>
        </p:nvSpPr>
        <p:spPr>
          <a:xfrm>
            <a:off x="813040" y="178070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8" name="Google Shape;448;p160"/>
          <p:cNvSpPr txBox="1"/>
          <p:nvPr>
            <p:ph idx="3" type="body"/>
          </p:nvPr>
        </p:nvSpPr>
        <p:spPr>
          <a:xfrm>
            <a:off x="813040" y="4398473"/>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9" name="Google Shape;449;p160"/>
          <p:cNvSpPr/>
          <p:nvPr>
            <p:ph idx="4" type="pic"/>
          </p:nvPr>
        </p:nvSpPr>
        <p:spPr>
          <a:xfrm>
            <a:off x="3412068" y="3394458"/>
            <a:ext cx="2600055" cy="1957811"/>
          </a:xfrm>
          <a:prstGeom prst="hexagon">
            <a:avLst>
              <a:gd fmla="val 25000" name="adj"/>
              <a:gd fmla="val 115470" name="vf"/>
            </a:avLst>
          </a:prstGeom>
          <a:solidFill>
            <a:srgbClr val="324D5E">
              <a:alpha val="29803"/>
            </a:srgbClr>
          </a:solidFill>
          <a:ln>
            <a:noFill/>
          </a:ln>
        </p:spPr>
      </p:sp>
      <p:sp>
        <p:nvSpPr>
          <p:cNvPr id="450" name="Google Shape;450;p160"/>
          <p:cNvSpPr txBox="1"/>
          <p:nvPr>
            <p:ph idx="5" type="body"/>
          </p:nvPr>
        </p:nvSpPr>
        <p:spPr>
          <a:xfrm>
            <a:off x="3412068" y="285375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1" name="Google Shape;451;p160"/>
          <p:cNvSpPr txBox="1"/>
          <p:nvPr>
            <p:ph idx="6" type="body"/>
          </p:nvPr>
        </p:nvSpPr>
        <p:spPr>
          <a:xfrm>
            <a:off x="3412068" y="547152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2" name="Google Shape;452;p160"/>
          <p:cNvSpPr/>
          <p:nvPr>
            <p:ph idx="7" type="pic"/>
          </p:nvPr>
        </p:nvSpPr>
        <p:spPr>
          <a:xfrm>
            <a:off x="6007937" y="2321406"/>
            <a:ext cx="2600055" cy="1957811"/>
          </a:xfrm>
          <a:prstGeom prst="hexagon">
            <a:avLst>
              <a:gd fmla="val 25000" name="adj"/>
              <a:gd fmla="val 115470" name="vf"/>
            </a:avLst>
          </a:prstGeom>
          <a:solidFill>
            <a:srgbClr val="F17C3F">
              <a:alpha val="29803"/>
            </a:srgbClr>
          </a:solidFill>
          <a:ln>
            <a:noFill/>
          </a:ln>
        </p:spPr>
      </p:sp>
      <p:sp>
        <p:nvSpPr>
          <p:cNvPr id="453" name="Google Shape;453;p160"/>
          <p:cNvSpPr txBox="1"/>
          <p:nvPr>
            <p:ph idx="8" type="body"/>
          </p:nvPr>
        </p:nvSpPr>
        <p:spPr>
          <a:xfrm>
            <a:off x="6007937" y="178070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4" name="Google Shape;454;p160"/>
          <p:cNvSpPr txBox="1"/>
          <p:nvPr>
            <p:ph idx="9" type="body"/>
          </p:nvPr>
        </p:nvSpPr>
        <p:spPr>
          <a:xfrm>
            <a:off x="6007937" y="4398473"/>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5" name="Google Shape;455;p160"/>
          <p:cNvSpPr/>
          <p:nvPr>
            <p:ph idx="13" type="pic"/>
          </p:nvPr>
        </p:nvSpPr>
        <p:spPr>
          <a:xfrm>
            <a:off x="8603806" y="3391318"/>
            <a:ext cx="2600055" cy="1957811"/>
          </a:xfrm>
          <a:prstGeom prst="hexagon">
            <a:avLst>
              <a:gd fmla="val 25000" name="adj"/>
              <a:gd fmla="val 115470" name="vf"/>
            </a:avLst>
          </a:prstGeom>
          <a:solidFill>
            <a:srgbClr val="7BB21B">
              <a:alpha val="29803"/>
            </a:srgbClr>
          </a:solidFill>
          <a:ln>
            <a:noFill/>
          </a:ln>
        </p:spPr>
      </p:sp>
      <p:sp>
        <p:nvSpPr>
          <p:cNvPr id="456" name="Google Shape;456;p160"/>
          <p:cNvSpPr txBox="1"/>
          <p:nvPr>
            <p:ph idx="14" type="body"/>
          </p:nvPr>
        </p:nvSpPr>
        <p:spPr>
          <a:xfrm>
            <a:off x="8603806" y="285061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7" name="Google Shape;457;p160"/>
          <p:cNvSpPr txBox="1"/>
          <p:nvPr>
            <p:ph idx="15" type="body"/>
          </p:nvPr>
        </p:nvSpPr>
        <p:spPr>
          <a:xfrm>
            <a:off x="8603806" y="546838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58" name="Google Shape;458;p160"/>
          <p:cNvGrpSpPr/>
          <p:nvPr/>
        </p:nvGrpSpPr>
        <p:grpSpPr>
          <a:xfrm>
            <a:off x="0" y="6766560"/>
            <a:ext cx="12192000" cy="91440"/>
            <a:chOff x="0" y="4480421"/>
            <a:chExt cx="12192000" cy="91440"/>
          </a:xfrm>
        </p:grpSpPr>
        <p:sp>
          <p:nvSpPr>
            <p:cNvPr id="459" name="Google Shape;459;p160"/>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0" name="Google Shape;460;p160"/>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1" name="Google Shape;461;p160"/>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2" name="Google Shape;462;p160"/>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p160"/>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oval">
  <p:cSld name="4 pictures oval">
    <p:spTree>
      <p:nvGrpSpPr>
        <p:cNvPr id="464" name="Shape 464"/>
        <p:cNvGrpSpPr/>
        <p:nvPr/>
      </p:nvGrpSpPr>
      <p:grpSpPr>
        <a:xfrm>
          <a:off x="0" y="0"/>
          <a:ext cx="0" cy="0"/>
          <a:chOff x="0" y="0"/>
          <a:chExt cx="0" cy="0"/>
        </a:xfrm>
      </p:grpSpPr>
      <p:sp>
        <p:nvSpPr>
          <p:cNvPr id="465" name="Google Shape;465;p161"/>
          <p:cNvSpPr/>
          <p:nvPr/>
        </p:nvSpPr>
        <p:spPr>
          <a:xfrm>
            <a:off x="5912775" y="2257292"/>
            <a:ext cx="2780902" cy="209546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6" name="Google Shape;466;p161"/>
          <p:cNvSpPr/>
          <p:nvPr/>
        </p:nvSpPr>
        <p:spPr>
          <a:xfrm>
            <a:off x="3320065" y="3322489"/>
            <a:ext cx="2780902" cy="209546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7" name="Google Shape;467;p161"/>
          <p:cNvSpPr/>
          <p:nvPr/>
        </p:nvSpPr>
        <p:spPr>
          <a:xfrm>
            <a:off x="8511803" y="3322489"/>
            <a:ext cx="2780902" cy="209546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p161"/>
          <p:cNvSpPr/>
          <p:nvPr/>
        </p:nvSpPr>
        <p:spPr>
          <a:xfrm>
            <a:off x="721037" y="2257292"/>
            <a:ext cx="2780902" cy="209546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9" name="Google Shape;469;p161"/>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0" name="Google Shape;470;p161"/>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1" name="Google Shape;471;p161"/>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2" name="Google Shape;472;p161"/>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3" name="Google Shape;473;p161"/>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74" name="Google Shape;474;p161"/>
          <p:cNvSpPr/>
          <p:nvPr>
            <p:ph idx="2" type="pic"/>
          </p:nvPr>
        </p:nvSpPr>
        <p:spPr>
          <a:xfrm>
            <a:off x="813040" y="2321406"/>
            <a:ext cx="2600055" cy="1957811"/>
          </a:xfrm>
          <a:prstGeom prst="ellipse">
            <a:avLst/>
          </a:prstGeom>
          <a:solidFill>
            <a:srgbClr val="0095CD">
              <a:alpha val="29803"/>
            </a:srgbClr>
          </a:solidFill>
          <a:ln>
            <a:noFill/>
          </a:ln>
        </p:spPr>
      </p:sp>
      <p:sp>
        <p:nvSpPr>
          <p:cNvPr id="475" name="Google Shape;475;p161"/>
          <p:cNvSpPr txBox="1"/>
          <p:nvPr>
            <p:ph idx="1" type="body"/>
          </p:nvPr>
        </p:nvSpPr>
        <p:spPr>
          <a:xfrm>
            <a:off x="813040" y="178070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6" name="Google Shape;476;p161"/>
          <p:cNvSpPr txBox="1"/>
          <p:nvPr>
            <p:ph idx="3" type="body"/>
          </p:nvPr>
        </p:nvSpPr>
        <p:spPr>
          <a:xfrm>
            <a:off x="813040" y="4398473"/>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7" name="Google Shape;477;p161"/>
          <p:cNvSpPr/>
          <p:nvPr>
            <p:ph idx="4" type="pic"/>
          </p:nvPr>
        </p:nvSpPr>
        <p:spPr>
          <a:xfrm>
            <a:off x="3410489" y="3391318"/>
            <a:ext cx="2600055" cy="1957811"/>
          </a:xfrm>
          <a:prstGeom prst="ellipse">
            <a:avLst/>
          </a:prstGeom>
          <a:solidFill>
            <a:srgbClr val="324D5E">
              <a:alpha val="29803"/>
            </a:srgbClr>
          </a:solidFill>
          <a:ln>
            <a:noFill/>
          </a:ln>
        </p:spPr>
      </p:sp>
      <p:sp>
        <p:nvSpPr>
          <p:cNvPr id="478" name="Google Shape;478;p161"/>
          <p:cNvSpPr txBox="1"/>
          <p:nvPr>
            <p:ph idx="5" type="body"/>
          </p:nvPr>
        </p:nvSpPr>
        <p:spPr>
          <a:xfrm>
            <a:off x="3412068" y="285375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9" name="Google Shape;479;p161"/>
          <p:cNvSpPr txBox="1"/>
          <p:nvPr>
            <p:ph idx="6" type="body"/>
          </p:nvPr>
        </p:nvSpPr>
        <p:spPr>
          <a:xfrm>
            <a:off x="3412068" y="547152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0" name="Google Shape;480;p161"/>
          <p:cNvSpPr/>
          <p:nvPr>
            <p:ph idx="7" type="pic"/>
          </p:nvPr>
        </p:nvSpPr>
        <p:spPr>
          <a:xfrm>
            <a:off x="6007937" y="2321406"/>
            <a:ext cx="2600055" cy="1957811"/>
          </a:xfrm>
          <a:prstGeom prst="ellipse">
            <a:avLst/>
          </a:prstGeom>
          <a:solidFill>
            <a:srgbClr val="F17C3F">
              <a:alpha val="29803"/>
            </a:srgbClr>
          </a:solidFill>
          <a:ln>
            <a:noFill/>
          </a:ln>
        </p:spPr>
      </p:sp>
      <p:sp>
        <p:nvSpPr>
          <p:cNvPr id="481" name="Google Shape;481;p161"/>
          <p:cNvSpPr txBox="1"/>
          <p:nvPr>
            <p:ph idx="8" type="body"/>
          </p:nvPr>
        </p:nvSpPr>
        <p:spPr>
          <a:xfrm>
            <a:off x="6007937" y="178070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2" name="Google Shape;482;p161"/>
          <p:cNvSpPr txBox="1"/>
          <p:nvPr>
            <p:ph idx="9" type="body"/>
          </p:nvPr>
        </p:nvSpPr>
        <p:spPr>
          <a:xfrm>
            <a:off x="6007937" y="4398473"/>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3" name="Google Shape;483;p161"/>
          <p:cNvSpPr/>
          <p:nvPr>
            <p:ph idx="13" type="pic"/>
          </p:nvPr>
        </p:nvSpPr>
        <p:spPr>
          <a:xfrm>
            <a:off x="8603806" y="3391318"/>
            <a:ext cx="2600055" cy="1957811"/>
          </a:xfrm>
          <a:prstGeom prst="ellipse">
            <a:avLst/>
          </a:prstGeom>
          <a:solidFill>
            <a:srgbClr val="7BB21B">
              <a:alpha val="29803"/>
            </a:srgbClr>
          </a:solidFill>
          <a:ln>
            <a:noFill/>
          </a:ln>
        </p:spPr>
      </p:sp>
      <p:sp>
        <p:nvSpPr>
          <p:cNvPr id="484" name="Google Shape;484;p161"/>
          <p:cNvSpPr txBox="1"/>
          <p:nvPr>
            <p:ph idx="14" type="body"/>
          </p:nvPr>
        </p:nvSpPr>
        <p:spPr>
          <a:xfrm>
            <a:off x="8603806" y="285061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5" name="Google Shape;485;p161"/>
          <p:cNvSpPr txBox="1"/>
          <p:nvPr>
            <p:ph idx="15" type="body"/>
          </p:nvPr>
        </p:nvSpPr>
        <p:spPr>
          <a:xfrm>
            <a:off x="8603806" y="546838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86" name="Google Shape;486;p161"/>
          <p:cNvGrpSpPr/>
          <p:nvPr/>
        </p:nvGrpSpPr>
        <p:grpSpPr>
          <a:xfrm>
            <a:off x="0" y="6766560"/>
            <a:ext cx="12192000" cy="91440"/>
            <a:chOff x="0" y="4480421"/>
            <a:chExt cx="12192000" cy="91440"/>
          </a:xfrm>
        </p:grpSpPr>
        <p:sp>
          <p:nvSpPr>
            <p:cNvPr id="487" name="Google Shape;487;p161"/>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8" name="Google Shape;488;p161"/>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 name="Google Shape;489;p161"/>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 name="Google Shape;490;p161"/>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1" name="Google Shape;491;p161"/>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x2 pictures circle">
  <p:cSld name="4x2 pictures circle">
    <p:spTree>
      <p:nvGrpSpPr>
        <p:cNvPr id="492" name="Shape 492"/>
        <p:cNvGrpSpPr/>
        <p:nvPr/>
      </p:nvGrpSpPr>
      <p:grpSpPr>
        <a:xfrm>
          <a:off x="0" y="0"/>
          <a:ext cx="0" cy="0"/>
          <a:chOff x="0" y="0"/>
          <a:chExt cx="0" cy="0"/>
        </a:xfrm>
      </p:grpSpPr>
      <p:sp>
        <p:nvSpPr>
          <p:cNvPr id="493" name="Google Shape;493;p162"/>
          <p:cNvSpPr/>
          <p:nvPr/>
        </p:nvSpPr>
        <p:spPr>
          <a:xfrm>
            <a:off x="894311" y="1825748"/>
            <a:ext cx="1998578" cy="199857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4" name="Google Shape;494;p162"/>
          <p:cNvSpPr/>
          <p:nvPr>
            <p:ph idx="2" type="pic"/>
          </p:nvPr>
        </p:nvSpPr>
        <p:spPr>
          <a:xfrm>
            <a:off x="971180" y="1902617"/>
            <a:ext cx="1844841" cy="1844841"/>
          </a:xfrm>
          <a:prstGeom prst="ellipse">
            <a:avLst/>
          </a:prstGeom>
          <a:solidFill>
            <a:srgbClr val="0095CD">
              <a:alpha val="29803"/>
            </a:srgbClr>
          </a:solidFill>
          <a:ln>
            <a:noFill/>
          </a:ln>
        </p:spPr>
      </p:sp>
      <p:sp>
        <p:nvSpPr>
          <p:cNvPr id="495" name="Google Shape;495;p162"/>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6" name="Google Shape;496;p162"/>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7" name="Google Shape;497;p162"/>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8" name="Google Shape;498;p162"/>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9" name="Google Shape;499;p162"/>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00" name="Google Shape;500;p162"/>
          <p:cNvSpPr txBox="1"/>
          <p:nvPr>
            <p:ph idx="1" type="body"/>
          </p:nvPr>
        </p:nvSpPr>
        <p:spPr>
          <a:xfrm>
            <a:off x="595152" y="144500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1" name="Google Shape;501;p162"/>
          <p:cNvSpPr/>
          <p:nvPr/>
        </p:nvSpPr>
        <p:spPr>
          <a:xfrm>
            <a:off x="8889332" y="1825748"/>
            <a:ext cx="1998578" cy="199857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2" name="Google Shape;502;p162"/>
          <p:cNvSpPr/>
          <p:nvPr>
            <p:ph idx="3" type="pic"/>
          </p:nvPr>
        </p:nvSpPr>
        <p:spPr>
          <a:xfrm>
            <a:off x="8966201" y="1902617"/>
            <a:ext cx="1844841" cy="1844841"/>
          </a:xfrm>
          <a:prstGeom prst="ellipse">
            <a:avLst/>
          </a:prstGeom>
          <a:solidFill>
            <a:srgbClr val="0095CD">
              <a:alpha val="29803"/>
            </a:srgbClr>
          </a:solidFill>
          <a:ln>
            <a:noFill/>
          </a:ln>
        </p:spPr>
      </p:sp>
      <p:sp>
        <p:nvSpPr>
          <p:cNvPr id="503" name="Google Shape;503;p162"/>
          <p:cNvSpPr txBox="1"/>
          <p:nvPr>
            <p:ph idx="4" type="body"/>
          </p:nvPr>
        </p:nvSpPr>
        <p:spPr>
          <a:xfrm>
            <a:off x="8590173" y="144500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4" name="Google Shape;504;p162"/>
          <p:cNvSpPr/>
          <p:nvPr/>
        </p:nvSpPr>
        <p:spPr>
          <a:xfrm>
            <a:off x="6224325" y="1825748"/>
            <a:ext cx="1998578" cy="199857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p162"/>
          <p:cNvSpPr/>
          <p:nvPr>
            <p:ph idx="5" type="pic"/>
          </p:nvPr>
        </p:nvSpPr>
        <p:spPr>
          <a:xfrm>
            <a:off x="6301194" y="1902617"/>
            <a:ext cx="1844841" cy="1844841"/>
          </a:xfrm>
          <a:prstGeom prst="ellipse">
            <a:avLst/>
          </a:prstGeom>
          <a:solidFill>
            <a:srgbClr val="0095CD">
              <a:alpha val="29803"/>
            </a:srgbClr>
          </a:solidFill>
          <a:ln>
            <a:noFill/>
          </a:ln>
        </p:spPr>
      </p:sp>
      <p:sp>
        <p:nvSpPr>
          <p:cNvPr id="506" name="Google Shape;506;p162"/>
          <p:cNvSpPr txBox="1"/>
          <p:nvPr>
            <p:ph idx="6" type="body"/>
          </p:nvPr>
        </p:nvSpPr>
        <p:spPr>
          <a:xfrm>
            <a:off x="5925166" y="144500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7" name="Google Shape;507;p162"/>
          <p:cNvSpPr/>
          <p:nvPr/>
        </p:nvSpPr>
        <p:spPr>
          <a:xfrm>
            <a:off x="3559318" y="1825748"/>
            <a:ext cx="1998578" cy="199857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8" name="Google Shape;508;p162"/>
          <p:cNvSpPr/>
          <p:nvPr>
            <p:ph idx="7" type="pic"/>
          </p:nvPr>
        </p:nvSpPr>
        <p:spPr>
          <a:xfrm>
            <a:off x="3636187" y="1902617"/>
            <a:ext cx="1844841" cy="1844841"/>
          </a:xfrm>
          <a:prstGeom prst="ellipse">
            <a:avLst/>
          </a:prstGeom>
          <a:solidFill>
            <a:srgbClr val="0095CD">
              <a:alpha val="29803"/>
            </a:srgbClr>
          </a:solidFill>
          <a:ln>
            <a:noFill/>
          </a:ln>
        </p:spPr>
      </p:sp>
      <p:sp>
        <p:nvSpPr>
          <p:cNvPr id="509" name="Google Shape;509;p162"/>
          <p:cNvSpPr txBox="1"/>
          <p:nvPr>
            <p:ph idx="8" type="body"/>
          </p:nvPr>
        </p:nvSpPr>
        <p:spPr>
          <a:xfrm>
            <a:off x="3260159" y="144500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0" name="Google Shape;510;p162"/>
          <p:cNvSpPr/>
          <p:nvPr/>
        </p:nvSpPr>
        <p:spPr>
          <a:xfrm>
            <a:off x="894311" y="4268934"/>
            <a:ext cx="1998578" cy="199857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162"/>
          <p:cNvSpPr/>
          <p:nvPr>
            <p:ph idx="9" type="pic"/>
          </p:nvPr>
        </p:nvSpPr>
        <p:spPr>
          <a:xfrm>
            <a:off x="971180" y="4345803"/>
            <a:ext cx="1844841" cy="1844841"/>
          </a:xfrm>
          <a:prstGeom prst="ellipse">
            <a:avLst/>
          </a:prstGeom>
          <a:solidFill>
            <a:srgbClr val="0095CD">
              <a:alpha val="29803"/>
            </a:srgbClr>
          </a:solidFill>
          <a:ln>
            <a:noFill/>
          </a:ln>
        </p:spPr>
      </p:sp>
      <p:sp>
        <p:nvSpPr>
          <p:cNvPr id="512" name="Google Shape;512;p162"/>
          <p:cNvSpPr txBox="1"/>
          <p:nvPr>
            <p:ph idx="13" type="body"/>
          </p:nvPr>
        </p:nvSpPr>
        <p:spPr>
          <a:xfrm>
            <a:off x="595152" y="388819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3" name="Google Shape;513;p162"/>
          <p:cNvSpPr/>
          <p:nvPr/>
        </p:nvSpPr>
        <p:spPr>
          <a:xfrm>
            <a:off x="8889332" y="4268934"/>
            <a:ext cx="1998578" cy="199857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4" name="Google Shape;514;p162"/>
          <p:cNvSpPr/>
          <p:nvPr>
            <p:ph idx="14" type="pic"/>
          </p:nvPr>
        </p:nvSpPr>
        <p:spPr>
          <a:xfrm>
            <a:off x="8966201" y="4345803"/>
            <a:ext cx="1844841" cy="1844841"/>
          </a:xfrm>
          <a:prstGeom prst="ellipse">
            <a:avLst/>
          </a:prstGeom>
          <a:solidFill>
            <a:srgbClr val="0095CD">
              <a:alpha val="29803"/>
            </a:srgbClr>
          </a:solidFill>
          <a:ln>
            <a:noFill/>
          </a:ln>
        </p:spPr>
      </p:sp>
      <p:sp>
        <p:nvSpPr>
          <p:cNvPr id="515" name="Google Shape;515;p162"/>
          <p:cNvSpPr txBox="1"/>
          <p:nvPr>
            <p:ph idx="15" type="body"/>
          </p:nvPr>
        </p:nvSpPr>
        <p:spPr>
          <a:xfrm>
            <a:off x="8590173" y="388819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6" name="Google Shape;516;p162"/>
          <p:cNvSpPr/>
          <p:nvPr/>
        </p:nvSpPr>
        <p:spPr>
          <a:xfrm>
            <a:off x="6224325" y="4268934"/>
            <a:ext cx="1998578" cy="199857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162"/>
          <p:cNvSpPr/>
          <p:nvPr>
            <p:ph idx="16" type="pic"/>
          </p:nvPr>
        </p:nvSpPr>
        <p:spPr>
          <a:xfrm>
            <a:off x="6301194" y="4345803"/>
            <a:ext cx="1844841" cy="1844841"/>
          </a:xfrm>
          <a:prstGeom prst="ellipse">
            <a:avLst/>
          </a:prstGeom>
          <a:solidFill>
            <a:srgbClr val="0095CD">
              <a:alpha val="29803"/>
            </a:srgbClr>
          </a:solidFill>
          <a:ln>
            <a:noFill/>
          </a:ln>
        </p:spPr>
      </p:sp>
      <p:sp>
        <p:nvSpPr>
          <p:cNvPr id="518" name="Google Shape;518;p162"/>
          <p:cNvSpPr txBox="1"/>
          <p:nvPr>
            <p:ph idx="17" type="body"/>
          </p:nvPr>
        </p:nvSpPr>
        <p:spPr>
          <a:xfrm>
            <a:off x="5925166" y="388819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9" name="Google Shape;519;p162"/>
          <p:cNvSpPr/>
          <p:nvPr/>
        </p:nvSpPr>
        <p:spPr>
          <a:xfrm>
            <a:off x="3559318" y="4268934"/>
            <a:ext cx="1998578" cy="1998578"/>
          </a:xfrm>
          <a:prstGeom prst="ellipse">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0" name="Google Shape;520;p162"/>
          <p:cNvSpPr/>
          <p:nvPr>
            <p:ph idx="18" type="pic"/>
          </p:nvPr>
        </p:nvSpPr>
        <p:spPr>
          <a:xfrm>
            <a:off x="3636187" y="4345803"/>
            <a:ext cx="1844841" cy="1844841"/>
          </a:xfrm>
          <a:prstGeom prst="ellipse">
            <a:avLst/>
          </a:prstGeom>
          <a:solidFill>
            <a:srgbClr val="0095CD">
              <a:alpha val="29803"/>
            </a:srgbClr>
          </a:solidFill>
          <a:ln>
            <a:noFill/>
          </a:ln>
        </p:spPr>
      </p:sp>
      <p:sp>
        <p:nvSpPr>
          <p:cNvPr id="521" name="Google Shape;521;p162"/>
          <p:cNvSpPr txBox="1"/>
          <p:nvPr>
            <p:ph idx="19" type="body"/>
          </p:nvPr>
        </p:nvSpPr>
        <p:spPr>
          <a:xfrm>
            <a:off x="3260159" y="3888195"/>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522" name="Google Shape;522;p162"/>
          <p:cNvGrpSpPr/>
          <p:nvPr/>
        </p:nvGrpSpPr>
        <p:grpSpPr>
          <a:xfrm>
            <a:off x="0" y="6766560"/>
            <a:ext cx="12192000" cy="91440"/>
            <a:chOff x="0" y="4480421"/>
            <a:chExt cx="12192000" cy="91440"/>
          </a:xfrm>
        </p:grpSpPr>
        <p:sp>
          <p:nvSpPr>
            <p:cNvPr id="523" name="Google Shape;523;p162"/>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 name="Google Shape;524;p162"/>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p162"/>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6" name="Google Shape;526;p162"/>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 name="Google Shape;527;p16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title and desc #2">
  <p:cSld name="4 pictures title and desc #2">
    <p:spTree>
      <p:nvGrpSpPr>
        <p:cNvPr id="528" name="Shape 528"/>
        <p:cNvGrpSpPr/>
        <p:nvPr/>
      </p:nvGrpSpPr>
      <p:grpSpPr>
        <a:xfrm>
          <a:off x="0" y="0"/>
          <a:ext cx="0" cy="0"/>
          <a:chOff x="0" y="0"/>
          <a:chExt cx="0" cy="0"/>
        </a:xfrm>
      </p:grpSpPr>
      <p:sp>
        <p:nvSpPr>
          <p:cNvPr id="529" name="Google Shape;529;p16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0" name="Google Shape;530;p16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1" name="Google Shape;531;p163"/>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2" name="Google Shape;532;p16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3" name="Google Shape;533;p16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34" name="Google Shape;534;p163"/>
          <p:cNvSpPr/>
          <p:nvPr>
            <p:ph idx="2" type="pic"/>
          </p:nvPr>
        </p:nvSpPr>
        <p:spPr>
          <a:xfrm>
            <a:off x="354775" y="1425680"/>
            <a:ext cx="2600055" cy="1957811"/>
          </a:xfrm>
          <a:prstGeom prst="rect">
            <a:avLst/>
          </a:prstGeom>
          <a:solidFill>
            <a:srgbClr val="0095CD">
              <a:alpha val="29803"/>
            </a:srgbClr>
          </a:solidFill>
          <a:ln>
            <a:noFill/>
          </a:ln>
        </p:spPr>
      </p:sp>
      <p:sp>
        <p:nvSpPr>
          <p:cNvPr id="535" name="Google Shape;535;p163"/>
          <p:cNvSpPr/>
          <p:nvPr>
            <p:ph idx="3" type="pic"/>
          </p:nvPr>
        </p:nvSpPr>
        <p:spPr>
          <a:xfrm>
            <a:off x="3316627" y="1425680"/>
            <a:ext cx="2600055" cy="1957811"/>
          </a:xfrm>
          <a:prstGeom prst="rect">
            <a:avLst/>
          </a:prstGeom>
          <a:solidFill>
            <a:srgbClr val="324D5E">
              <a:alpha val="29803"/>
            </a:srgbClr>
          </a:solidFill>
          <a:ln>
            <a:noFill/>
          </a:ln>
        </p:spPr>
      </p:sp>
      <p:sp>
        <p:nvSpPr>
          <p:cNvPr id="536" name="Google Shape;536;p163"/>
          <p:cNvSpPr/>
          <p:nvPr>
            <p:ph idx="4" type="pic"/>
          </p:nvPr>
        </p:nvSpPr>
        <p:spPr>
          <a:xfrm>
            <a:off x="6278479" y="1425679"/>
            <a:ext cx="2600055" cy="1957811"/>
          </a:xfrm>
          <a:prstGeom prst="rect">
            <a:avLst/>
          </a:prstGeom>
          <a:solidFill>
            <a:srgbClr val="F17C3F">
              <a:alpha val="29803"/>
            </a:srgbClr>
          </a:solidFill>
          <a:ln>
            <a:noFill/>
          </a:ln>
        </p:spPr>
      </p:sp>
      <p:sp>
        <p:nvSpPr>
          <p:cNvPr id="537" name="Google Shape;537;p163"/>
          <p:cNvSpPr/>
          <p:nvPr>
            <p:ph idx="5" type="pic"/>
          </p:nvPr>
        </p:nvSpPr>
        <p:spPr>
          <a:xfrm>
            <a:off x="9240330" y="1425678"/>
            <a:ext cx="2600055" cy="1957811"/>
          </a:xfrm>
          <a:prstGeom prst="rect">
            <a:avLst/>
          </a:prstGeom>
          <a:solidFill>
            <a:srgbClr val="7BB21B">
              <a:alpha val="29803"/>
            </a:srgbClr>
          </a:solidFill>
          <a:ln>
            <a:noFill/>
          </a:ln>
        </p:spPr>
      </p:sp>
      <p:sp>
        <p:nvSpPr>
          <p:cNvPr id="538" name="Google Shape;538;p163"/>
          <p:cNvSpPr/>
          <p:nvPr/>
        </p:nvSpPr>
        <p:spPr>
          <a:xfrm>
            <a:off x="354775" y="3381481"/>
            <a:ext cx="2596896" cy="91440"/>
          </a:xfrm>
          <a:prstGeom prst="rect">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9" name="Google Shape;539;p163"/>
          <p:cNvSpPr/>
          <p:nvPr/>
        </p:nvSpPr>
        <p:spPr>
          <a:xfrm>
            <a:off x="3316627" y="3381481"/>
            <a:ext cx="2596896"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0" name="Google Shape;540;p163"/>
          <p:cNvSpPr/>
          <p:nvPr/>
        </p:nvSpPr>
        <p:spPr>
          <a:xfrm>
            <a:off x="6278479" y="3381480"/>
            <a:ext cx="2596896" cy="91440"/>
          </a:xfrm>
          <a:prstGeom prst="rect">
            <a:avLst/>
          </a:prstGeom>
          <a:solidFill>
            <a:srgbClr val="F17C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163"/>
          <p:cNvSpPr/>
          <p:nvPr/>
        </p:nvSpPr>
        <p:spPr>
          <a:xfrm>
            <a:off x="9240330" y="3381479"/>
            <a:ext cx="2596896" cy="91440"/>
          </a:xfrm>
          <a:prstGeom prst="rect">
            <a:avLst/>
          </a:prstGeom>
          <a:solidFill>
            <a:srgbClr val="7BB2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2" name="Google Shape;542;p163"/>
          <p:cNvSpPr txBox="1"/>
          <p:nvPr>
            <p:ph idx="1" type="body"/>
          </p:nvPr>
        </p:nvSpPr>
        <p:spPr>
          <a:xfrm>
            <a:off x="354775" y="35149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3" name="Google Shape;543;p163"/>
          <p:cNvSpPr txBox="1"/>
          <p:nvPr>
            <p:ph idx="6" type="body"/>
          </p:nvPr>
        </p:nvSpPr>
        <p:spPr>
          <a:xfrm>
            <a:off x="3316627" y="35149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4" name="Google Shape;544;p163"/>
          <p:cNvSpPr txBox="1"/>
          <p:nvPr>
            <p:ph idx="7" type="body"/>
          </p:nvPr>
        </p:nvSpPr>
        <p:spPr>
          <a:xfrm>
            <a:off x="6278479" y="35149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5" name="Google Shape;545;p163"/>
          <p:cNvSpPr txBox="1"/>
          <p:nvPr>
            <p:ph idx="8" type="body"/>
          </p:nvPr>
        </p:nvSpPr>
        <p:spPr>
          <a:xfrm>
            <a:off x="9240330" y="3514939"/>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6" name="Google Shape;546;p163"/>
          <p:cNvSpPr txBox="1"/>
          <p:nvPr>
            <p:ph idx="9" type="body"/>
          </p:nvPr>
        </p:nvSpPr>
        <p:spPr>
          <a:xfrm>
            <a:off x="354775" y="39125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7" name="Google Shape;547;p163"/>
          <p:cNvSpPr txBox="1"/>
          <p:nvPr>
            <p:ph idx="13" type="body"/>
          </p:nvPr>
        </p:nvSpPr>
        <p:spPr>
          <a:xfrm>
            <a:off x="3316627" y="39125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8" name="Google Shape;548;p163"/>
          <p:cNvSpPr txBox="1"/>
          <p:nvPr>
            <p:ph idx="14" type="body"/>
          </p:nvPr>
        </p:nvSpPr>
        <p:spPr>
          <a:xfrm>
            <a:off x="6278479" y="39125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9" name="Google Shape;549;p163"/>
          <p:cNvSpPr txBox="1"/>
          <p:nvPr>
            <p:ph idx="15" type="body"/>
          </p:nvPr>
        </p:nvSpPr>
        <p:spPr>
          <a:xfrm>
            <a:off x="9240330" y="3912557"/>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0" name="Google Shape;550;p163"/>
          <p:cNvSpPr txBox="1"/>
          <p:nvPr>
            <p:ph idx="16" type="body"/>
          </p:nvPr>
        </p:nvSpPr>
        <p:spPr>
          <a:xfrm>
            <a:off x="354775" y="4397494"/>
            <a:ext cx="2596896" cy="1640717"/>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1" name="Google Shape;551;p163"/>
          <p:cNvSpPr txBox="1"/>
          <p:nvPr>
            <p:ph idx="17" type="body"/>
          </p:nvPr>
        </p:nvSpPr>
        <p:spPr>
          <a:xfrm>
            <a:off x="3314870" y="4397494"/>
            <a:ext cx="2596896" cy="1640717"/>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2" name="Google Shape;552;p163"/>
          <p:cNvSpPr txBox="1"/>
          <p:nvPr>
            <p:ph idx="18" type="body"/>
          </p:nvPr>
        </p:nvSpPr>
        <p:spPr>
          <a:xfrm>
            <a:off x="6274965" y="4397494"/>
            <a:ext cx="2596896" cy="1640717"/>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3" name="Google Shape;553;p163"/>
          <p:cNvSpPr txBox="1"/>
          <p:nvPr>
            <p:ph idx="19" type="body"/>
          </p:nvPr>
        </p:nvSpPr>
        <p:spPr>
          <a:xfrm>
            <a:off x="9235060" y="4397494"/>
            <a:ext cx="2596896" cy="1640717"/>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600"/>
              <a:buNone/>
              <a:defRPr sz="16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554" name="Google Shape;554;p163"/>
          <p:cNvGrpSpPr/>
          <p:nvPr/>
        </p:nvGrpSpPr>
        <p:grpSpPr>
          <a:xfrm>
            <a:off x="0" y="6766560"/>
            <a:ext cx="12192000" cy="91440"/>
            <a:chOff x="0" y="4480421"/>
            <a:chExt cx="12192000" cy="91440"/>
          </a:xfrm>
        </p:grpSpPr>
        <p:sp>
          <p:nvSpPr>
            <p:cNvPr id="555" name="Google Shape;555;p16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 name="Google Shape;556;p16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 name="Google Shape;557;p16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8" name="Google Shape;558;p16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 name="Google Shape;559;p16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and skills">
  <p:cSld name="2 pictures and skills">
    <p:spTree>
      <p:nvGrpSpPr>
        <p:cNvPr id="560" name="Shape 560"/>
        <p:cNvGrpSpPr/>
        <p:nvPr/>
      </p:nvGrpSpPr>
      <p:grpSpPr>
        <a:xfrm>
          <a:off x="0" y="0"/>
          <a:ext cx="0" cy="0"/>
          <a:chOff x="0" y="0"/>
          <a:chExt cx="0" cy="0"/>
        </a:xfrm>
      </p:grpSpPr>
      <p:sp>
        <p:nvSpPr>
          <p:cNvPr id="561" name="Google Shape;561;p164"/>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2" name="Google Shape;562;p164"/>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3" name="Google Shape;563;p164"/>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4" name="Google Shape;564;p164"/>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5" name="Google Shape;565;p16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66" name="Google Shape;566;p164"/>
          <p:cNvSpPr/>
          <p:nvPr>
            <p:ph idx="2" type="pic"/>
          </p:nvPr>
        </p:nvSpPr>
        <p:spPr>
          <a:xfrm>
            <a:off x="354775" y="1425680"/>
            <a:ext cx="2600055" cy="1957811"/>
          </a:xfrm>
          <a:prstGeom prst="rect">
            <a:avLst/>
          </a:prstGeom>
          <a:solidFill>
            <a:srgbClr val="0095CD">
              <a:alpha val="29803"/>
            </a:srgbClr>
          </a:solidFill>
          <a:ln>
            <a:noFill/>
          </a:ln>
        </p:spPr>
      </p:sp>
      <p:sp>
        <p:nvSpPr>
          <p:cNvPr id="567" name="Google Shape;567;p164"/>
          <p:cNvSpPr txBox="1"/>
          <p:nvPr>
            <p:ph idx="1" type="body"/>
          </p:nvPr>
        </p:nvSpPr>
        <p:spPr>
          <a:xfrm>
            <a:off x="351616" y="3483798"/>
            <a:ext cx="4684076" cy="816743"/>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200"/>
              <a:buNone/>
              <a:defRPr sz="12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8" name="Google Shape;568;p164"/>
          <p:cNvSpPr txBox="1"/>
          <p:nvPr/>
        </p:nvSpPr>
        <p:spPr>
          <a:xfrm>
            <a:off x="370264" y="4416650"/>
            <a:ext cx="941283"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chemeClr val="dk1"/>
                </a:solidFill>
                <a:latin typeface="Calibri"/>
                <a:ea typeface="Calibri"/>
                <a:cs typeface="Calibri"/>
                <a:sym typeface="Calibri"/>
              </a:rPr>
              <a:t>Skills:</a:t>
            </a:r>
            <a:endParaRPr/>
          </a:p>
        </p:txBody>
      </p:sp>
      <p:sp>
        <p:nvSpPr>
          <p:cNvPr id="569" name="Google Shape;569;p164"/>
          <p:cNvSpPr txBox="1"/>
          <p:nvPr>
            <p:ph idx="3" type="body"/>
          </p:nvPr>
        </p:nvSpPr>
        <p:spPr>
          <a:xfrm>
            <a:off x="2439924" y="1722197"/>
            <a:ext cx="2596896" cy="431800"/>
          </a:xfrm>
          <a:prstGeom prst="rect">
            <a:avLst/>
          </a:prstGeom>
          <a:solidFill>
            <a:schemeClr val="accent4"/>
          </a:solid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0" name="Google Shape;570;p164"/>
          <p:cNvSpPr txBox="1"/>
          <p:nvPr>
            <p:ph idx="4" type="body"/>
          </p:nvPr>
        </p:nvSpPr>
        <p:spPr>
          <a:xfrm>
            <a:off x="2439924" y="2313821"/>
            <a:ext cx="2596896" cy="431800"/>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800"/>
              <a:buNone/>
              <a:defRPr sz="1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1" name="Google Shape;571;p164"/>
          <p:cNvSpPr txBox="1"/>
          <p:nvPr>
            <p:ph idx="5" type="body"/>
          </p:nvPr>
        </p:nvSpPr>
        <p:spPr>
          <a:xfrm>
            <a:off x="2948511" y="2868500"/>
            <a:ext cx="2087181" cy="43180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rgbClr val="8C9CA6"/>
              </a:buClr>
              <a:buSzPts val="1400"/>
              <a:buNone/>
              <a:defRPr sz="1400" u="sng">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2" name="Google Shape;572;p164"/>
          <p:cNvSpPr/>
          <p:nvPr>
            <p:ph idx="6" type="pic"/>
          </p:nvPr>
        </p:nvSpPr>
        <p:spPr>
          <a:xfrm>
            <a:off x="6893513" y="1425678"/>
            <a:ext cx="2600055" cy="1957811"/>
          </a:xfrm>
          <a:prstGeom prst="rect">
            <a:avLst/>
          </a:prstGeom>
          <a:solidFill>
            <a:srgbClr val="0095CD">
              <a:alpha val="29803"/>
            </a:srgbClr>
          </a:solidFill>
          <a:ln>
            <a:noFill/>
          </a:ln>
        </p:spPr>
      </p:sp>
      <p:sp>
        <p:nvSpPr>
          <p:cNvPr id="573" name="Google Shape;573;p164"/>
          <p:cNvSpPr txBox="1"/>
          <p:nvPr>
            <p:ph idx="7" type="body"/>
          </p:nvPr>
        </p:nvSpPr>
        <p:spPr>
          <a:xfrm>
            <a:off x="6890354" y="3483796"/>
            <a:ext cx="4684076" cy="816743"/>
          </a:xfrm>
          <a:prstGeom prst="rect">
            <a:avLst/>
          </a:prstGeom>
          <a:solidFill>
            <a:srgbClr val="F9F9F9"/>
          </a:solidFill>
          <a:ln>
            <a:noFill/>
          </a:ln>
        </p:spPr>
        <p:txBody>
          <a:bodyPr anchorCtr="0" anchor="t" bIns="45700" lIns="91425" spcFirstLastPara="1" rIns="91425" wrap="square" tIns="45700">
            <a:noAutofit/>
          </a:bodyPr>
          <a:lstStyle>
            <a:lvl1pPr indent="-228600" lvl="0" marL="457200" algn="just">
              <a:lnSpc>
                <a:spcPct val="90000"/>
              </a:lnSpc>
              <a:spcBef>
                <a:spcPts val="1000"/>
              </a:spcBef>
              <a:spcAft>
                <a:spcPts val="0"/>
              </a:spcAft>
              <a:buClr>
                <a:srgbClr val="273339"/>
              </a:buClr>
              <a:buSzPts val="1200"/>
              <a:buNone/>
              <a:defRPr sz="1200">
                <a:solidFill>
                  <a:srgbClr val="27333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4" name="Google Shape;574;p164"/>
          <p:cNvSpPr txBox="1"/>
          <p:nvPr/>
        </p:nvSpPr>
        <p:spPr>
          <a:xfrm>
            <a:off x="6909002" y="4416648"/>
            <a:ext cx="941283"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chemeClr val="dk1"/>
                </a:solidFill>
                <a:latin typeface="Calibri"/>
                <a:ea typeface="Calibri"/>
                <a:cs typeface="Calibri"/>
                <a:sym typeface="Calibri"/>
              </a:rPr>
              <a:t>Skills:</a:t>
            </a:r>
            <a:endParaRPr/>
          </a:p>
        </p:txBody>
      </p:sp>
      <p:sp>
        <p:nvSpPr>
          <p:cNvPr id="575" name="Google Shape;575;p164"/>
          <p:cNvSpPr txBox="1"/>
          <p:nvPr>
            <p:ph idx="8" type="body"/>
          </p:nvPr>
        </p:nvSpPr>
        <p:spPr>
          <a:xfrm>
            <a:off x="8978662" y="1722195"/>
            <a:ext cx="2596896" cy="431800"/>
          </a:xfrm>
          <a:prstGeom prst="rect">
            <a:avLst/>
          </a:prstGeom>
          <a:solidFill>
            <a:schemeClr val="accent4"/>
          </a:solid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6" name="Google Shape;576;p164"/>
          <p:cNvSpPr txBox="1"/>
          <p:nvPr>
            <p:ph idx="9" type="body"/>
          </p:nvPr>
        </p:nvSpPr>
        <p:spPr>
          <a:xfrm>
            <a:off x="8978662" y="2313819"/>
            <a:ext cx="2596896" cy="431800"/>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800"/>
              <a:buNone/>
              <a:defRPr sz="1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7" name="Google Shape;577;p164"/>
          <p:cNvSpPr txBox="1"/>
          <p:nvPr>
            <p:ph idx="13" type="body"/>
          </p:nvPr>
        </p:nvSpPr>
        <p:spPr>
          <a:xfrm>
            <a:off x="9487249" y="2868498"/>
            <a:ext cx="2087181" cy="43180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rgbClr val="8C9CA6"/>
              </a:buClr>
              <a:buSzPts val="1400"/>
              <a:buNone/>
              <a:defRPr sz="1400" u="sng">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578" name="Google Shape;578;p164"/>
          <p:cNvGrpSpPr/>
          <p:nvPr/>
        </p:nvGrpSpPr>
        <p:grpSpPr>
          <a:xfrm>
            <a:off x="0" y="6766560"/>
            <a:ext cx="12192000" cy="91440"/>
            <a:chOff x="0" y="4480421"/>
            <a:chExt cx="12192000" cy="91440"/>
          </a:xfrm>
        </p:grpSpPr>
        <p:sp>
          <p:nvSpPr>
            <p:cNvPr id="579" name="Google Shape;579;p164"/>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0" name="Google Shape;580;p164"/>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1" name="Google Shape;581;p164"/>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2" name="Google Shape;582;p164"/>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3" name="Google Shape;583;p164"/>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pictures">
  <p:cSld name="5 pictures">
    <p:spTree>
      <p:nvGrpSpPr>
        <p:cNvPr id="584" name="Shape 584"/>
        <p:cNvGrpSpPr/>
        <p:nvPr/>
      </p:nvGrpSpPr>
      <p:grpSpPr>
        <a:xfrm>
          <a:off x="0" y="0"/>
          <a:ext cx="0" cy="0"/>
          <a:chOff x="0" y="0"/>
          <a:chExt cx="0" cy="0"/>
        </a:xfrm>
      </p:grpSpPr>
      <p:sp>
        <p:nvSpPr>
          <p:cNvPr id="585" name="Google Shape;585;p16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6" name="Google Shape;586;p16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7" name="Google Shape;587;p165"/>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8" name="Google Shape;588;p16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9" name="Google Shape;589;p16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90" name="Google Shape;590;p165"/>
          <p:cNvSpPr/>
          <p:nvPr>
            <p:ph idx="2" type="pic"/>
          </p:nvPr>
        </p:nvSpPr>
        <p:spPr>
          <a:xfrm>
            <a:off x="354775" y="1595448"/>
            <a:ext cx="4458968" cy="3357551"/>
          </a:xfrm>
          <a:prstGeom prst="rect">
            <a:avLst/>
          </a:prstGeom>
          <a:solidFill>
            <a:srgbClr val="0095CD">
              <a:alpha val="29803"/>
            </a:srgbClr>
          </a:solidFill>
          <a:ln>
            <a:noFill/>
          </a:ln>
        </p:spPr>
      </p:sp>
      <p:sp>
        <p:nvSpPr>
          <p:cNvPr id="591" name="Google Shape;591;p165"/>
          <p:cNvSpPr/>
          <p:nvPr>
            <p:ph idx="3" type="pic"/>
          </p:nvPr>
        </p:nvSpPr>
        <p:spPr>
          <a:xfrm>
            <a:off x="6160008" y="1589181"/>
            <a:ext cx="1993392" cy="1501000"/>
          </a:xfrm>
          <a:prstGeom prst="rect">
            <a:avLst/>
          </a:prstGeom>
          <a:solidFill>
            <a:srgbClr val="324D5E">
              <a:alpha val="29803"/>
            </a:srgbClr>
          </a:solidFill>
          <a:ln>
            <a:noFill/>
          </a:ln>
        </p:spPr>
      </p:sp>
      <p:sp>
        <p:nvSpPr>
          <p:cNvPr id="592" name="Google Shape;592;p165"/>
          <p:cNvSpPr/>
          <p:nvPr/>
        </p:nvSpPr>
        <p:spPr>
          <a:xfrm>
            <a:off x="354775" y="4929496"/>
            <a:ext cx="4462272" cy="91440"/>
          </a:xfrm>
          <a:prstGeom prst="rect">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 name="Google Shape;593;p165"/>
          <p:cNvSpPr/>
          <p:nvPr/>
        </p:nvSpPr>
        <p:spPr>
          <a:xfrm>
            <a:off x="6160007" y="3072692"/>
            <a:ext cx="1993392"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4" name="Google Shape;594;p165"/>
          <p:cNvSpPr txBox="1"/>
          <p:nvPr>
            <p:ph idx="1" type="body"/>
          </p:nvPr>
        </p:nvSpPr>
        <p:spPr>
          <a:xfrm>
            <a:off x="354775" y="5198839"/>
            <a:ext cx="4462272"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3200"/>
              <a:buNone/>
              <a:defRPr sz="3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5" name="Google Shape;595;p165"/>
          <p:cNvSpPr txBox="1"/>
          <p:nvPr>
            <p:ph idx="4" type="body"/>
          </p:nvPr>
        </p:nvSpPr>
        <p:spPr>
          <a:xfrm>
            <a:off x="6160007" y="3168050"/>
            <a:ext cx="1993392" cy="43875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000"/>
              <a:buNone/>
              <a:defRPr sz="20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6" name="Google Shape;596;p165"/>
          <p:cNvSpPr txBox="1"/>
          <p:nvPr>
            <p:ph idx="5" type="body"/>
          </p:nvPr>
        </p:nvSpPr>
        <p:spPr>
          <a:xfrm>
            <a:off x="354775" y="5596457"/>
            <a:ext cx="4462272" cy="4318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8C9CA6"/>
              </a:buClr>
              <a:buSzPts val="2800"/>
              <a:buNone/>
              <a:defRPr sz="2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7" name="Google Shape;597;p165"/>
          <p:cNvSpPr txBox="1"/>
          <p:nvPr>
            <p:ph idx="6" type="body"/>
          </p:nvPr>
        </p:nvSpPr>
        <p:spPr>
          <a:xfrm>
            <a:off x="6160007" y="3476507"/>
            <a:ext cx="1993392"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600"/>
              <a:buNone/>
              <a:defRPr sz="16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8" name="Google Shape;598;p165"/>
          <p:cNvSpPr/>
          <p:nvPr>
            <p:ph idx="7" type="pic"/>
          </p:nvPr>
        </p:nvSpPr>
        <p:spPr>
          <a:xfrm>
            <a:off x="6155540" y="4027646"/>
            <a:ext cx="1993392" cy="1501000"/>
          </a:xfrm>
          <a:prstGeom prst="rect">
            <a:avLst/>
          </a:prstGeom>
          <a:solidFill>
            <a:srgbClr val="324D5E">
              <a:alpha val="29803"/>
            </a:srgbClr>
          </a:solidFill>
          <a:ln>
            <a:noFill/>
          </a:ln>
        </p:spPr>
      </p:sp>
      <p:sp>
        <p:nvSpPr>
          <p:cNvPr id="599" name="Google Shape;599;p165"/>
          <p:cNvSpPr/>
          <p:nvPr/>
        </p:nvSpPr>
        <p:spPr>
          <a:xfrm>
            <a:off x="6155539" y="5511157"/>
            <a:ext cx="1993392"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0" name="Google Shape;600;p165"/>
          <p:cNvSpPr txBox="1"/>
          <p:nvPr>
            <p:ph idx="8" type="body"/>
          </p:nvPr>
        </p:nvSpPr>
        <p:spPr>
          <a:xfrm>
            <a:off x="6155539" y="5606515"/>
            <a:ext cx="1993392" cy="43875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000"/>
              <a:buNone/>
              <a:defRPr sz="20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1" name="Google Shape;601;p165"/>
          <p:cNvSpPr txBox="1"/>
          <p:nvPr>
            <p:ph idx="9" type="body"/>
          </p:nvPr>
        </p:nvSpPr>
        <p:spPr>
          <a:xfrm>
            <a:off x="6155539" y="5914972"/>
            <a:ext cx="1993392"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600"/>
              <a:buNone/>
              <a:defRPr sz="16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2" name="Google Shape;602;p165"/>
          <p:cNvSpPr/>
          <p:nvPr>
            <p:ph idx="13" type="pic"/>
          </p:nvPr>
        </p:nvSpPr>
        <p:spPr>
          <a:xfrm>
            <a:off x="9360408" y="1589181"/>
            <a:ext cx="1993392" cy="1501000"/>
          </a:xfrm>
          <a:prstGeom prst="rect">
            <a:avLst/>
          </a:prstGeom>
          <a:solidFill>
            <a:srgbClr val="324D5E">
              <a:alpha val="29803"/>
            </a:srgbClr>
          </a:solidFill>
          <a:ln>
            <a:noFill/>
          </a:ln>
        </p:spPr>
      </p:sp>
      <p:sp>
        <p:nvSpPr>
          <p:cNvPr id="603" name="Google Shape;603;p165"/>
          <p:cNvSpPr/>
          <p:nvPr/>
        </p:nvSpPr>
        <p:spPr>
          <a:xfrm>
            <a:off x="9360407" y="3072692"/>
            <a:ext cx="1993392"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 name="Google Shape;604;p165"/>
          <p:cNvSpPr txBox="1"/>
          <p:nvPr>
            <p:ph idx="14" type="body"/>
          </p:nvPr>
        </p:nvSpPr>
        <p:spPr>
          <a:xfrm>
            <a:off x="9360407" y="3168050"/>
            <a:ext cx="1993392" cy="43875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000"/>
              <a:buNone/>
              <a:defRPr sz="20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5" name="Google Shape;605;p165"/>
          <p:cNvSpPr txBox="1"/>
          <p:nvPr>
            <p:ph idx="15" type="body"/>
          </p:nvPr>
        </p:nvSpPr>
        <p:spPr>
          <a:xfrm>
            <a:off x="9360407" y="3476507"/>
            <a:ext cx="1993392"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600"/>
              <a:buNone/>
              <a:defRPr sz="16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6" name="Google Shape;606;p165"/>
          <p:cNvSpPr/>
          <p:nvPr>
            <p:ph idx="16" type="pic"/>
          </p:nvPr>
        </p:nvSpPr>
        <p:spPr>
          <a:xfrm>
            <a:off x="9355940" y="4027646"/>
            <a:ext cx="1993392" cy="1501000"/>
          </a:xfrm>
          <a:prstGeom prst="rect">
            <a:avLst/>
          </a:prstGeom>
          <a:solidFill>
            <a:srgbClr val="324D5E">
              <a:alpha val="29803"/>
            </a:srgbClr>
          </a:solidFill>
          <a:ln>
            <a:noFill/>
          </a:ln>
        </p:spPr>
      </p:sp>
      <p:sp>
        <p:nvSpPr>
          <p:cNvPr id="607" name="Google Shape;607;p165"/>
          <p:cNvSpPr/>
          <p:nvPr/>
        </p:nvSpPr>
        <p:spPr>
          <a:xfrm>
            <a:off x="9355939" y="5511157"/>
            <a:ext cx="1993392"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8" name="Google Shape;608;p165"/>
          <p:cNvSpPr txBox="1"/>
          <p:nvPr>
            <p:ph idx="17" type="body"/>
          </p:nvPr>
        </p:nvSpPr>
        <p:spPr>
          <a:xfrm>
            <a:off x="9355939" y="5606515"/>
            <a:ext cx="1993392" cy="43875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000"/>
              <a:buNone/>
              <a:defRPr sz="20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9" name="Google Shape;609;p165"/>
          <p:cNvSpPr txBox="1"/>
          <p:nvPr>
            <p:ph idx="18" type="body"/>
          </p:nvPr>
        </p:nvSpPr>
        <p:spPr>
          <a:xfrm>
            <a:off x="9355939" y="5914972"/>
            <a:ext cx="1993392"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600"/>
              <a:buNone/>
              <a:defRPr sz="16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10" name="Google Shape;610;p165"/>
          <p:cNvGrpSpPr/>
          <p:nvPr/>
        </p:nvGrpSpPr>
        <p:grpSpPr>
          <a:xfrm>
            <a:off x="0" y="6766560"/>
            <a:ext cx="12192000" cy="91440"/>
            <a:chOff x="0" y="4480421"/>
            <a:chExt cx="12192000" cy="91440"/>
          </a:xfrm>
        </p:grpSpPr>
        <p:sp>
          <p:nvSpPr>
            <p:cNvPr id="611" name="Google Shape;611;p16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2" name="Google Shape;612;p16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3" name="Google Shape;613;p16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4" name="Google Shape;614;p16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5" name="Google Shape;615;p16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and quote">
  <p:cSld name="2 pictures and quote">
    <p:spTree>
      <p:nvGrpSpPr>
        <p:cNvPr id="616" name="Shape 616"/>
        <p:cNvGrpSpPr/>
        <p:nvPr/>
      </p:nvGrpSpPr>
      <p:grpSpPr>
        <a:xfrm>
          <a:off x="0" y="0"/>
          <a:ext cx="0" cy="0"/>
          <a:chOff x="0" y="0"/>
          <a:chExt cx="0" cy="0"/>
        </a:xfrm>
      </p:grpSpPr>
      <p:sp>
        <p:nvSpPr>
          <p:cNvPr id="617" name="Google Shape;617;p166"/>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8" name="Google Shape;618;p166"/>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9" name="Google Shape;619;p166"/>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0" name="Google Shape;620;p166"/>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1" name="Google Shape;621;p16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22" name="Google Shape;622;p166"/>
          <p:cNvSpPr/>
          <p:nvPr>
            <p:ph idx="2" type="pic"/>
          </p:nvPr>
        </p:nvSpPr>
        <p:spPr>
          <a:xfrm>
            <a:off x="354775" y="2236041"/>
            <a:ext cx="2600055" cy="1957811"/>
          </a:xfrm>
          <a:prstGeom prst="rect">
            <a:avLst/>
          </a:prstGeom>
          <a:solidFill>
            <a:srgbClr val="0095CD">
              <a:alpha val="29803"/>
            </a:srgbClr>
          </a:solidFill>
          <a:ln>
            <a:noFill/>
          </a:ln>
        </p:spPr>
      </p:sp>
      <p:sp>
        <p:nvSpPr>
          <p:cNvPr id="623" name="Google Shape;623;p166"/>
          <p:cNvSpPr/>
          <p:nvPr>
            <p:ph idx="3" type="pic"/>
          </p:nvPr>
        </p:nvSpPr>
        <p:spPr>
          <a:xfrm>
            <a:off x="6278479" y="2236040"/>
            <a:ext cx="2600055" cy="1957811"/>
          </a:xfrm>
          <a:prstGeom prst="rect">
            <a:avLst/>
          </a:prstGeom>
          <a:solidFill>
            <a:srgbClr val="F17C3F">
              <a:alpha val="29803"/>
            </a:srgbClr>
          </a:solidFill>
          <a:ln>
            <a:noFill/>
          </a:ln>
        </p:spPr>
      </p:sp>
      <p:sp>
        <p:nvSpPr>
          <p:cNvPr id="624" name="Google Shape;624;p166"/>
          <p:cNvSpPr/>
          <p:nvPr/>
        </p:nvSpPr>
        <p:spPr>
          <a:xfrm>
            <a:off x="354775" y="4191842"/>
            <a:ext cx="2596896" cy="91440"/>
          </a:xfrm>
          <a:prstGeom prst="rect">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5" name="Google Shape;625;p166"/>
          <p:cNvSpPr/>
          <p:nvPr/>
        </p:nvSpPr>
        <p:spPr>
          <a:xfrm>
            <a:off x="6278479" y="4191841"/>
            <a:ext cx="2596896" cy="91440"/>
          </a:xfrm>
          <a:prstGeom prst="rect">
            <a:avLst/>
          </a:prstGeom>
          <a:solidFill>
            <a:srgbClr val="F17C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6" name="Google Shape;626;p166"/>
          <p:cNvSpPr txBox="1"/>
          <p:nvPr>
            <p:ph idx="1" type="body"/>
          </p:nvPr>
        </p:nvSpPr>
        <p:spPr>
          <a:xfrm>
            <a:off x="354775" y="4325300"/>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7" name="Google Shape;627;p166"/>
          <p:cNvSpPr txBox="1"/>
          <p:nvPr>
            <p:ph idx="4" type="body"/>
          </p:nvPr>
        </p:nvSpPr>
        <p:spPr>
          <a:xfrm>
            <a:off x="6278479" y="4325300"/>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8" name="Google Shape;628;p166"/>
          <p:cNvSpPr txBox="1"/>
          <p:nvPr>
            <p:ph idx="5" type="body"/>
          </p:nvPr>
        </p:nvSpPr>
        <p:spPr>
          <a:xfrm>
            <a:off x="354775" y="4799118"/>
            <a:ext cx="2596896" cy="431800"/>
          </a:xfrm>
          <a:prstGeom prst="rect">
            <a:avLst/>
          </a:prstGeom>
          <a:noFill/>
          <a:ln>
            <a:noFill/>
          </a:ln>
        </p:spPr>
        <p:txBody>
          <a:bodyPr anchorCtr="0" anchor="ctr" bIns="45700" lIns="91425" spcFirstLastPara="1" rIns="91425" wrap="square" tIns="45700">
            <a:normAutofit/>
          </a:bodyPr>
          <a:lstStyle>
            <a:lvl1pPr indent="-228600" lvl="0" marL="457200" marR="0" algn="ctr">
              <a:lnSpc>
                <a:spcPct val="90000"/>
              </a:lnSpc>
              <a:spcBef>
                <a:spcPts val="1000"/>
              </a:spcBef>
              <a:spcAft>
                <a:spcPts val="0"/>
              </a:spcAft>
              <a:buClr>
                <a:srgbClr val="8C9CA6"/>
              </a:buClr>
              <a:buSzPts val="1800"/>
              <a:buFont typeface="Arial"/>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9" name="Google Shape;629;p166"/>
          <p:cNvSpPr txBox="1"/>
          <p:nvPr>
            <p:ph idx="6" type="body"/>
          </p:nvPr>
        </p:nvSpPr>
        <p:spPr>
          <a:xfrm>
            <a:off x="6278479" y="4799118"/>
            <a:ext cx="2596896"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0" name="Google Shape;630;p166"/>
          <p:cNvSpPr txBox="1"/>
          <p:nvPr>
            <p:ph idx="7" type="body"/>
          </p:nvPr>
        </p:nvSpPr>
        <p:spPr>
          <a:xfrm>
            <a:off x="3314870" y="2368596"/>
            <a:ext cx="2596896" cy="2862322"/>
          </a:xfrm>
          <a:prstGeom prst="rect">
            <a:avLst/>
          </a:prstGeom>
          <a:noFill/>
          <a:ln>
            <a:noFill/>
          </a:ln>
        </p:spPr>
        <p:txBody>
          <a:bodyPr anchorCtr="0" anchor="ctr" bIns="45700" lIns="91425" spcFirstLastPara="1" rIns="91425" wrap="square" tIns="45700">
            <a:spAutoFit/>
          </a:bodyPr>
          <a:lstStyle>
            <a:lvl1pPr indent="-228600" lvl="0" marL="457200" algn="just">
              <a:lnSpc>
                <a:spcPct val="90000"/>
              </a:lnSpc>
              <a:spcBef>
                <a:spcPts val="1000"/>
              </a:spcBef>
              <a:spcAft>
                <a:spcPts val="0"/>
              </a:spcAft>
              <a:buClr>
                <a:srgbClr val="324D5E"/>
              </a:buClr>
              <a:buSzPts val="2000"/>
              <a:buNone/>
              <a:defRPr sz="20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1" name="Google Shape;631;p166"/>
          <p:cNvSpPr txBox="1"/>
          <p:nvPr/>
        </p:nvSpPr>
        <p:spPr>
          <a:xfrm>
            <a:off x="3000251" y="1746844"/>
            <a:ext cx="825867"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500">
                <a:solidFill>
                  <a:srgbClr val="8C9CA6"/>
                </a:solidFill>
                <a:latin typeface="Calibri"/>
                <a:ea typeface="Calibri"/>
                <a:cs typeface="Calibri"/>
                <a:sym typeface="Calibri"/>
              </a:rPr>
              <a:t>“</a:t>
            </a:r>
            <a:endParaRPr/>
          </a:p>
        </p:txBody>
      </p:sp>
      <p:sp>
        <p:nvSpPr>
          <p:cNvPr id="632" name="Google Shape;632;p166"/>
          <p:cNvSpPr txBox="1"/>
          <p:nvPr/>
        </p:nvSpPr>
        <p:spPr>
          <a:xfrm>
            <a:off x="8926209" y="1746844"/>
            <a:ext cx="825867"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500">
                <a:solidFill>
                  <a:srgbClr val="8C9CA6"/>
                </a:solidFill>
                <a:latin typeface="Calibri"/>
                <a:ea typeface="Calibri"/>
                <a:cs typeface="Calibri"/>
                <a:sym typeface="Calibri"/>
              </a:rPr>
              <a:t>“</a:t>
            </a:r>
            <a:endParaRPr/>
          </a:p>
        </p:txBody>
      </p:sp>
      <p:sp>
        <p:nvSpPr>
          <p:cNvPr id="633" name="Google Shape;633;p166"/>
          <p:cNvSpPr txBox="1"/>
          <p:nvPr/>
        </p:nvSpPr>
        <p:spPr>
          <a:xfrm>
            <a:off x="11353800" y="4650409"/>
            <a:ext cx="825867"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500">
                <a:solidFill>
                  <a:srgbClr val="8C9CA6"/>
                </a:solidFill>
                <a:latin typeface="Calibri"/>
                <a:ea typeface="Calibri"/>
                <a:cs typeface="Calibri"/>
                <a:sym typeface="Calibri"/>
              </a:rPr>
              <a:t>”</a:t>
            </a:r>
            <a:endParaRPr/>
          </a:p>
        </p:txBody>
      </p:sp>
      <p:sp>
        <p:nvSpPr>
          <p:cNvPr id="634" name="Google Shape;634;p166"/>
          <p:cNvSpPr txBox="1"/>
          <p:nvPr/>
        </p:nvSpPr>
        <p:spPr>
          <a:xfrm>
            <a:off x="5447574" y="4650409"/>
            <a:ext cx="825867"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500">
                <a:solidFill>
                  <a:srgbClr val="8C9CA6"/>
                </a:solidFill>
                <a:latin typeface="Calibri"/>
                <a:ea typeface="Calibri"/>
                <a:cs typeface="Calibri"/>
                <a:sym typeface="Calibri"/>
              </a:rPr>
              <a:t>”</a:t>
            </a:r>
            <a:endParaRPr/>
          </a:p>
        </p:txBody>
      </p:sp>
      <p:sp>
        <p:nvSpPr>
          <p:cNvPr id="635" name="Google Shape;635;p166"/>
          <p:cNvSpPr txBox="1"/>
          <p:nvPr>
            <p:ph idx="8" type="body"/>
          </p:nvPr>
        </p:nvSpPr>
        <p:spPr>
          <a:xfrm>
            <a:off x="9235060" y="2368846"/>
            <a:ext cx="2596896" cy="2862072"/>
          </a:xfrm>
          <a:prstGeom prst="rect">
            <a:avLst/>
          </a:prstGeom>
          <a:noFill/>
          <a:ln>
            <a:noFill/>
          </a:ln>
        </p:spPr>
        <p:txBody>
          <a:bodyPr anchorCtr="0" anchor="t" bIns="45700" lIns="91425" spcFirstLastPara="1" rIns="91425" wrap="square" tIns="45700">
            <a:spAutoFit/>
          </a:bodyPr>
          <a:lstStyle>
            <a:lvl1pPr indent="-228600" lvl="0" marL="457200" algn="just">
              <a:lnSpc>
                <a:spcPct val="90000"/>
              </a:lnSpc>
              <a:spcBef>
                <a:spcPts val="1000"/>
              </a:spcBef>
              <a:spcAft>
                <a:spcPts val="0"/>
              </a:spcAft>
              <a:buClr>
                <a:srgbClr val="324D5E"/>
              </a:buClr>
              <a:buSzPts val="2000"/>
              <a:buNone/>
              <a:defRPr sz="2000">
                <a:solidFill>
                  <a:srgbClr val="324D5E"/>
                </a:solidFill>
              </a:defRPr>
            </a:lvl1pPr>
            <a:lvl2pPr indent="-381000" lvl="1" marL="914400" algn="l">
              <a:lnSpc>
                <a:spcPct val="90000"/>
              </a:lnSpc>
              <a:spcBef>
                <a:spcPts val="500"/>
              </a:spcBef>
              <a:spcAft>
                <a:spcPts val="0"/>
              </a:spcAft>
              <a:buClr>
                <a:schemeClr val="dk1"/>
              </a:buClr>
              <a:buSzPts val="2400"/>
              <a:buChar char="•"/>
              <a:defRPr/>
            </a:lvl2pPr>
            <a:lvl3pPr indent="-355600" lvl="2" marL="1371600" algn="l">
              <a:lnSpc>
                <a:spcPct val="90000"/>
              </a:lnSpc>
              <a:spcBef>
                <a:spcPts val="500"/>
              </a:spcBef>
              <a:spcAft>
                <a:spcPts val="0"/>
              </a:spcAft>
              <a:buClr>
                <a:schemeClr val="dk1"/>
              </a:buClr>
              <a:buSzPts val="20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36" name="Google Shape;636;p166"/>
          <p:cNvGrpSpPr/>
          <p:nvPr/>
        </p:nvGrpSpPr>
        <p:grpSpPr>
          <a:xfrm>
            <a:off x="0" y="6766560"/>
            <a:ext cx="12192000" cy="91440"/>
            <a:chOff x="0" y="4480421"/>
            <a:chExt cx="12192000" cy="91440"/>
          </a:xfrm>
        </p:grpSpPr>
        <p:sp>
          <p:nvSpPr>
            <p:cNvPr id="637" name="Google Shape;637;p166"/>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8" name="Google Shape;638;p166"/>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9" name="Google Shape;639;p166"/>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0" name="Google Shape;640;p166"/>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1" name="Google Shape;641;p166"/>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and title #2">
  <p:cSld name="4 pictures and title #2">
    <p:spTree>
      <p:nvGrpSpPr>
        <p:cNvPr id="642" name="Shape 642"/>
        <p:cNvGrpSpPr/>
        <p:nvPr/>
      </p:nvGrpSpPr>
      <p:grpSpPr>
        <a:xfrm>
          <a:off x="0" y="0"/>
          <a:ext cx="0" cy="0"/>
          <a:chOff x="0" y="0"/>
          <a:chExt cx="0" cy="0"/>
        </a:xfrm>
      </p:grpSpPr>
      <p:sp>
        <p:nvSpPr>
          <p:cNvPr id="643" name="Google Shape;643;p167"/>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4" name="Google Shape;644;p167"/>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5" name="Google Shape;645;p167"/>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6" name="Google Shape;646;p167"/>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7" name="Google Shape;647;p16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48" name="Google Shape;648;p167"/>
          <p:cNvSpPr/>
          <p:nvPr>
            <p:ph idx="2" type="pic"/>
          </p:nvPr>
        </p:nvSpPr>
        <p:spPr>
          <a:xfrm>
            <a:off x="310896" y="1425680"/>
            <a:ext cx="2120775" cy="1596919"/>
          </a:xfrm>
          <a:prstGeom prst="rect">
            <a:avLst/>
          </a:prstGeom>
          <a:solidFill>
            <a:srgbClr val="0095CD">
              <a:alpha val="29803"/>
            </a:srgbClr>
          </a:solidFill>
          <a:ln>
            <a:noFill/>
          </a:ln>
        </p:spPr>
      </p:sp>
      <p:sp>
        <p:nvSpPr>
          <p:cNvPr id="649" name="Google Shape;649;p167"/>
          <p:cNvSpPr/>
          <p:nvPr/>
        </p:nvSpPr>
        <p:spPr>
          <a:xfrm>
            <a:off x="310896" y="3012586"/>
            <a:ext cx="2121408" cy="91440"/>
          </a:xfrm>
          <a:prstGeom prst="rect">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0" name="Google Shape;650;p167"/>
          <p:cNvSpPr txBox="1"/>
          <p:nvPr>
            <p:ph idx="1" type="body"/>
          </p:nvPr>
        </p:nvSpPr>
        <p:spPr>
          <a:xfrm>
            <a:off x="310896" y="3274338"/>
            <a:ext cx="2121408" cy="311784"/>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1" name="Google Shape;651;p167"/>
          <p:cNvSpPr txBox="1"/>
          <p:nvPr>
            <p:ph idx="3" type="body"/>
          </p:nvPr>
        </p:nvSpPr>
        <p:spPr>
          <a:xfrm>
            <a:off x="310896" y="3605133"/>
            <a:ext cx="2121408" cy="31178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2" name="Google Shape;652;p167"/>
          <p:cNvSpPr/>
          <p:nvPr>
            <p:ph idx="4" type="pic"/>
          </p:nvPr>
        </p:nvSpPr>
        <p:spPr>
          <a:xfrm>
            <a:off x="3460496" y="3274113"/>
            <a:ext cx="2120775" cy="1596919"/>
          </a:xfrm>
          <a:prstGeom prst="rect">
            <a:avLst/>
          </a:prstGeom>
          <a:solidFill>
            <a:srgbClr val="324D5E">
              <a:alpha val="29803"/>
            </a:srgbClr>
          </a:solidFill>
          <a:ln>
            <a:noFill/>
          </a:ln>
        </p:spPr>
      </p:sp>
      <p:sp>
        <p:nvSpPr>
          <p:cNvPr id="653" name="Google Shape;653;p167"/>
          <p:cNvSpPr/>
          <p:nvPr/>
        </p:nvSpPr>
        <p:spPr>
          <a:xfrm>
            <a:off x="3460496" y="4861019"/>
            <a:ext cx="2121408"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 name="Google Shape;654;p167"/>
          <p:cNvSpPr txBox="1"/>
          <p:nvPr>
            <p:ph idx="5" type="body"/>
          </p:nvPr>
        </p:nvSpPr>
        <p:spPr>
          <a:xfrm>
            <a:off x="3460496" y="5122771"/>
            <a:ext cx="2121408" cy="311784"/>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5" name="Google Shape;655;p167"/>
          <p:cNvSpPr txBox="1"/>
          <p:nvPr>
            <p:ph idx="6" type="body"/>
          </p:nvPr>
        </p:nvSpPr>
        <p:spPr>
          <a:xfrm>
            <a:off x="3460496" y="5453566"/>
            <a:ext cx="2121408" cy="31178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6" name="Google Shape;656;p167"/>
          <p:cNvSpPr/>
          <p:nvPr>
            <p:ph idx="7" type="pic"/>
          </p:nvPr>
        </p:nvSpPr>
        <p:spPr>
          <a:xfrm>
            <a:off x="6610096" y="1425680"/>
            <a:ext cx="2120775" cy="1596919"/>
          </a:xfrm>
          <a:prstGeom prst="rect">
            <a:avLst/>
          </a:prstGeom>
          <a:solidFill>
            <a:srgbClr val="F17C3F">
              <a:alpha val="29803"/>
            </a:srgbClr>
          </a:solidFill>
          <a:ln>
            <a:noFill/>
          </a:ln>
        </p:spPr>
      </p:sp>
      <p:sp>
        <p:nvSpPr>
          <p:cNvPr id="657" name="Google Shape;657;p167"/>
          <p:cNvSpPr/>
          <p:nvPr/>
        </p:nvSpPr>
        <p:spPr>
          <a:xfrm>
            <a:off x="6610096" y="3012586"/>
            <a:ext cx="2121408" cy="91440"/>
          </a:xfrm>
          <a:prstGeom prst="rect">
            <a:avLst/>
          </a:prstGeom>
          <a:solidFill>
            <a:srgbClr val="F17C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8" name="Google Shape;658;p167"/>
          <p:cNvSpPr txBox="1"/>
          <p:nvPr>
            <p:ph idx="8" type="body"/>
          </p:nvPr>
        </p:nvSpPr>
        <p:spPr>
          <a:xfrm>
            <a:off x="6610096" y="3274338"/>
            <a:ext cx="2121408" cy="311784"/>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9" name="Google Shape;659;p167"/>
          <p:cNvSpPr txBox="1"/>
          <p:nvPr>
            <p:ph idx="9" type="body"/>
          </p:nvPr>
        </p:nvSpPr>
        <p:spPr>
          <a:xfrm>
            <a:off x="6610096" y="3605133"/>
            <a:ext cx="2121408" cy="31178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0" name="Google Shape;660;p167"/>
          <p:cNvSpPr/>
          <p:nvPr>
            <p:ph idx="13" type="pic"/>
          </p:nvPr>
        </p:nvSpPr>
        <p:spPr>
          <a:xfrm>
            <a:off x="9759696" y="3274338"/>
            <a:ext cx="2120775" cy="1596919"/>
          </a:xfrm>
          <a:prstGeom prst="rect">
            <a:avLst/>
          </a:prstGeom>
          <a:solidFill>
            <a:srgbClr val="7BB21B">
              <a:alpha val="29803"/>
            </a:srgbClr>
          </a:solidFill>
          <a:ln>
            <a:noFill/>
          </a:ln>
        </p:spPr>
      </p:sp>
      <p:sp>
        <p:nvSpPr>
          <p:cNvPr id="661" name="Google Shape;661;p167"/>
          <p:cNvSpPr/>
          <p:nvPr/>
        </p:nvSpPr>
        <p:spPr>
          <a:xfrm>
            <a:off x="9759696" y="4861244"/>
            <a:ext cx="2121408" cy="91440"/>
          </a:xfrm>
          <a:prstGeom prst="rect">
            <a:avLst/>
          </a:prstGeom>
          <a:solidFill>
            <a:srgbClr val="7BB2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2" name="Google Shape;662;p167"/>
          <p:cNvSpPr txBox="1"/>
          <p:nvPr>
            <p:ph idx="14" type="body"/>
          </p:nvPr>
        </p:nvSpPr>
        <p:spPr>
          <a:xfrm>
            <a:off x="9759696" y="5122996"/>
            <a:ext cx="2121408" cy="311784"/>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3" name="Google Shape;663;p167"/>
          <p:cNvSpPr txBox="1"/>
          <p:nvPr>
            <p:ph idx="15" type="body"/>
          </p:nvPr>
        </p:nvSpPr>
        <p:spPr>
          <a:xfrm>
            <a:off x="9759696" y="5453791"/>
            <a:ext cx="2121408" cy="311784"/>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64" name="Google Shape;664;p167"/>
          <p:cNvGrpSpPr/>
          <p:nvPr/>
        </p:nvGrpSpPr>
        <p:grpSpPr>
          <a:xfrm>
            <a:off x="0" y="6766560"/>
            <a:ext cx="12192000" cy="91440"/>
            <a:chOff x="0" y="4480421"/>
            <a:chExt cx="12192000" cy="91440"/>
          </a:xfrm>
        </p:grpSpPr>
        <p:sp>
          <p:nvSpPr>
            <p:cNvPr id="665" name="Google Shape;665;p167"/>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6" name="Google Shape;666;p167"/>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 name="Google Shape;667;p167"/>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 name="Google Shape;668;p167"/>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9" name="Google Shape;669;p167"/>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timeline">
  <p:cSld name="4 pictures timeline">
    <p:spTree>
      <p:nvGrpSpPr>
        <p:cNvPr id="670" name="Shape 670"/>
        <p:cNvGrpSpPr/>
        <p:nvPr/>
      </p:nvGrpSpPr>
      <p:grpSpPr>
        <a:xfrm>
          <a:off x="0" y="0"/>
          <a:ext cx="0" cy="0"/>
          <a:chOff x="0" y="0"/>
          <a:chExt cx="0" cy="0"/>
        </a:xfrm>
      </p:grpSpPr>
      <p:sp>
        <p:nvSpPr>
          <p:cNvPr id="671" name="Google Shape;671;p168"/>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2" name="Google Shape;672;p168"/>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3" name="Google Shape;673;p168"/>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4" name="Google Shape;674;p168"/>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5" name="Google Shape;675;p16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76" name="Google Shape;676;p168"/>
          <p:cNvSpPr/>
          <p:nvPr>
            <p:ph idx="2" type="pic"/>
          </p:nvPr>
        </p:nvSpPr>
        <p:spPr>
          <a:xfrm>
            <a:off x="579706" y="1589809"/>
            <a:ext cx="2120775" cy="1596919"/>
          </a:xfrm>
          <a:prstGeom prst="rect">
            <a:avLst/>
          </a:prstGeom>
          <a:solidFill>
            <a:srgbClr val="0095CD">
              <a:alpha val="29803"/>
            </a:srgbClr>
          </a:solidFill>
          <a:ln>
            <a:noFill/>
          </a:ln>
        </p:spPr>
      </p:sp>
      <p:sp>
        <p:nvSpPr>
          <p:cNvPr id="677" name="Google Shape;677;p168"/>
          <p:cNvSpPr/>
          <p:nvPr/>
        </p:nvSpPr>
        <p:spPr>
          <a:xfrm>
            <a:off x="579706" y="3176715"/>
            <a:ext cx="2121408" cy="91440"/>
          </a:xfrm>
          <a:prstGeom prst="rect">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 name="Google Shape;678;p168"/>
          <p:cNvSpPr txBox="1"/>
          <p:nvPr>
            <p:ph idx="1" type="body"/>
          </p:nvPr>
        </p:nvSpPr>
        <p:spPr>
          <a:xfrm>
            <a:off x="579706" y="3950472"/>
            <a:ext cx="2121408" cy="31178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9" name="Google Shape;679;p168"/>
          <p:cNvSpPr/>
          <p:nvPr>
            <p:ph idx="3" type="pic"/>
          </p:nvPr>
        </p:nvSpPr>
        <p:spPr>
          <a:xfrm>
            <a:off x="3553978" y="3950472"/>
            <a:ext cx="2120775" cy="1596919"/>
          </a:xfrm>
          <a:prstGeom prst="rect">
            <a:avLst/>
          </a:prstGeom>
          <a:solidFill>
            <a:srgbClr val="324D5E">
              <a:alpha val="29803"/>
            </a:srgbClr>
          </a:solidFill>
          <a:ln>
            <a:noFill/>
          </a:ln>
        </p:spPr>
      </p:sp>
      <p:sp>
        <p:nvSpPr>
          <p:cNvPr id="680" name="Google Shape;680;p168"/>
          <p:cNvSpPr/>
          <p:nvPr/>
        </p:nvSpPr>
        <p:spPr>
          <a:xfrm>
            <a:off x="3553345" y="5537378"/>
            <a:ext cx="2121408" cy="91440"/>
          </a:xfrm>
          <a:prstGeom prst="rect">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1" name="Google Shape;681;p168"/>
          <p:cNvSpPr txBox="1"/>
          <p:nvPr>
            <p:ph idx="4" type="body"/>
          </p:nvPr>
        </p:nvSpPr>
        <p:spPr>
          <a:xfrm>
            <a:off x="3553345" y="5735868"/>
            <a:ext cx="2121408" cy="31178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2" name="Google Shape;682;p168"/>
          <p:cNvSpPr/>
          <p:nvPr>
            <p:ph idx="5" type="pic"/>
          </p:nvPr>
        </p:nvSpPr>
        <p:spPr>
          <a:xfrm>
            <a:off x="9393235" y="3950697"/>
            <a:ext cx="2120775" cy="1596919"/>
          </a:xfrm>
          <a:prstGeom prst="rect">
            <a:avLst/>
          </a:prstGeom>
          <a:solidFill>
            <a:srgbClr val="7BB21B">
              <a:alpha val="29803"/>
            </a:srgbClr>
          </a:solidFill>
          <a:ln>
            <a:noFill/>
          </a:ln>
        </p:spPr>
      </p:sp>
      <p:sp>
        <p:nvSpPr>
          <p:cNvPr id="683" name="Google Shape;683;p168"/>
          <p:cNvSpPr/>
          <p:nvPr/>
        </p:nvSpPr>
        <p:spPr>
          <a:xfrm>
            <a:off x="9393235" y="5537603"/>
            <a:ext cx="2121408" cy="91440"/>
          </a:xfrm>
          <a:prstGeom prst="rect">
            <a:avLst/>
          </a:prstGeom>
          <a:solidFill>
            <a:srgbClr val="7BB2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4" name="Google Shape;684;p168"/>
          <p:cNvSpPr txBox="1"/>
          <p:nvPr>
            <p:ph idx="6" type="body"/>
          </p:nvPr>
        </p:nvSpPr>
        <p:spPr>
          <a:xfrm>
            <a:off x="9393235" y="5736093"/>
            <a:ext cx="2121408" cy="311784"/>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5" name="Google Shape;685;p168"/>
          <p:cNvSpPr/>
          <p:nvPr/>
        </p:nvSpPr>
        <p:spPr>
          <a:xfrm>
            <a:off x="310895" y="3345750"/>
            <a:ext cx="2889504" cy="494759"/>
          </a:xfrm>
          <a:prstGeom prst="homePlate">
            <a:avLst>
              <a:gd fmla="val 50000" name="adj"/>
            </a:avLst>
          </a:prstGeom>
          <a:solidFill>
            <a:srgbClr val="0095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6" name="Google Shape;686;p168"/>
          <p:cNvSpPr/>
          <p:nvPr/>
        </p:nvSpPr>
        <p:spPr>
          <a:xfrm>
            <a:off x="3204252" y="3345750"/>
            <a:ext cx="2889504" cy="494759"/>
          </a:xfrm>
          <a:prstGeom prst="chevron">
            <a:avLst>
              <a:gd fmla="val 50000" name="adj"/>
            </a:avLst>
          </a:prstGeom>
          <a:solidFill>
            <a:srgbClr val="324D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7" name="Google Shape;687;p168"/>
          <p:cNvSpPr/>
          <p:nvPr/>
        </p:nvSpPr>
        <p:spPr>
          <a:xfrm>
            <a:off x="6097609" y="3345750"/>
            <a:ext cx="2889504" cy="494759"/>
          </a:xfrm>
          <a:prstGeom prst="chevron">
            <a:avLst>
              <a:gd fmla="val 50000" name="adj"/>
            </a:avLst>
          </a:prstGeom>
          <a:solidFill>
            <a:srgbClr val="F17C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8" name="Google Shape;688;p168"/>
          <p:cNvSpPr/>
          <p:nvPr/>
        </p:nvSpPr>
        <p:spPr>
          <a:xfrm>
            <a:off x="8990967" y="3345750"/>
            <a:ext cx="2889504" cy="494759"/>
          </a:xfrm>
          <a:prstGeom prst="chevron">
            <a:avLst>
              <a:gd fmla="val 50000" name="adj"/>
            </a:avLst>
          </a:prstGeom>
          <a:solidFill>
            <a:srgbClr val="7BB2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9" name="Google Shape;689;p168"/>
          <p:cNvSpPr/>
          <p:nvPr>
            <p:ph idx="7" type="pic"/>
          </p:nvPr>
        </p:nvSpPr>
        <p:spPr>
          <a:xfrm>
            <a:off x="6455392" y="1589809"/>
            <a:ext cx="2120775" cy="1596919"/>
          </a:xfrm>
          <a:prstGeom prst="rect">
            <a:avLst/>
          </a:prstGeom>
          <a:solidFill>
            <a:srgbClr val="F17C3F">
              <a:alpha val="29803"/>
            </a:srgbClr>
          </a:solidFill>
          <a:ln>
            <a:noFill/>
          </a:ln>
        </p:spPr>
      </p:sp>
      <p:sp>
        <p:nvSpPr>
          <p:cNvPr id="690" name="Google Shape;690;p168"/>
          <p:cNvSpPr/>
          <p:nvPr/>
        </p:nvSpPr>
        <p:spPr>
          <a:xfrm>
            <a:off x="6454759" y="3176715"/>
            <a:ext cx="2121408" cy="91440"/>
          </a:xfrm>
          <a:prstGeom prst="rect">
            <a:avLst/>
          </a:prstGeom>
          <a:solidFill>
            <a:srgbClr val="F17C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1" name="Google Shape;691;p168"/>
          <p:cNvSpPr txBox="1"/>
          <p:nvPr>
            <p:ph idx="8" type="body"/>
          </p:nvPr>
        </p:nvSpPr>
        <p:spPr>
          <a:xfrm>
            <a:off x="6454759" y="3950472"/>
            <a:ext cx="2121408" cy="31178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8C9CA6"/>
              </a:buClr>
              <a:buSzPts val="1800"/>
              <a:buNone/>
              <a:defRPr sz="1800">
                <a:solidFill>
                  <a:srgbClr val="8C9CA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2" name="Google Shape;692;p168"/>
          <p:cNvSpPr txBox="1"/>
          <p:nvPr>
            <p:ph idx="9" type="body"/>
          </p:nvPr>
        </p:nvSpPr>
        <p:spPr>
          <a:xfrm>
            <a:off x="3553345" y="3438467"/>
            <a:ext cx="2121408" cy="311784"/>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3" name="Google Shape;693;p168"/>
          <p:cNvSpPr txBox="1"/>
          <p:nvPr>
            <p:ph idx="13" type="body"/>
          </p:nvPr>
        </p:nvSpPr>
        <p:spPr>
          <a:xfrm>
            <a:off x="9393235" y="3438467"/>
            <a:ext cx="2121408" cy="311784"/>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4" name="Google Shape;694;p168"/>
          <p:cNvSpPr txBox="1"/>
          <p:nvPr>
            <p:ph idx="14" type="body"/>
          </p:nvPr>
        </p:nvSpPr>
        <p:spPr>
          <a:xfrm>
            <a:off x="579706" y="3438467"/>
            <a:ext cx="2121408" cy="311784"/>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5" name="Google Shape;695;p168"/>
          <p:cNvSpPr txBox="1"/>
          <p:nvPr>
            <p:ph idx="15" type="body"/>
          </p:nvPr>
        </p:nvSpPr>
        <p:spPr>
          <a:xfrm>
            <a:off x="6454759" y="3438467"/>
            <a:ext cx="2121408" cy="311784"/>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324D5E"/>
              </a:buClr>
              <a:buSzPts val="2200"/>
              <a:buNone/>
              <a:defRPr sz="22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96" name="Google Shape;696;p168"/>
          <p:cNvGrpSpPr/>
          <p:nvPr/>
        </p:nvGrpSpPr>
        <p:grpSpPr>
          <a:xfrm>
            <a:off x="0" y="6766560"/>
            <a:ext cx="12192000" cy="91440"/>
            <a:chOff x="0" y="4480421"/>
            <a:chExt cx="12192000" cy="91440"/>
          </a:xfrm>
        </p:grpSpPr>
        <p:sp>
          <p:nvSpPr>
            <p:cNvPr id="697" name="Google Shape;697;p168"/>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8" name="Google Shape;698;p168"/>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9" name="Google Shape;699;p168"/>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0" name="Google Shape;700;p168"/>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1" name="Google Shape;701;p168"/>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picture portfolio">
  <p:cSld name="1 picture portfolio">
    <p:spTree>
      <p:nvGrpSpPr>
        <p:cNvPr id="702" name="Shape 702"/>
        <p:cNvGrpSpPr/>
        <p:nvPr/>
      </p:nvGrpSpPr>
      <p:grpSpPr>
        <a:xfrm>
          <a:off x="0" y="0"/>
          <a:ext cx="0" cy="0"/>
          <a:chOff x="0" y="0"/>
          <a:chExt cx="0" cy="0"/>
        </a:xfrm>
      </p:grpSpPr>
      <p:sp>
        <p:nvSpPr>
          <p:cNvPr id="703" name="Google Shape;703;p169"/>
          <p:cNvSpPr txBox="1"/>
          <p:nvPr>
            <p:ph idx="10" type="dt"/>
          </p:nvPr>
        </p:nvSpPr>
        <p:spPr>
          <a:xfrm>
            <a:off x="4031479" y="6356350"/>
            <a:ext cx="154382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7333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4" name="Google Shape;704;p169"/>
          <p:cNvSpPr txBox="1"/>
          <p:nvPr>
            <p:ph idx="11" type="ftr"/>
          </p:nvPr>
        </p:nvSpPr>
        <p:spPr>
          <a:xfrm>
            <a:off x="5850147"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27333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5" name="Google Shape;705;p169"/>
          <p:cNvSpPr txBox="1"/>
          <p:nvPr>
            <p:ph idx="12" type="sldNum"/>
          </p:nvPr>
        </p:nvSpPr>
        <p:spPr>
          <a:xfrm>
            <a:off x="10239794" y="6356350"/>
            <a:ext cx="11140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273339"/>
                </a:solidFill>
                <a:latin typeface="Calibri"/>
                <a:ea typeface="Calibri"/>
                <a:cs typeface="Calibri"/>
                <a:sym typeface="Calibri"/>
              </a:defRPr>
            </a:lvl1pPr>
            <a:lvl2pPr indent="0" lvl="1" marL="0" algn="r">
              <a:spcBef>
                <a:spcPts val="0"/>
              </a:spcBef>
              <a:buNone/>
              <a:defRPr sz="1200">
                <a:solidFill>
                  <a:srgbClr val="273339"/>
                </a:solidFill>
                <a:latin typeface="Calibri"/>
                <a:ea typeface="Calibri"/>
                <a:cs typeface="Calibri"/>
                <a:sym typeface="Calibri"/>
              </a:defRPr>
            </a:lvl2pPr>
            <a:lvl3pPr indent="0" lvl="2" marL="0" algn="r">
              <a:spcBef>
                <a:spcPts val="0"/>
              </a:spcBef>
              <a:buNone/>
              <a:defRPr sz="1200">
                <a:solidFill>
                  <a:srgbClr val="273339"/>
                </a:solidFill>
                <a:latin typeface="Calibri"/>
                <a:ea typeface="Calibri"/>
                <a:cs typeface="Calibri"/>
                <a:sym typeface="Calibri"/>
              </a:defRPr>
            </a:lvl3pPr>
            <a:lvl4pPr indent="0" lvl="3" marL="0" algn="r">
              <a:spcBef>
                <a:spcPts val="0"/>
              </a:spcBef>
              <a:buNone/>
              <a:defRPr sz="1200">
                <a:solidFill>
                  <a:srgbClr val="273339"/>
                </a:solidFill>
                <a:latin typeface="Calibri"/>
                <a:ea typeface="Calibri"/>
                <a:cs typeface="Calibri"/>
                <a:sym typeface="Calibri"/>
              </a:defRPr>
            </a:lvl4pPr>
            <a:lvl5pPr indent="0" lvl="4" marL="0" algn="r">
              <a:spcBef>
                <a:spcPts val="0"/>
              </a:spcBef>
              <a:buNone/>
              <a:defRPr sz="1200">
                <a:solidFill>
                  <a:srgbClr val="273339"/>
                </a:solidFill>
                <a:latin typeface="Calibri"/>
                <a:ea typeface="Calibri"/>
                <a:cs typeface="Calibri"/>
                <a:sym typeface="Calibri"/>
              </a:defRPr>
            </a:lvl5pPr>
            <a:lvl6pPr indent="0" lvl="5" marL="0" algn="r">
              <a:spcBef>
                <a:spcPts val="0"/>
              </a:spcBef>
              <a:buNone/>
              <a:defRPr sz="1200">
                <a:solidFill>
                  <a:srgbClr val="273339"/>
                </a:solidFill>
                <a:latin typeface="Calibri"/>
                <a:ea typeface="Calibri"/>
                <a:cs typeface="Calibri"/>
                <a:sym typeface="Calibri"/>
              </a:defRPr>
            </a:lvl6pPr>
            <a:lvl7pPr indent="0" lvl="6" marL="0" algn="r">
              <a:spcBef>
                <a:spcPts val="0"/>
              </a:spcBef>
              <a:buNone/>
              <a:defRPr sz="1200">
                <a:solidFill>
                  <a:srgbClr val="273339"/>
                </a:solidFill>
                <a:latin typeface="Calibri"/>
                <a:ea typeface="Calibri"/>
                <a:cs typeface="Calibri"/>
                <a:sym typeface="Calibri"/>
              </a:defRPr>
            </a:lvl7pPr>
            <a:lvl8pPr indent="0" lvl="7" marL="0" algn="r">
              <a:spcBef>
                <a:spcPts val="0"/>
              </a:spcBef>
              <a:buNone/>
              <a:defRPr sz="1200">
                <a:solidFill>
                  <a:srgbClr val="273339"/>
                </a:solidFill>
                <a:latin typeface="Calibri"/>
                <a:ea typeface="Calibri"/>
                <a:cs typeface="Calibri"/>
                <a:sym typeface="Calibri"/>
              </a:defRPr>
            </a:lvl8pPr>
            <a:lvl9pPr indent="0" lvl="8" marL="0" algn="r">
              <a:spcBef>
                <a:spcPts val="0"/>
              </a:spcBef>
              <a:buNone/>
              <a:defRPr sz="1200">
                <a:solidFill>
                  <a:srgbClr val="27333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06" name="Google Shape;706;p169"/>
          <p:cNvSpPr/>
          <p:nvPr/>
        </p:nvSpPr>
        <p:spPr>
          <a:xfrm>
            <a:off x="313730" y="418032"/>
            <a:ext cx="168296" cy="2118739"/>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7" name="Google Shape;707;p169"/>
          <p:cNvSpPr txBox="1"/>
          <p:nvPr>
            <p:ph idx="1" type="body"/>
          </p:nvPr>
        </p:nvSpPr>
        <p:spPr>
          <a:xfrm>
            <a:off x="449646" y="3380693"/>
            <a:ext cx="2596896" cy="2862322"/>
          </a:xfrm>
          <a:prstGeom prst="rect">
            <a:avLst/>
          </a:prstGeom>
          <a:noFill/>
          <a:ln>
            <a:noFill/>
          </a:ln>
        </p:spPr>
        <p:txBody>
          <a:bodyPr anchorCtr="0" anchor="ctr" bIns="45700" lIns="91425" spcFirstLastPara="1" rIns="91425" wrap="square" tIns="45700">
            <a:spAutoFit/>
          </a:bodyPr>
          <a:lstStyle>
            <a:lvl1pPr indent="-228600" lvl="0" marL="457200" algn="just">
              <a:lnSpc>
                <a:spcPct val="90000"/>
              </a:lnSpc>
              <a:spcBef>
                <a:spcPts val="1000"/>
              </a:spcBef>
              <a:spcAft>
                <a:spcPts val="0"/>
              </a:spcAft>
              <a:buClr>
                <a:srgbClr val="324D5E"/>
              </a:buClr>
              <a:buSzPts val="2000"/>
              <a:buNone/>
              <a:defRPr sz="2000">
                <a:solidFill>
                  <a:srgbClr val="324D5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8" name="Google Shape;708;p169"/>
          <p:cNvSpPr txBox="1"/>
          <p:nvPr/>
        </p:nvSpPr>
        <p:spPr>
          <a:xfrm>
            <a:off x="0" y="2758941"/>
            <a:ext cx="825867"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500">
                <a:solidFill>
                  <a:srgbClr val="8C9CA6"/>
                </a:solidFill>
                <a:latin typeface="Calibri"/>
                <a:ea typeface="Calibri"/>
                <a:cs typeface="Calibri"/>
                <a:sym typeface="Calibri"/>
              </a:rPr>
              <a:t>“</a:t>
            </a:r>
            <a:endParaRPr/>
          </a:p>
        </p:txBody>
      </p:sp>
      <p:sp>
        <p:nvSpPr>
          <p:cNvPr id="709" name="Google Shape;709;p169"/>
          <p:cNvSpPr/>
          <p:nvPr>
            <p:ph idx="2" type="pic"/>
          </p:nvPr>
        </p:nvSpPr>
        <p:spPr>
          <a:xfrm>
            <a:off x="3084289" y="1"/>
            <a:ext cx="9107711" cy="6858000"/>
          </a:xfrm>
          <a:prstGeom prst="rect">
            <a:avLst/>
          </a:prstGeom>
          <a:solidFill>
            <a:srgbClr val="0095CD">
              <a:alpha val="29803"/>
            </a:srgbClr>
          </a:solidFill>
          <a:ln>
            <a:noFill/>
          </a:ln>
        </p:spPr>
      </p:sp>
      <p:sp>
        <p:nvSpPr>
          <p:cNvPr id="710" name="Google Shape;710;p169"/>
          <p:cNvSpPr txBox="1"/>
          <p:nvPr>
            <p:ph idx="3" type="body"/>
          </p:nvPr>
        </p:nvSpPr>
        <p:spPr>
          <a:xfrm>
            <a:off x="647752" y="509008"/>
            <a:ext cx="5188204" cy="1006429"/>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1000"/>
              </a:spcBef>
              <a:spcAft>
                <a:spcPts val="0"/>
              </a:spcAft>
              <a:buClr>
                <a:srgbClr val="20282D"/>
              </a:buClr>
              <a:buSzPts val="6600"/>
              <a:buNone/>
              <a:defRPr b="1" sz="6600" cap="none">
                <a:solidFill>
                  <a:srgbClr val="20282D"/>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1" name="Google Shape;711;p169"/>
          <p:cNvSpPr txBox="1"/>
          <p:nvPr>
            <p:ph idx="4" type="body"/>
          </p:nvPr>
        </p:nvSpPr>
        <p:spPr>
          <a:xfrm>
            <a:off x="647752" y="1699086"/>
            <a:ext cx="5188204" cy="757130"/>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20282D"/>
              </a:buClr>
              <a:buSzPts val="4800"/>
              <a:buNone/>
              <a:defRPr sz="4800" cap="none">
                <a:solidFill>
                  <a:srgbClr val="20282D"/>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2" name="Google Shape;712;p169"/>
          <p:cNvSpPr txBox="1"/>
          <p:nvPr/>
        </p:nvSpPr>
        <p:spPr>
          <a:xfrm>
            <a:off x="3007854" y="5662506"/>
            <a:ext cx="825867"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500">
                <a:solidFill>
                  <a:schemeClr val="lt1"/>
                </a:solidFill>
                <a:latin typeface="Calibri"/>
                <a:ea typeface="Calibri"/>
                <a:cs typeface="Calibri"/>
                <a:sym typeface="Calibri"/>
              </a:rPr>
              <a:t>”</a:t>
            </a:r>
            <a:endParaRPr/>
          </a:p>
        </p:txBody>
      </p:sp>
      <p:grpSp>
        <p:nvGrpSpPr>
          <p:cNvPr id="713" name="Google Shape;713;p169"/>
          <p:cNvGrpSpPr/>
          <p:nvPr/>
        </p:nvGrpSpPr>
        <p:grpSpPr>
          <a:xfrm>
            <a:off x="0" y="6766560"/>
            <a:ext cx="3081528" cy="91440"/>
            <a:chOff x="0" y="4480421"/>
            <a:chExt cx="12192000" cy="91440"/>
          </a:xfrm>
        </p:grpSpPr>
        <p:sp>
          <p:nvSpPr>
            <p:cNvPr id="714" name="Google Shape;714;p16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5" name="Google Shape;715;p169"/>
            <p:cNvSpPr/>
            <p:nvPr/>
          </p:nvSpPr>
          <p:spPr>
            <a:xfrm>
              <a:off x="2439924" y="4480421"/>
              <a:ext cx="2439924" cy="914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6" name="Google Shape;716;p16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7" name="Google Shape;717;p16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8" name="Google Shape;718;p16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and picture">
  <p:cSld name="Title and Content and picture">
    <p:spTree>
      <p:nvGrpSpPr>
        <p:cNvPr id="719" name="Shape 719"/>
        <p:cNvGrpSpPr/>
        <p:nvPr/>
      </p:nvGrpSpPr>
      <p:grpSpPr>
        <a:xfrm>
          <a:off x="0" y="0"/>
          <a:ext cx="0" cy="0"/>
          <a:chOff x="0" y="0"/>
          <a:chExt cx="0" cy="0"/>
        </a:xfrm>
      </p:grpSpPr>
      <p:sp>
        <p:nvSpPr>
          <p:cNvPr id="720" name="Google Shape;720;p170"/>
          <p:cNvSpPr txBox="1"/>
          <p:nvPr>
            <p:ph idx="1" type="body"/>
          </p:nvPr>
        </p:nvSpPr>
        <p:spPr>
          <a:xfrm>
            <a:off x="838200" y="1955800"/>
            <a:ext cx="10515600" cy="42211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1" name="Google Shape;721;p170"/>
          <p:cNvSpPr/>
          <p:nvPr/>
        </p:nvSpPr>
        <p:spPr>
          <a:xfrm>
            <a:off x="2" y="-9731"/>
            <a:ext cx="94360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2" name="Google Shape;722;p170"/>
          <p:cNvSpPr txBox="1"/>
          <p:nvPr>
            <p:ph type="title"/>
          </p:nvPr>
        </p:nvSpPr>
        <p:spPr>
          <a:xfrm>
            <a:off x="838200" y="244372"/>
            <a:ext cx="85979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3" name="Google Shape;723;p170"/>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4" name="Google Shape;724;p170"/>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5" name="Google Shape;725;p17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26" name="Google Shape;726;p170"/>
          <p:cNvSpPr/>
          <p:nvPr>
            <p:ph idx="2" type="pic"/>
          </p:nvPr>
        </p:nvSpPr>
        <p:spPr>
          <a:xfrm>
            <a:off x="9591945" y="-1"/>
            <a:ext cx="2600055" cy="1957811"/>
          </a:xfrm>
          <a:prstGeom prst="rect">
            <a:avLst/>
          </a:prstGeom>
          <a:noFill/>
          <a:ln>
            <a:noFill/>
          </a:ln>
        </p:spPr>
      </p:sp>
      <p:sp>
        <p:nvSpPr>
          <p:cNvPr id="727" name="Google Shape;727;p170"/>
          <p:cNvSpPr/>
          <p:nvPr/>
        </p:nvSpPr>
        <p:spPr>
          <a:xfrm>
            <a:off x="9594616" y="0"/>
            <a:ext cx="2597384" cy="1955800"/>
          </a:xfrm>
          <a:prstGeom prst="rect">
            <a:avLst/>
          </a:prstGeom>
          <a:solidFill>
            <a:srgbClr val="7BB21B">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8" name="Google Shape;728;p170"/>
          <p:cNvSpPr/>
          <p:nvPr/>
        </p:nvSpPr>
        <p:spPr>
          <a:xfrm>
            <a:off x="9595104" y="1955800"/>
            <a:ext cx="2596896" cy="91440"/>
          </a:xfrm>
          <a:prstGeom prst="rect">
            <a:avLst/>
          </a:prstGeom>
          <a:solidFill>
            <a:srgbClr val="7BB2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729" name="Google Shape;729;p170"/>
          <p:cNvGrpSpPr/>
          <p:nvPr/>
        </p:nvGrpSpPr>
        <p:grpSpPr>
          <a:xfrm>
            <a:off x="0" y="6766560"/>
            <a:ext cx="12192000" cy="91440"/>
            <a:chOff x="0" y="4480421"/>
            <a:chExt cx="12192000" cy="91440"/>
          </a:xfrm>
        </p:grpSpPr>
        <p:sp>
          <p:nvSpPr>
            <p:cNvPr id="730" name="Google Shape;730;p170"/>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1" name="Google Shape;731;p170"/>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2" name="Google Shape;732;p170"/>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3" name="Google Shape;733;p170"/>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4" name="Google Shape;734;p170"/>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35" name="Shape 735"/>
        <p:cNvGrpSpPr/>
        <p:nvPr/>
      </p:nvGrpSpPr>
      <p:grpSpPr>
        <a:xfrm>
          <a:off x="0" y="0"/>
          <a:ext cx="0" cy="0"/>
          <a:chOff x="0" y="0"/>
          <a:chExt cx="0" cy="0"/>
        </a:xfrm>
      </p:grpSpPr>
      <p:sp>
        <p:nvSpPr>
          <p:cNvPr id="736" name="Google Shape;736;p171"/>
          <p:cNvSpPr/>
          <p:nvPr/>
        </p:nvSpPr>
        <p:spPr>
          <a:xfrm>
            <a:off x="2" y="-9731"/>
            <a:ext cx="3299670" cy="3115788"/>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7" name="Google Shape;737;p171"/>
          <p:cNvSpPr txBox="1"/>
          <p:nvPr>
            <p:ph type="title"/>
          </p:nvPr>
        </p:nvSpPr>
        <p:spPr>
          <a:xfrm>
            <a:off x="189517" y="440130"/>
            <a:ext cx="2920641" cy="146559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200"/>
              <a:buFont typeface="Calibri"/>
              <a:buNone/>
              <a:defRPr b="1"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8" name="Google Shape;738;p171"/>
          <p:cNvSpPr txBox="1"/>
          <p:nvPr>
            <p:ph idx="10" type="dt"/>
          </p:nvPr>
        </p:nvSpPr>
        <p:spPr>
          <a:xfrm>
            <a:off x="4031479" y="6356350"/>
            <a:ext cx="154382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9" name="Google Shape;739;p171"/>
          <p:cNvSpPr txBox="1"/>
          <p:nvPr>
            <p:ph idx="11" type="ftr"/>
          </p:nvPr>
        </p:nvSpPr>
        <p:spPr>
          <a:xfrm>
            <a:off x="5850147" y="6356350"/>
            <a:ext cx="41148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0" name="Google Shape;740;p171"/>
          <p:cNvSpPr txBox="1"/>
          <p:nvPr>
            <p:ph idx="12" type="sldNum"/>
          </p:nvPr>
        </p:nvSpPr>
        <p:spPr>
          <a:xfrm>
            <a:off x="10239794" y="6356350"/>
            <a:ext cx="11140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41" name="Google Shape;741;p171"/>
          <p:cNvSpPr txBox="1"/>
          <p:nvPr>
            <p:ph idx="1" type="body"/>
          </p:nvPr>
        </p:nvSpPr>
        <p:spPr>
          <a:xfrm>
            <a:off x="189517" y="1958585"/>
            <a:ext cx="2920641" cy="63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BFCDD6"/>
              </a:buClr>
              <a:buSzPts val="1600"/>
              <a:buNone/>
              <a:defRPr sz="1600">
                <a:solidFill>
                  <a:srgbClr val="BFCDD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2" name="Google Shape;742;p171"/>
          <p:cNvSpPr/>
          <p:nvPr>
            <p:ph idx="2" type="pic"/>
          </p:nvPr>
        </p:nvSpPr>
        <p:spPr>
          <a:xfrm>
            <a:off x="0" y="3338285"/>
            <a:ext cx="3303064" cy="2487168"/>
          </a:xfrm>
          <a:prstGeom prst="rect">
            <a:avLst/>
          </a:prstGeom>
          <a:noFill/>
          <a:ln>
            <a:noFill/>
          </a:ln>
        </p:spPr>
      </p:sp>
      <p:sp>
        <p:nvSpPr>
          <p:cNvPr id="743" name="Google Shape;743;p171"/>
          <p:cNvSpPr/>
          <p:nvPr/>
        </p:nvSpPr>
        <p:spPr>
          <a:xfrm>
            <a:off x="0" y="3338285"/>
            <a:ext cx="3299672" cy="2484614"/>
          </a:xfrm>
          <a:prstGeom prst="rect">
            <a:avLst/>
          </a:prstGeom>
          <a:solidFill>
            <a:srgbClr val="75BEE9">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744" name="Google Shape;744;p171"/>
          <p:cNvGrpSpPr/>
          <p:nvPr/>
        </p:nvGrpSpPr>
        <p:grpSpPr>
          <a:xfrm>
            <a:off x="0" y="6766560"/>
            <a:ext cx="3300984" cy="91440"/>
            <a:chOff x="0" y="4480421"/>
            <a:chExt cx="12192000" cy="91440"/>
          </a:xfrm>
        </p:grpSpPr>
        <p:sp>
          <p:nvSpPr>
            <p:cNvPr id="745" name="Google Shape;745;p171"/>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6" name="Google Shape;746;p171"/>
            <p:cNvSpPr/>
            <p:nvPr/>
          </p:nvSpPr>
          <p:spPr>
            <a:xfrm>
              <a:off x="2439924" y="4480421"/>
              <a:ext cx="2439924" cy="914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7" name="Google Shape;747;p171"/>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8" name="Google Shape;748;p171"/>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 name="Google Shape;749;p171"/>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
  <p:cSld name="chart 1">
    <p:spTree>
      <p:nvGrpSpPr>
        <p:cNvPr id="750" name="Shape 750"/>
        <p:cNvGrpSpPr/>
        <p:nvPr/>
      </p:nvGrpSpPr>
      <p:grpSpPr>
        <a:xfrm>
          <a:off x="0" y="0"/>
          <a:ext cx="0" cy="0"/>
          <a:chOff x="0" y="0"/>
          <a:chExt cx="0" cy="0"/>
        </a:xfrm>
      </p:grpSpPr>
      <p:sp>
        <p:nvSpPr>
          <p:cNvPr id="751" name="Google Shape;751;p172"/>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2" name="Google Shape;752;p172"/>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172"/>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4" name="Google Shape;754;p172"/>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5" name="Google Shape;755;p172"/>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56" name="Google Shape;756;p172"/>
          <p:cNvSpPr/>
          <p:nvPr>
            <p:ph idx="2" type="chart"/>
          </p:nvPr>
        </p:nvSpPr>
        <p:spPr>
          <a:xfrm>
            <a:off x="4872227" y="1701800"/>
            <a:ext cx="6837173" cy="43561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7" name="Google Shape;757;p172"/>
          <p:cNvSpPr txBox="1"/>
          <p:nvPr>
            <p:ph idx="1" type="body"/>
          </p:nvPr>
        </p:nvSpPr>
        <p:spPr>
          <a:xfrm>
            <a:off x="482600" y="2257196"/>
            <a:ext cx="4026883" cy="2314804"/>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758" name="Google Shape;758;p172"/>
          <p:cNvSpPr txBox="1"/>
          <p:nvPr>
            <p:ph idx="3" type="body"/>
          </p:nvPr>
        </p:nvSpPr>
        <p:spPr>
          <a:xfrm>
            <a:off x="482599" y="1701800"/>
            <a:ext cx="4026883" cy="424732"/>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759" name="Google Shape;759;p172"/>
          <p:cNvGrpSpPr/>
          <p:nvPr/>
        </p:nvGrpSpPr>
        <p:grpSpPr>
          <a:xfrm>
            <a:off x="0" y="6766560"/>
            <a:ext cx="12192000" cy="91440"/>
            <a:chOff x="0" y="4480421"/>
            <a:chExt cx="12192000" cy="91440"/>
          </a:xfrm>
        </p:grpSpPr>
        <p:sp>
          <p:nvSpPr>
            <p:cNvPr id="760" name="Google Shape;760;p172"/>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1" name="Google Shape;761;p172"/>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2" name="Google Shape;762;p172"/>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3" name="Google Shape;763;p172"/>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4" name="Google Shape;764;p17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2">
  <p:cSld name="chart 2">
    <p:spTree>
      <p:nvGrpSpPr>
        <p:cNvPr id="765" name="Shape 765"/>
        <p:cNvGrpSpPr/>
        <p:nvPr/>
      </p:nvGrpSpPr>
      <p:grpSpPr>
        <a:xfrm>
          <a:off x="0" y="0"/>
          <a:ext cx="0" cy="0"/>
          <a:chOff x="0" y="0"/>
          <a:chExt cx="0" cy="0"/>
        </a:xfrm>
      </p:grpSpPr>
      <p:sp>
        <p:nvSpPr>
          <p:cNvPr id="766" name="Google Shape;766;p17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 name="Google Shape;767;p17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8" name="Google Shape;768;p173"/>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9" name="Google Shape;769;p17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0" name="Google Shape;770;p17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71" name="Google Shape;771;p173"/>
          <p:cNvSpPr/>
          <p:nvPr>
            <p:ph idx="2" type="chart"/>
          </p:nvPr>
        </p:nvSpPr>
        <p:spPr>
          <a:xfrm>
            <a:off x="482599" y="1425678"/>
            <a:ext cx="112268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72" name="Google Shape;772;p173"/>
          <p:cNvSpPr txBox="1"/>
          <p:nvPr>
            <p:ph idx="1" type="body"/>
          </p:nvPr>
        </p:nvSpPr>
        <p:spPr>
          <a:xfrm>
            <a:off x="482599" y="5221786"/>
            <a:ext cx="11226801" cy="98101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773" name="Google Shape;773;p173"/>
          <p:cNvSpPr txBox="1"/>
          <p:nvPr>
            <p:ph idx="3" type="body"/>
          </p:nvPr>
        </p:nvSpPr>
        <p:spPr>
          <a:xfrm>
            <a:off x="482600" y="4754538"/>
            <a:ext cx="112268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774" name="Google Shape;774;p173"/>
          <p:cNvGrpSpPr/>
          <p:nvPr/>
        </p:nvGrpSpPr>
        <p:grpSpPr>
          <a:xfrm>
            <a:off x="0" y="6766560"/>
            <a:ext cx="12192000" cy="91440"/>
            <a:chOff x="0" y="4480421"/>
            <a:chExt cx="12192000" cy="91440"/>
          </a:xfrm>
        </p:grpSpPr>
        <p:sp>
          <p:nvSpPr>
            <p:cNvPr id="775" name="Google Shape;775;p17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6" name="Google Shape;776;p17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7" name="Google Shape;777;p17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8" name="Google Shape;778;p17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9" name="Google Shape;779;p17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3">
  <p:cSld name="chart 3">
    <p:spTree>
      <p:nvGrpSpPr>
        <p:cNvPr id="780" name="Shape 780"/>
        <p:cNvGrpSpPr/>
        <p:nvPr/>
      </p:nvGrpSpPr>
      <p:grpSpPr>
        <a:xfrm>
          <a:off x="0" y="0"/>
          <a:ext cx="0" cy="0"/>
          <a:chOff x="0" y="0"/>
          <a:chExt cx="0" cy="0"/>
        </a:xfrm>
      </p:grpSpPr>
      <p:sp>
        <p:nvSpPr>
          <p:cNvPr id="781" name="Google Shape;781;p174"/>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 name="Google Shape;782;p174"/>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3" name="Google Shape;783;p174"/>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4" name="Google Shape;784;p174"/>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5" name="Google Shape;785;p17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86" name="Google Shape;786;p174"/>
          <p:cNvSpPr/>
          <p:nvPr>
            <p:ph idx="2" type="chart"/>
          </p:nvPr>
        </p:nvSpPr>
        <p:spPr>
          <a:xfrm>
            <a:off x="482599" y="1425678"/>
            <a:ext cx="51308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87" name="Google Shape;787;p174"/>
          <p:cNvSpPr txBox="1"/>
          <p:nvPr>
            <p:ph idx="1" type="body"/>
          </p:nvPr>
        </p:nvSpPr>
        <p:spPr>
          <a:xfrm>
            <a:off x="482599" y="5221786"/>
            <a:ext cx="5130801" cy="981015"/>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788" name="Google Shape;788;p174"/>
          <p:cNvSpPr txBox="1"/>
          <p:nvPr>
            <p:ph idx="3" type="body"/>
          </p:nvPr>
        </p:nvSpPr>
        <p:spPr>
          <a:xfrm>
            <a:off x="482599" y="4754538"/>
            <a:ext cx="51308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9" name="Google Shape;789;p174"/>
          <p:cNvSpPr/>
          <p:nvPr>
            <p:ph idx="4" type="chart"/>
          </p:nvPr>
        </p:nvSpPr>
        <p:spPr>
          <a:xfrm>
            <a:off x="6578599" y="1425678"/>
            <a:ext cx="51308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0" name="Google Shape;790;p174"/>
          <p:cNvSpPr txBox="1"/>
          <p:nvPr>
            <p:ph idx="5" type="body"/>
          </p:nvPr>
        </p:nvSpPr>
        <p:spPr>
          <a:xfrm>
            <a:off x="6578599" y="5221786"/>
            <a:ext cx="5130801" cy="981015"/>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791" name="Google Shape;791;p174"/>
          <p:cNvSpPr txBox="1"/>
          <p:nvPr>
            <p:ph idx="6" type="body"/>
          </p:nvPr>
        </p:nvSpPr>
        <p:spPr>
          <a:xfrm>
            <a:off x="6578600" y="4754538"/>
            <a:ext cx="51308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792" name="Google Shape;792;p174"/>
          <p:cNvGrpSpPr/>
          <p:nvPr/>
        </p:nvGrpSpPr>
        <p:grpSpPr>
          <a:xfrm>
            <a:off x="0" y="6766560"/>
            <a:ext cx="12192000" cy="91440"/>
            <a:chOff x="0" y="4480421"/>
            <a:chExt cx="12192000" cy="91440"/>
          </a:xfrm>
        </p:grpSpPr>
        <p:sp>
          <p:nvSpPr>
            <p:cNvPr id="793" name="Google Shape;793;p174"/>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4" name="Google Shape;794;p174"/>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5" name="Google Shape;795;p174"/>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 name="Google Shape;796;p174"/>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7" name="Google Shape;797;p174"/>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4">
  <p:cSld name="chart 4">
    <p:spTree>
      <p:nvGrpSpPr>
        <p:cNvPr id="798" name="Shape 798"/>
        <p:cNvGrpSpPr/>
        <p:nvPr/>
      </p:nvGrpSpPr>
      <p:grpSpPr>
        <a:xfrm>
          <a:off x="0" y="0"/>
          <a:ext cx="0" cy="0"/>
          <a:chOff x="0" y="0"/>
          <a:chExt cx="0" cy="0"/>
        </a:xfrm>
      </p:grpSpPr>
      <p:sp>
        <p:nvSpPr>
          <p:cNvPr id="799" name="Google Shape;799;p17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0" name="Google Shape;800;p17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1" name="Google Shape;801;p175"/>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2" name="Google Shape;802;p17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3" name="Google Shape;803;p17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04" name="Google Shape;804;p175"/>
          <p:cNvSpPr/>
          <p:nvPr>
            <p:ph idx="2" type="chart"/>
          </p:nvPr>
        </p:nvSpPr>
        <p:spPr>
          <a:xfrm>
            <a:off x="482599" y="1425678"/>
            <a:ext cx="35560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05" name="Google Shape;805;p175"/>
          <p:cNvSpPr txBox="1"/>
          <p:nvPr>
            <p:ph idx="1" type="body"/>
          </p:nvPr>
        </p:nvSpPr>
        <p:spPr>
          <a:xfrm>
            <a:off x="482599" y="5221786"/>
            <a:ext cx="3556001" cy="981015"/>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06" name="Google Shape;806;p175"/>
          <p:cNvSpPr txBox="1"/>
          <p:nvPr>
            <p:ph idx="3" type="body"/>
          </p:nvPr>
        </p:nvSpPr>
        <p:spPr>
          <a:xfrm>
            <a:off x="482599" y="4754538"/>
            <a:ext cx="35560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7" name="Google Shape;807;p175"/>
          <p:cNvSpPr/>
          <p:nvPr>
            <p:ph idx="4" type="chart"/>
          </p:nvPr>
        </p:nvSpPr>
        <p:spPr>
          <a:xfrm>
            <a:off x="4318000" y="1425678"/>
            <a:ext cx="35560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08" name="Google Shape;808;p175"/>
          <p:cNvSpPr txBox="1"/>
          <p:nvPr>
            <p:ph idx="5" type="body"/>
          </p:nvPr>
        </p:nvSpPr>
        <p:spPr>
          <a:xfrm>
            <a:off x="4318000" y="5221786"/>
            <a:ext cx="3556001" cy="981015"/>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09" name="Google Shape;809;p175"/>
          <p:cNvSpPr txBox="1"/>
          <p:nvPr>
            <p:ph idx="6" type="body"/>
          </p:nvPr>
        </p:nvSpPr>
        <p:spPr>
          <a:xfrm>
            <a:off x="4318000" y="4754538"/>
            <a:ext cx="35560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0" name="Google Shape;810;p175"/>
          <p:cNvSpPr/>
          <p:nvPr>
            <p:ph idx="7" type="chart"/>
          </p:nvPr>
        </p:nvSpPr>
        <p:spPr>
          <a:xfrm>
            <a:off x="8153400" y="1425678"/>
            <a:ext cx="35560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1" name="Google Shape;811;p175"/>
          <p:cNvSpPr txBox="1"/>
          <p:nvPr>
            <p:ph idx="8" type="body"/>
          </p:nvPr>
        </p:nvSpPr>
        <p:spPr>
          <a:xfrm>
            <a:off x="8153400" y="5221786"/>
            <a:ext cx="3556001" cy="981015"/>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12" name="Google Shape;812;p175"/>
          <p:cNvSpPr txBox="1"/>
          <p:nvPr>
            <p:ph idx="9" type="body"/>
          </p:nvPr>
        </p:nvSpPr>
        <p:spPr>
          <a:xfrm>
            <a:off x="8153400" y="4754538"/>
            <a:ext cx="35560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813" name="Google Shape;813;p175"/>
          <p:cNvGrpSpPr/>
          <p:nvPr/>
        </p:nvGrpSpPr>
        <p:grpSpPr>
          <a:xfrm>
            <a:off x="0" y="6766560"/>
            <a:ext cx="12192000" cy="91440"/>
            <a:chOff x="0" y="4480421"/>
            <a:chExt cx="12192000" cy="91440"/>
          </a:xfrm>
        </p:grpSpPr>
        <p:sp>
          <p:nvSpPr>
            <p:cNvPr id="814" name="Google Shape;814;p17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5" name="Google Shape;815;p17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6" name="Google Shape;816;p17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7" name="Google Shape;817;p17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8" name="Google Shape;818;p17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5">
  <p:cSld name="chart 5">
    <p:spTree>
      <p:nvGrpSpPr>
        <p:cNvPr id="819" name="Shape 819"/>
        <p:cNvGrpSpPr/>
        <p:nvPr/>
      </p:nvGrpSpPr>
      <p:grpSpPr>
        <a:xfrm>
          <a:off x="0" y="0"/>
          <a:ext cx="0" cy="0"/>
          <a:chOff x="0" y="0"/>
          <a:chExt cx="0" cy="0"/>
        </a:xfrm>
      </p:grpSpPr>
      <p:sp>
        <p:nvSpPr>
          <p:cNvPr id="820" name="Google Shape;820;p176"/>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1" name="Google Shape;821;p176"/>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2" name="Google Shape;822;p176"/>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3" name="Google Shape;823;p176"/>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4" name="Google Shape;824;p17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25" name="Google Shape;825;p176"/>
          <p:cNvSpPr/>
          <p:nvPr>
            <p:ph idx="2" type="chart"/>
          </p:nvPr>
        </p:nvSpPr>
        <p:spPr>
          <a:xfrm>
            <a:off x="482599" y="1406667"/>
            <a:ext cx="26416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6" name="Google Shape;826;p176"/>
          <p:cNvSpPr txBox="1"/>
          <p:nvPr>
            <p:ph idx="1" type="body"/>
          </p:nvPr>
        </p:nvSpPr>
        <p:spPr>
          <a:xfrm>
            <a:off x="482599" y="5053307"/>
            <a:ext cx="2641601" cy="113048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27" name="Google Shape;827;p176"/>
          <p:cNvSpPr txBox="1"/>
          <p:nvPr>
            <p:ph idx="3" type="body"/>
          </p:nvPr>
        </p:nvSpPr>
        <p:spPr>
          <a:xfrm>
            <a:off x="482599" y="4692664"/>
            <a:ext cx="2641600" cy="3416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1800"/>
              <a:buNone/>
              <a:defRPr b="1" sz="18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8" name="Google Shape;828;p176"/>
          <p:cNvSpPr/>
          <p:nvPr>
            <p:ph idx="4" type="chart"/>
          </p:nvPr>
        </p:nvSpPr>
        <p:spPr>
          <a:xfrm>
            <a:off x="3344333" y="1425678"/>
            <a:ext cx="26416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9" name="Google Shape;829;p176"/>
          <p:cNvSpPr txBox="1"/>
          <p:nvPr>
            <p:ph idx="5" type="body"/>
          </p:nvPr>
        </p:nvSpPr>
        <p:spPr>
          <a:xfrm>
            <a:off x="3344333" y="5072318"/>
            <a:ext cx="2641601" cy="113048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30" name="Google Shape;830;p176"/>
          <p:cNvSpPr txBox="1"/>
          <p:nvPr>
            <p:ph idx="6" type="body"/>
          </p:nvPr>
        </p:nvSpPr>
        <p:spPr>
          <a:xfrm>
            <a:off x="3344334" y="4711675"/>
            <a:ext cx="2641600" cy="3416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1800"/>
              <a:buNone/>
              <a:defRPr b="1" sz="18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1" name="Google Shape;831;p176"/>
          <p:cNvSpPr/>
          <p:nvPr>
            <p:ph idx="7" type="chart"/>
          </p:nvPr>
        </p:nvSpPr>
        <p:spPr>
          <a:xfrm>
            <a:off x="6206067" y="1425678"/>
            <a:ext cx="26416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2" name="Google Shape;832;p176"/>
          <p:cNvSpPr txBox="1"/>
          <p:nvPr>
            <p:ph idx="8" type="body"/>
          </p:nvPr>
        </p:nvSpPr>
        <p:spPr>
          <a:xfrm>
            <a:off x="6206067" y="5072318"/>
            <a:ext cx="2641601" cy="113048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33" name="Google Shape;833;p176"/>
          <p:cNvSpPr txBox="1"/>
          <p:nvPr>
            <p:ph idx="9" type="body"/>
          </p:nvPr>
        </p:nvSpPr>
        <p:spPr>
          <a:xfrm>
            <a:off x="6206067" y="4711675"/>
            <a:ext cx="2641600" cy="3416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1800"/>
              <a:buNone/>
              <a:defRPr b="1" sz="18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4" name="Google Shape;834;p176"/>
          <p:cNvSpPr/>
          <p:nvPr>
            <p:ph idx="13" type="chart"/>
          </p:nvPr>
        </p:nvSpPr>
        <p:spPr>
          <a:xfrm>
            <a:off x="9067800" y="1425678"/>
            <a:ext cx="26416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5" name="Google Shape;835;p176"/>
          <p:cNvSpPr txBox="1"/>
          <p:nvPr>
            <p:ph idx="14" type="body"/>
          </p:nvPr>
        </p:nvSpPr>
        <p:spPr>
          <a:xfrm>
            <a:off x="9067800" y="5072318"/>
            <a:ext cx="2641601" cy="1130483"/>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1000"/>
              </a:spcBef>
              <a:spcAft>
                <a:spcPts val="0"/>
              </a:spcAft>
              <a:buClr>
                <a:srgbClr val="47464B"/>
              </a:buClr>
              <a:buSzPts val="1600"/>
              <a:buNone/>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36" name="Google Shape;836;p176"/>
          <p:cNvSpPr txBox="1"/>
          <p:nvPr>
            <p:ph idx="15" type="body"/>
          </p:nvPr>
        </p:nvSpPr>
        <p:spPr>
          <a:xfrm>
            <a:off x="9067801" y="4711675"/>
            <a:ext cx="2641600" cy="3416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1800"/>
              <a:buNone/>
              <a:defRPr b="1" sz="18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837" name="Google Shape;837;p176"/>
          <p:cNvGrpSpPr/>
          <p:nvPr/>
        </p:nvGrpSpPr>
        <p:grpSpPr>
          <a:xfrm>
            <a:off x="0" y="6766560"/>
            <a:ext cx="12192000" cy="91440"/>
            <a:chOff x="0" y="4480421"/>
            <a:chExt cx="12192000" cy="91440"/>
          </a:xfrm>
        </p:grpSpPr>
        <p:sp>
          <p:nvSpPr>
            <p:cNvPr id="838" name="Google Shape;838;p176"/>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9" name="Google Shape;839;p176"/>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0" name="Google Shape;840;p176"/>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1" name="Google Shape;841;p176"/>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2" name="Google Shape;842;p176"/>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6">
  <p:cSld name="chart 6">
    <p:spTree>
      <p:nvGrpSpPr>
        <p:cNvPr id="843" name="Shape 843"/>
        <p:cNvGrpSpPr/>
        <p:nvPr/>
      </p:nvGrpSpPr>
      <p:grpSpPr>
        <a:xfrm>
          <a:off x="0" y="0"/>
          <a:ext cx="0" cy="0"/>
          <a:chOff x="0" y="0"/>
          <a:chExt cx="0" cy="0"/>
        </a:xfrm>
      </p:grpSpPr>
      <p:sp>
        <p:nvSpPr>
          <p:cNvPr id="844" name="Google Shape;844;p177"/>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 name="Google Shape;845;p177"/>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6" name="Google Shape;846;p177"/>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7" name="Google Shape;847;p177"/>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8" name="Google Shape;848;p17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49" name="Google Shape;849;p177"/>
          <p:cNvSpPr/>
          <p:nvPr>
            <p:ph idx="2" type="chart"/>
          </p:nvPr>
        </p:nvSpPr>
        <p:spPr>
          <a:xfrm>
            <a:off x="5905500" y="2360118"/>
            <a:ext cx="5803900" cy="3697781"/>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0" name="Google Shape;850;p177"/>
          <p:cNvSpPr txBox="1"/>
          <p:nvPr>
            <p:ph idx="1" type="body"/>
          </p:nvPr>
        </p:nvSpPr>
        <p:spPr>
          <a:xfrm>
            <a:off x="482600" y="4254499"/>
            <a:ext cx="4572000" cy="1803399"/>
          </a:xfrm>
          <a:prstGeom prst="rect">
            <a:avLst/>
          </a:prstGeom>
          <a:noFill/>
          <a:ln>
            <a:noFill/>
          </a:ln>
        </p:spPr>
        <p:txBody>
          <a:bodyPr anchorCtr="0" anchor="t" bIns="45700" lIns="91425" spcFirstLastPara="1" rIns="91425" wrap="square" tIns="45700">
            <a:normAutofit/>
          </a:bodyPr>
          <a:lstStyle>
            <a:lvl1pPr indent="-330200" lvl="0" marL="457200" algn="just">
              <a:lnSpc>
                <a:spcPct val="90000"/>
              </a:lnSpc>
              <a:spcBef>
                <a:spcPts val="1000"/>
              </a:spcBef>
              <a:spcAft>
                <a:spcPts val="0"/>
              </a:spcAft>
              <a:buClr>
                <a:srgbClr val="47464B"/>
              </a:buClr>
              <a:buSzPts val="1600"/>
              <a:buFont typeface="Arial"/>
              <a:buChar char="•"/>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51" name="Google Shape;851;p177"/>
          <p:cNvSpPr txBox="1"/>
          <p:nvPr>
            <p:ph idx="3" type="body"/>
          </p:nvPr>
        </p:nvSpPr>
        <p:spPr>
          <a:xfrm>
            <a:off x="5905500" y="1689557"/>
            <a:ext cx="5803900" cy="666924"/>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2" name="Google Shape;852;p177"/>
          <p:cNvSpPr/>
          <p:nvPr>
            <p:ph idx="4" type="chart"/>
          </p:nvPr>
        </p:nvSpPr>
        <p:spPr>
          <a:xfrm>
            <a:off x="482600" y="2360117"/>
            <a:ext cx="4572000" cy="1767381"/>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3" name="Google Shape;853;p177"/>
          <p:cNvSpPr txBox="1"/>
          <p:nvPr>
            <p:ph idx="5" type="body"/>
          </p:nvPr>
        </p:nvSpPr>
        <p:spPr>
          <a:xfrm>
            <a:off x="482600" y="1689557"/>
            <a:ext cx="4572000" cy="666924"/>
          </a:xfrm>
          <a:prstGeom prst="rect">
            <a:avLst/>
          </a:prstGeom>
          <a:solidFill>
            <a:srgbClr val="E7EAEC"/>
          </a:solidFill>
          <a:ln cap="flat" cmpd="sng" w="9525">
            <a:solidFill>
              <a:srgbClr val="E7EAEC"/>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854" name="Google Shape;854;p177"/>
          <p:cNvGrpSpPr/>
          <p:nvPr/>
        </p:nvGrpSpPr>
        <p:grpSpPr>
          <a:xfrm>
            <a:off x="0" y="6766560"/>
            <a:ext cx="12192000" cy="91440"/>
            <a:chOff x="0" y="4480421"/>
            <a:chExt cx="12192000" cy="91440"/>
          </a:xfrm>
        </p:grpSpPr>
        <p:sp>
          <p:nvSpPr>
            <p:cNvPr id="855" name="Google Shape;855;p177"/>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6" name="Google Shape;856;p177"/>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7" name="Google Shape;857;p177"/>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8" name="Google Shape;858;p177"/>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9" name="Google Shape;859;p177"/>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7">
  <p:cSld name="chart 7">
    <p:spTree>
      <p:nvGrpSpPr>
        <p:cNvPr id="860" name="Shape 860"/>
        <p:cNvGrpSpPr/>
        <p:nvPr/>
      </p:nvGrpSpPr>
      <p:grpSpPr>
        <a:xfrm>
          <a:off x="0" y="0"/>
          <a:ext cx="0" cy="0"/>
          <a:chOff x="0" y="0"/>
          <a:chExt cx="0" cy="0"/>
        </a:xfrm>
      </p:grpSpPr>
      <p:sp>
        <p:nvSpPr>
          <p:cNvPr id="861" name="Google Shape;861;p178"/>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2" name="Google Shape;862;p178"/>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3" name="Google Shape;863;p178"/>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4" name="Google Shape;864;p178"/>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5" name="Google Shape;865;p17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66" name="Google Shape;866;p178"/>
          <p:cNvSpPr txBox="1"/>
          <p:nvPr>
            <p:ph idx="1" type="body"/>
          </p:nvPr>
        </p:nvSpPr>
        <p:spPr>
          <a:xfrm>
            <a:off x="482600" y="4254499"/>
            <a:ext cx="5143500" cy="1803399"/>
          </a:xfrm>
          <a:prstGeom prst="rect">
            <a:avLst/>
          </a:prstGeom>
          <a:noFill/>
          <a:ln>
            <a:noFill/>
          </a:ln>
        </p:spPr>
        <p:txBody>
          <a:bodyPr anchorCtr="0" anchor="t" bIns="45700" lIns="91425" spcFirstLastPara="1" rIns="91425" wrap="square" tIns="45700">
            <a:normAutofit/>
          </a:bodyPr>
          <a:lstStyle>
            <a:lvl1pPr indent="-330200" lvl="0" marL="457200" algn="just">
              <a:lnSpc>
                <a:spcPct val="90000"/>
              </a:lnSpc>
              <a:spcBef>
                <a:spcPts val="1000"/>
              </a:spcBef>
              <a:spcAft>
                <a:spcPts val="0"/>
              </a:spcAft>
              <a:buClr>
                <a:srgbClr val="47464B"/>
              </a:buClr>
              <a:buSzPts val="1600"/>
              <a:buFont typeface="Arial"/>
              <a:buChar char="•"/>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67" name="Google Shape;867;p178"/>
          <p:cNvSpPr/>
          <p:nvPr>
            <p:ph idx="2" type="chart"/>
          </p:nvPr>
        </p:nvSpPr>
        <p:spPr>
          <a:xfrm>
            <a:off x="482600" y="2360117"/>
            <a:ext cx="5143500" cy="1767381"/>
          </a:xfrm>
          <a:prstGeom prst="rect">
            <a:avLst/>
          </a:prstGeom>
          <a:noFill/>
          <a:ln cap="flat" cmpd="sng" w="9525">
            <a:solidFill>
              <a:schemeClr val="accent3"/>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8" name="Google Shape;868;p178"/>
          <p:cNvSpPr txBox="1"/>
          <p:nvPr>
            <p:ph idx="3" type="body"/>
          </p:nvPr>
        </p:nvSpPr>
        <p:spPr>
          <a:xfrm>
            <a:off x="482600" y="1689557"/>
            <a:ext cx="5143500" cy="666924"/>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9" name="Google Shape;869;p178"/>
          <p:cNvSpPr txBox="1"/>
          <p:nvPr>
            <p:ph idx="4" type="body"/>
          </p:nvPr>
        </p:nvSpPr>
        <p:spPr>
          <a:xfrm>
            <a:off x="6565901" y="4254499"/>
            <a:ext cx="5143500" cy="1803399"/>
          </a:xfrm>
          <a:prstGeom prst="rect">
            <a:avLst/>
          </a:prstGeom>
          <a:noFill/>
          <a:ln>
            <a:noFill/>
          </a:ln>
        </p:spPr>
        <p:txBody>
          <a:bodyPr anchorCtr="0" anchor="t" bIns="45700" lIns="91425" spcFirstLastPara="1" rIns="91425" wrap="square" tIns="45700">
            <a:normAutofit/>
          </a:bodyPr>
          <a:lstStyle>
            <a:lvl1pPr indent="-330200" lvl="0" marL="457200" algn="just">
              <a:lnSpc>
                <a:spcPct val="90000"/>
              </a:lnSpc>
              <a:spcBef>
                <a:spcPts val="1000"/>
              </a:spcBef>
              <a:spcAft>
                <a:spcPts val="0"/>
              </a:spcAft>
              <a:buClr>
                <a:srgbClr val="47464B"/>
              </a:buClr>
              <a:buSzPts val="1600"/>
              <a:buFont typeface="Arial"/>
              <a:buChar char="•"/>
              <a:defRPr sz="16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870" name="Google Shape;870;p178"/>
          <p:cNvSpPr/>
          <p:nvPr>
            <p:ph idx="5" type="chart"/>
          </p:nvPr>
        </p:nvSpPr>
        <p:spPr>
          <a:xfrm>
            <a:off x="6565901" y="2360117"/>
            <a:ext cx="5143500" cy="1767381"/>
          </a:xfrm>
          <a:prstGeom prst="rect">
            <a:avLst/>
          </a:prstGeom>
          <a:noFill/>
          <a:ln cap="flat" cmpd="sng" w="9525">
            <a:solidFill>
              <a:schemeClr val="accent3"/>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1" name="Google Shape;871;p178"/>
          <p:cNvSpPr txBox="1"/>
          <p:nvPr>
            <p:ph idx="6" type="body"/>
          </p:nvPr>
        </p:nvSpPr>
        <p:spPr>
          <a:xfrm>
            <a:off x="6565901" y="1689557"/>
            <a:ext cx="5143500" cy="666924"/>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872" name="Google Shape;872;p178"/>
          <p:cNvGrpSpPr/>
          <p:nvPr/>
        </p:nvGrpSpPr>
        <p:grpSpPr>
          <a:xfrm>
            <a:off x="0" y="6766560"/>
            <a:ext cx="12192000" cy="91440"/>
            <a:chOff x="0" y="4480421"/>
            <a:chExt cx="12192000" cy="91440"/>
          </a:xfrm>
        </p:grpSpPr>
        <p:sp>
          <p:nvSpPr>
            <p:cNvPr id="873" name="Google Shape;873;p178"/>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4" name="Google Shape;874;p178"/>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5" name="Google Shape;875;p178"/>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6" name="Google Shape;876;p178"/>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7" name="Google Shape;877;p178"/>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8">
  <p:cSld name="chart 8">
    <p:spTree>
      <p:nvGrpSpPr>
        <p:cNvPr id="878" name="Shape 878"/>
        <p:cNvGrpSpPr/>
        <p:nvPr/>
      </p:nvGrpSpPr>
      <p:grpSpPr>
        <a:xfrm>
          <a:off x="0" y="0"/>
          <a:ext cx="0" cy="0"/>
          <a:chOff x="0" y="0"/>
          <a:chExt cx="0" cy="0"/>
        </a:xfrm>
      </p:grpSpPr>
      <p:sp>
        <p:nvSpPr>
          <p:cNvPr id="879" name="Google Shape;879;p179"/>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0" name="Google Shape;880;p179"/>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1" name="Google Shape;881;p179"/>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2" name="Google Shape;882;p179"/>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3" name="Google Shape;883;p17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84" name="Google Shape;884;p179"/>
          <p:cNvSpPr/>
          <p:nvPr>
            <p:ph idx="2" type="chart"/>
          </p:nvPr>
        </p:nvSpPr>
        <p:spPr>
          <a:xfrm>
            <a:off x="482600" y="1918165"/>
            <a:ext cx="5143500" cy="1767381"/>
          </a:xfrm>
          <a:prstGeom prst="rect">
            <a:avLst/>
          </a:prstGeom>
          <a:solidFill>
            <a:schemeClr val="accent1">
              <a:alpha val="29803"/>
            </a:schemeClr>
          </a:solid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5" name="Google Shape;885;p179"/>
          <p:cNvSpPr txBox="1"/>
          <p:nvPr>
            <p:ph idx="1" type="body"/>
          </p:nvPr>
        </p:nvSpPr>
        <p:spPr>
          <a:xfrm>
            <a:off x="482600" y="1419645"/>
            <a:ext cx="5143500" cy="498733"/>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6" name="Google Shape;886;p179"/>
          <p:cNvSpPr/>
          <p:nvPr>
            <p:ph idx="3" type="chart"/>
          </p:nvPr>
        </p:nvSpPr>
        <p:spPr>
          <a:xfrm>
            <a:off x="6565901" y="1918165"/>
            <a:ext cx="5143500" cy="1767381"/>
          </a:xfrm>
          <a:prstGeom prst="rect">
            <a:avLst/>
          </a:prstGeom>
          <a:solidFill>
            <a:schemeClr val="accent4">
              <a:alpha val="29803"/>
            </a:schemeClr>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7" name="Google Shape;887;p179"/>
          <p:cNvSpPr txBox="1"/>
          <p:nvPr>
            <p:ph idx="4" type="body"/>
          </p:nvPr>
        </p:nvSpPr>
        <p:spPr>
          <a:xfrm>
            <a:off x="6565901" y="1419645"/>
            <a:ext cx="5143500" cy="498733"/>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8" name="Google Shape;888;p179"/>
          <p:cNvSpPr/>
          <p:nvPr>
            <p:ph idx="5" type="chart"/>
          </p:nvPr>
        </p:nvSpPr>
        <p:spPr>
          <a:xfrm>
            <a:off x="482600" y="4438382"/>
            <a:ext cx="5143500" cy="1767381"/>
          </a:xfrm>
          <a:prstGeom prst="rect">
            <a:avLst/>
          </a:prstGeom>
          <a:solidFill>
            <a:schemeClr val="accent3">
              <a:alpha val="29803"/>
            </a:schemeClr>
          </a:solidFill>
          <a:ln cap="flat" cmpd="sng" w="9525">
            <a:solidFill>
              <a:schemeClr val="accent3"/>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9" name="Google Shape;889;p179"/>
          <p:cNvSpPr txBox="1"/>
          <p:nvPr>
            <p:ph idx="6" type="body"/>
          </p:nvPr>
        </p:nvSpPr>
        <p:spPr>
          <a:xfrm>
            <a:off x="482600" y="3939862"/>
            <a:ext cx="5143500" cy="498733"/>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0" name="Google Shape;890;p179"/>
          <p:cNvSpPr/>
          <p:nvPr>
            <p:ph idx="7" type="chart"/>
          </p:nvPr>
        </p:nvSpPr>
        <p:spPr>
          <a:xfrm>
            <a:off x="6565901" y="4438382"/>
            <a:ext cx="5143500" cy="1767381"/>
          </a:xfrm>
          <a:prstGeom prst="rect">
            <a:avLst/>
          </a:prstGeom>
          <a:solidFill>
            <a:schemeClr val="accent5">
              <a:alpha val="29803"/>
            </a:schemeClr>
          </a:solidFill>
          <a:ln cap="flat" cmpd="sng" w="9525">
            <a:solidFill>
              <a:schemeClr val="accent5"/>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1" name="Google Shape;891;p179"/>
          <p:cNvSpPr txBox="1"/>
          <p:nvPr>
            <p:ph idx="8" type="body"/>
          </p:nvPr>
        </p:nvSpPr>
        <p:spPr>
          <a:xfrm>
            <a:off x="6565901" y="3939862"/>
            <a:ext cx="5143500" cy="498733"/>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892" name="Google Shape;892;p179"/>
          <p:cNvGrpSpPr/>
          <p:nvPr/>
        </p:nvGrpSpPr>
        <p:grpSpPr>
          <a:xfrm>
            <a:off x="0" y="6766560"/>
            <a:ext cx="12192000" cy="91440"/>
            <a:chOff x="0" y="4480421"/>
            <a:chExt cx="12192000" cy="91440"/>
          </a:xfrm>
        </p:grpSpPr>
        <p:sp>
          <p:nvSpPr>
            <p:cNvPr id="893" name="Google Shape;893;p17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4" name="Google Shape;894;p179"/>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5" name="Google Shape;895;p17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6" name="Google Shape;896;p17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7" name="Google Shape;897;p17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9">
  <p:cSld name="chart 9">
    <p:spTree>
      <p:nvGrpSpPr>
        <p:cNvPr id="898" name="Shape 898"/>
        <p:cNvGrpSpPr/>
        <p:nvPr/>
      </p:nvGrpSpPr>
      <p:grpSpPr>
        <a:xfrm>
          <a:off x="0" y="0"/>
          <a:ext cx="0" cy="0"/>
          <a:chOff x="0" y="0"/>
          <a:chExt cx="0" cy="0"/>
        </a:xfrm>
      </p:grpSpPr>
      <p:sp>
        <p:nvSpPr>
          <p:cNvPr id="899" name="Google Shape;899;p180"/>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0" name="Google Shape;900;p180"/>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1" name="Google Shape;901;p180"/>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2" name="Google Shape;902;p180"/>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3" name="Google Shape;903;p18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04" name="Google Shape;904;p180"/>
          <p:cNvSpPr/>
          <p:nvPr>
            <p:ph idx="2" type="chart"/>
          </p:nvPr>
        </p:nvSpPr>
        <p:spPr>
          <a:xfrm>
            <a:off x="482600" y="1918165"/>
            <a:ext cx="5143500" cy="1767381"/>
          </a:xfrm>
          <a:prstGeom prst="rect">
            <a:avLst/>
          </a:prstGeom>
          <a:solidFill>
            <a:schemeClr val="accent1">
              <a:alpha val="29803"/>
            </a:schemeClr>
          </a:solid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5" name="Google Shape;905;p180"/>
          <p:cNvSpPr txBox="1"/>
          <p:nvPr>
            <p:ph idx="1" type="body"/>
          </p:nvPr>
        </p:nvSpPr>
        <p:spPr>
          <a:xfrm>
            <a:off x="985520" y="1419645"/>
            <a:ext cx="4640580" cy="498733"/>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6" name="Google Shape;906;p180"/>
          <p:cNvSpPr/>
          <p:nvPr>
            <p:ph idx="3" type="chart"/>
          </p:nvPr>
        </p:nvSpPr>
        <p:spPr>
          <a:xfrm>
            <a:off x="6565901" y="1918165"/>
            <a:ext cx="5143500" cy="1767381"/>
          </a:xfrm>
          <a:prstGeom prst="rect">
            <a:avLst/>
          </a:prstGeom>
          <a:solidFill>
            <a:schemeClr val="accent4">
              <a:alpha val="29803"/>
            </a:schemeClr>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7" name="Google Shape;907;p180"/>
          <p:cNvSpPr txBox="1"/>
          <p:nvPr>
            <p:ph idx="4" type="body"/>
          </p:nvPr>
        </p:nvSpPr>
        <p:spPr>
          <a:xfrm>
            <a:off x="7068821" y="1419645"/>
            <a:ext cx="4640580" cy="498733"/>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8" name="Google Shape;908;p180"/>
          <p:cNvSpPr/>
          <p:nvPr>
            <p:ph idx="5" type="chart"/>
          </p:nvPr>
        </p:nvSpPr>
        <p:spPr>
          <a:xfrm>
            <a:off x="482600" y="4438382"/>
            <a:ext cx="5143500" cy="1767381"/>
          </a:xfrm>
          <a:prstGeom prst="rect">
            <a:avLst/>
          </a:prstGeom>
          <a:solidFill>
            <a:schemeClr val="accent3">
              <a:alpha val="29803"/>
            </a:schemeClr>
          </a:solidFill>
          <a:ln cap="flat" cmpd="sng" w="9525">
            <a:solidFill>
              <a:schemeClr val="accent3"/>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9" name="Google Shape;909;p180"/>
          <p:cNvSpPr txBox="1"/>
          <p:nvPr>
            <p:ph idx="6" type="body"/>
          </p:nvPr>
        </p:nvSpPr>
        <p:spPr>
          <a:xfrm>
            <a:off x="985520" y="3939862"/>
            <a:ext cx="4640580" cy="498733"/>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0" name="Google Shape;910;p180"/>
          <p:cNvSpPr/>
          <p:nvPr>
            <p:ph idx="7" type="chart"/>
          </p:nvPr>
        </p:nvSpPr>
        <p:spPr>
          <a:xfrm>
            <a:off x="6565901" y="4438382"/>
            <a:ext cx="5143500" cy="1767381"/>
          </a:xfrm>
          <a:prstGeom prst="rect">
            <a:avLst/>
          </a:prstGeom>
          <a:solidFill>
            <a:schemeClr val="accent5">
              <a:alpha val="29803"/>
            </a:schemeClr>
          </a:solidFill>
          <a:ln cap="flat" cmpd="sng" w="9525">
            <a:solidFill>
              <a:schemeClr val="accent5"/>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11" name="Google Shape;911;p180"/>
          <p:cNvSpPr txBox="1"/>
          <p:nvPr>
            <p:ph idx="8" type="body"/>
          </p:nvPr>
        </p:nvSpPr>
        <p:spPr>
          <a:xfrm>
            <a:off x="7068821" y="3939862"/>
            <a:ext cx="4640580" cy="498733"/>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2" name="Google Shape;912;p180"/>
          <p:cNvSpPr txBox="1"/>
          <p:nvPr>
            <p:ph idx="9" type="body"/>
          </p:nvPr>
        </p:nvSpPr>
        <p:spPr>
          <a:xfrm>
            <a:off x="482600" y="1419645"/>
            <a:ext cx="502920" cy="498733"/>
          </a:xfrm>
          <a:prstGeom prst="rect">
            <a:avLst/>
          </a:prstGeom>
          <a:solidFill>
            <a:srgbClr val="006F99"/>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lt1"/>
              </a:buClr>
              <a:buSzPts val="2400"/>
              <a:buNone/>
              <a:defRPr b="0" sz="2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3" name="Google Shape;913;p180"/>
          <p:cNvSpPr txBox="1"/>
          <p:nvPr>
            <p:ph idx="13" type="body"/>
          </p:nvPr>
        </p:nvSpPr>
        <p:spPr>
          <a:xfrm>
            <a:off x="482600" y="3939862"/>
            <a:ext cx="502920" cy="498733"/>
          </a:xfrm>
          <a:prstGeom prst="rect">
            <a:avLst/>
          </a:prstGeom>
          <a:solidFill>
            <a:srgbClr val="D4530F"/>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lt1"/>
              </a:buClr>
              <a:buSzPts val="2400"/>
              <a:buNone/>
              <a:defRPr b="0" sz="2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4" name="Google Shape;914;p180"/>
          <p:cNvSpPr txBox="1"/>
          <p:nvPr>
            <p:ph idx="14" type="body"/>
          </p:nvPr>
        </p:nvSpPr>
        <p:spPr>
          <a:xfrm>
            <a:off x="6565901" y="1419645"/>
            <a:ext cx="502920" cy="498733"/>
          </a:xfrm>
          <a:prstGeom prst="rect">
            <a:avLst/>
          </a:prstGeom>
          <a:solidFill>
            <a:srgbClr val="5C8514"/>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lt1"/>
              </a:buClr>
              <a:buSzPts val="2400"/>
              <a:buNone/>
              <a:defRPr b="0" sz="2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5" name="Google Shape;915;p180"/>
          <p:cNvSpPr txBox="1"/>
          <p:nvPr>
            <p:ph idx="15" type="body"/>
          </p:nvPr>
        </p:nvSpPr>
        <p:spPr>
          <a:xfrm>
            <a:off x="6565901" y="3939862"/>
            <a:ext cx="502920" cy="498733"/>
          </a:xfrm>
          <a:prstGeom prst="rect">
            <a:avLst/>
          </a:prstGeom>
          <a:solidFill>
            <a:srgbClr val="603A5E"/>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lt1"/>
              </a:buClr>
              <a:buSzPts val="2400"/>
              <a:buNone/>
              <a:defRPr b="0" sz="2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916" name="Google Shape;916;p180"/>
          <p:cNvGrpSpPr/>
          <p:nvPr/>
        </p:nvGrpSpPr>
        <p:grpSpPr>
          <a:xfrm>
            <a:off x="0" y="6766560"/>
            <a:ext cx="12192000" cy="91440"/>
            <a:chOff x="0" y="4480421"/>
            <a:chExt cx="12192000" cy="91440"/>
          </a:xfrm>
        </p:grpSpPr>
        <p:sp>
          <p:nvSpPr>
            <p:cNvPr id="917" name="Google Shape;917;p180"/>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8" name="Google Shape;918;p180"/>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9" name="Google Shape;919;p180"/>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0" name="Google Shape;920;p180"/>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1" name="Google Shape;921;p180"/>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0">
  <p:cSld name="chart 10">
    <p:spTree>
      <p:nvGrpSpPr>
        <p:cNvPr id="922" name="Shape 922"/>
        <p:cNvGrpSpPr/>
        <p:nvPr/>
      </p:nvGrpSpPr>
      <p:grpSpPr>
        <a:xfrm>
          <a:off x="0" y="0"/>
          <a:ext cx="0" cy="0"/>
          <a:chOff x="0" y="0"/>
          <a:chExt cx="0" cy="0"/>
        </a:xfrm>
      </p:grpSpPr>
      <p:sp>
        <p:nvSpPr>
          <p:cNvPr id="923" name="Google Shape;923;p181"/>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4" name="Google Shape;924;p181"/>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5" name="Google Shape;925;p181"/>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6" name="Google Shape;926;p181"/>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7" name="Google Shape;927;p181"/>
          <p:cNvSpPr/>
          <p:nvPr>
            <p:ph idx="2" type="chart"/>
          </p:nvPr>
        </p:nvSpPr>
        <p:spPr>
          <a:xfrm>
            <a:off x="482600" y="1918165"/>
            <a:ext cx="5143500" cy="1767381"/>
          </a:xfrm>
          <a:prstGeom prst="rect">
            <a:avLst/>
          </a:prstGeom>
          <a:solidFill>
            <a:schemeClr val="accent1">
              <a:alpha val="29803"/>
            </a:schemeClr>
          </a:solid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28" name="Google Shape;928;p181"/>
          <p:cNvSpPr txBox="1"/>
          <p:nvPr>
            <p:ph idx="1" type="body"/>
          </p:nvPr>
        </p:nvSpPr>
        <p:spPr>
          <a:xfrm>
            <a:off x="482600" y="1419645"/>
            <a:ext cx="5143500" cy="498733"/>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9" name="Google Shape;929;p181"/>
          <p:cNvSpPr/>
          <p:nvPr>
            <p:ph idx="3" type="chart"/>
          </p:nvPr>
        </p:nvSpPr>
        <p:spPr>
          <a:xfrm>
            <a:off x="6565901" y="1918165"/>
            <a:ext cx="5143500" cy="1767381"/>
          </a:xfrm>
          <a:prstGeom prst="rect">
            <a:avLst/>
          </a:prstGeom>
          <a:solidFill>
            <a:schemeClr val="accent4">
              <a:alpha val="29803"/>
            </a:schemeClr>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30" name="Google Shape;930;p181"/>
          <p:cNvSpPr txBox="1"/>
          <p:nvPr>
            <p:ph idx="4" type="body"/>
          </p:nvPr>
        </p:nvSpPr>
        <p:spPr>
          <a:xfrm>
            <a:off x="6565901" y="1419645"/>
            <a:ext cx="5143500" cy="498733"/>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1" name="Google Shape;931;p181"/>
          <p:cNvSpPr/>
          <p:nvPr>
            <p:ph idx="5" type="chart"/>
          </p:nvPr>
        </p:nvSpPr>
        <p:spPr>
          <a:xfrm>
            <a:off x="482600" y="4450660"/>
            <a:ext cx="11226801" cy="1767381"/>
          </a:xfrm>
          <a:prstGeom prst="rect">
            <a:avLst/>
          </a:prstGeom>
          <a:solidFill>
            <a:schemeClr val="accent5">
              <a:alpha val="29803"/>
            </a:schemeClr>
          </a:solidFill>
          <a:ln cap="flat" cmpd="sng" w="9525">
            <a:solidFill>
              <a:schemeClr val="accent5"/>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32" name="Google Shape;932;p181"/>
          <p:cNvSpPr txBox="1"/>
          <p:nvPr>
            <p:ph idx="6" type="body"/>
          </p:nvPr>
        </p:nvSpPr>
        <p:spPr>
          <a:xfrm>
            <a:off x="482600" y="3952140"/>
            <a:ext cx="11226801" cy="498733"/>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3" name="Google Shape;933;p181"/>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934" name="Google Shape;934;p181"/>
          <p:cNvGrpSpPr/>
          <p:nvPr/>
        </p:nvGrpSpPr>
        <p:grpSpPr>
          <a:xfrm>
            <a:off x="0" y="6766560"/>
            <a:ext cx="12192000" cy="91440"/>
            <a:chOff x="0" y="4480421"/>
            <a:chExt cx="12192000" cy="91440"/>
          </a:xfrm>
        </p:grpSpPr>
        <p:sp>
          <p:nvSpPr>
            <p:cNvPr id="935" name="Google Shape;935;p181"/>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6" name="Google Shape;936;p181"/>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7" name="Google Shape;937;p181"/>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8" name="Google Shape;938;p181"/>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9" name="Google Shape;939;p181"/>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1">
  <p:cSld name="chart 11">
    <p:spTree>
      <p:nvGrpSpPr>
        <p:cNvPr id="940" name="Shape 940"/>
        <p:cNvGrpSpPr/>
        <p:nvPr/>
      </p:nvGrpSpPr>
      <p:grpSpPr>
        <a:xfrm>
          <a:off x="0" y="0"/>
          <a:ext cx="0" cy="0"/>
          <a:chOff x="0" y="0"/>
          <a:chExt cx="0" cy="0"/>
        </a:xfrm>
      </p:grpSpPr>
      <p:sp>
        <p:nvSpPr>
          <p:cNvPr id="941" name="Google Shape;941;p182"/>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2" name="Google Shape;942;p182"/>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3" name="Google Shape;943;p182"/>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4" name="Google Shape;944;p182"/>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5" name="Google Shape;945;p182"/>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46" name="Google Shape;946;p182"/>
          <p:cNvSpPr/>
          <p:nvPr>
            <p:ph idx="2" type="chart"/>
          </p:nvPr>
        </p:nvSpPr>
        <p:spPr>
          <a:xfrm>
            <a:off x="482600" y="1918165"/>
            <a:ext cx="3568699" cy="1767381"/>
          </a:xfrm>
          <a:prstGeom prst="rect">
            <a:avLst/>
          </a:prstGeom>
          <a:solidFill>
            <a:schemeClr val="accent1">
              <a:alpha val="29803"/>
            </a:schemeClr>
          </a:solid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7" name="Google Shape;947;p182"/>
          <p:cNvSpPr txBox="1"/>
          <p:nvPr>
            <p:ph idx="1" type="body"/>
          </p:nvPr>
        </p:nvSpPr>
        <p:spPr>
          <a:xfrm>
            <a:off x="482600" y="1419645"/>
            <a:ext cx="3568699" cy="498733"/>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8" name="Google Shape;948;p182"/>
          <p:cNvSpPr/>
          <p:nvPr>
            <p:ph idx="3" type="chart"/>
          </p:nvPr>
        </p:nvSpPr>
        <p:spPr>
          <a:xfrm>
            <a:off x="4311651" y="1918165"/>
            <a:ext cx="3568699" cy="1767381"/>
          </a:xfrm>
          <a:prstGeom prst="rect">
            <a:avLst/>
          </a:prstGeom>
          <a:solidFill>
            <a:schemeClr val="accent4">
              <a:alpha val="29803"/>
            </a:schemeClr>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9" name="Google Shape;949;p182"/>
          <p:cNvSpPr txBox="1"/>
          <p:nvPr>
            <p:ph idx="4" type="body"/>
          </p:nvPr>
        </p:nvSpPr>
        <p:spPr>
          <a:xfrm>
            <a:off x="4311651" y="1419645"/>
            <a:ext cx="3568699" cy="498733"/>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0" name="Google Shape;950;p182"/>
          <p:cNvSpPr/>
          <p:nvPr>
            <p:ph idx="5" type="chart"/>
          </p:nvPr>
        </p:nvSpPr>
        <p:spPr>
          <a:xfrm>
            <a:off x="482600" y="4438382"/>
            <a:ext cx="3568699" cy="1767381"/>
          </a:xfrm>
          <a:prstGeom prst="rect">
            <a:avLst/>
          </a:prstGeom>
          <a:solidFill>
            <a:schemeClr val="accent3">
              <a:alpha val="29803"/>
            </a:schemeClr>
          </a:solidFill>
          <a:ln cap="flat" cmpd="sng" w="9525">
            <a:solidFill>
              <a:schemeClr val="accent3"/>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1" name="Google Shape;951;p182"/>
          <p:cNvSpPr txBox="1"/>
          <p:nvPr>
            <p:ph idx="6" type="body"/>
          </p:nvPr>
        </p:nvSpPr>
        <p:spPr>
          <a:xfrm>
            <a:off x="482600" y="3939862"/>
            <a:ext cx="3568699" cy="498733"/>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2" name="Google Shape;952;p182"/>
          <p:cNvSpPr/>
          <p:nvPr>
            <p:ph idx="7" type="chart"/>
          </p:nvPr>
        </p:nvSpPr>
        <p:spPr>
          <a:xfrm>
            <a:off x="4311651" y="4438382"/>
            <a:ext cx="3568699" cy="1767381"/>
          </a:xfrm>
          <a:prstGeom prst="rect">
            <a:avLst/>
          </a:prstGeom>
          <a:solidFill>
            <a:schemeClr val="accent5">
              <a:alpha val="29803"/>
            </a:schemeClr>
          </a:solidFill>
          <a:ln cap="flat" cmpd="sng" w="9525">
            <a:solidFill>
              <a:schemeClr val="accent5"/>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3" name="Google Shape;953;p182"/>
          <p:cNvSpPr txBox="1"/>
          <p:nvPr>
            <p:ph idx="8" type="body"/>
          </p:nvPr>
        </p:nvSpPr>
        <p:spPr>
          <a:xfrm>
            <a:off x="4311651" y="3939862"/>
            <a:ext cx="3568699" cy="498733"/>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4" name="Google Shape;954;p182"/>
          <p:cNvSpPr/>
          <p:nvPr>
            <p:ph idx="9" type="chart"/>
          </p:nvPr>
        </p:nvSpPr>
        <p:spPr>
          <a:xfrm>
            <a:off x="8140702" y="1918165"/>
            <a:ext cx="3568699" cy="1767381"/>
          </a:xfrm>
          <a:prstGeom prst="rect">
            <a:avLst/>
          </a:prstGeom>
          <a:solidFill>
            <a:schemeClr val="accent2">
              <a:alpha val="29803"/>
            </a:schemeClr>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5" name="Google Shape;955;p182"/>
          <p:cNvSpPr txBox="1"/>
          <p:nvPr>
            <p:ph idx="13" type="body"/>
          </p:nvPr>
        </p:nvSpPr>
        <p:spPr>
          <a:xfrm>
            <a:off x="8140702" y="1419645"/>
            <a:ext cx="3568699" cy="498733"/>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6" name="Google Shape;956;p182"/>
          <p:cNvSpPr/>
          <p:nvPr>
            <p:ph idx="14" type="chart"/>
          </p:nvPr>
        </p:nvSpPr>
        <p:spPr>
          <a:xfrm>
            <a:off x="8140702" y="4438382"/>
            <a:ext cx="3568699" cy="1767381"/>
          </a:xfrm>
          <a:prstGeom prst="rect">
            <a:avLst/>
          </a:prstGeom>
          <a:solidFill>
            <a:schemeClr val="accent6">
              <a:alpha val="29803"/>
            </a:schemeClr>
          </a:solidFill>
          <a:ln cap="flat" cmpd="sng" w="9525">
            <a:solidFill>
              <a:schemeClr val="accent6"/>
            </a:solidFill>
            <a:prstDash val="solid"/>
            <a:round/>
            <a:headEnd len="sm" w="sm" type="none"/>
            <a:tailEnd len="sm" w="sm" type="none"/>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7" name="Google Shape;957;p182"/>
          <p:cNvSpPr txBox="1"/>
          <p:nvPr>
            <p:ph idx="15" type="body"/>
          </p:nvPr>
        </p:nvSpPr>
        <p:spPr>
          <a:xfrm>
            <a:off x="8140702" y="3939862"/>
            <a:ext cx="3568699" cy="498733"/>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958" name="Google Shape;958;p182"/>
          <p:cNvGrpSpPr/>
          <p:nvPr/>
        </p:nvGrpSpPr>
        <p:grpSpPr>
          <a:xfrm>
            <a:off x="0" y="6766560"/>
            <a:ext cx="12192000" cy="91440"/>
            <a:chOff x="0" y="4480421"/>
            <a:chExt cx="12192000" cy="91440"/>
          </a:xfrm>
        </p:grpSpPr>
        <p:sp>
          <p:nvSpPr>
            <p:cNvPr id="959" name="Google Shape;959;p182"/>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0" name="Google Shape;960;p182"/>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1" name="Google Shape;961;p182"/>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2" name="Google Shape;962;p182"/>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3" name="Google Shape;963;p18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3">
  <p:cSld name="chart 13">
    <p:spTree>
      <p:nvGrpSpPr>
        <p:cNvPr id="964" name="Shape 964"/>
        <p:cNvGrpSpPr/>
        <p:nvPr/>
      </p:nvGrpSpPr>
      <p:grpSpPr>
        <a:xfrm>
          <a:off x="0" y="0"/>
          <a:ext cx="0" cy="0"/>
          <a:chOff x="0" y="0"/>
          <a:chExt cx="0" cy="0"/>
        </a:xfrm>
      </p:grpSpPr>
      <p:sp>
        <p:nvSpPr>
          <p:cNvPr id="965" name="Google Shape;965;p18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6" name="Google Shape;966;p18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7" name="Google Shape;967;p183"/>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8" name="Google Shape;968;p18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9" name="Google Shape;969;p18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70" name="Google Shape;970;p183"/>
          <p:cNvSpPr/>
          <p:nvPr>
            <p:ph idx="2" type="chart"/>
          </p:nvPr>
        </p:nvSpPr>
        <p:spPr>
          <a:xfrm>
            <a:off x="482599" y="2443305"/>
            <a:ext cx="35560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1" name="Google Shape;971;p183"/>
          <p:cNvSpPr txBox="1"/>
          <p:nvPr>
            <p:ph idx="1" type="body"/>
          </p:nvPr>
        </p:nvSpPr>
        <p:spPr>
          <a:xfrm>
            <a:off x="482599" y="1999562"/>
            <a:ext cx="35560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2" name="Google Shape;972;p183"/>
          <p:cNvSpPr/>
          <p:nvPr>
            <p:ph idx="3" type="chart"/>
          </p:nvPr>
        </p:nvSpPr>
        <p:spPr>
          <a:xfrm>
            <a:off x="4318000" y="2443305"/>
            <a:ext cx="35560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3" name="Google Shape;973;p183"/>
          <p:cNvSpPr txBox="1"/>
          <p:nvPr>
            <p:ph idx="4" type="body"/>
          </p:nvPr>
        </p:nvSpPr>
        <p:spPr>
          <a:xfrm>
            <a:off x="4318000" y="1999562"/>
            <a:ext cx="35560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4" name="Google Shape;974;p183"/>
          <p:cNvSpPr/>
          <p:nvPr>
            <p:ph idx="5" type="chart"/>
          </p:nvPr>
        </p:nvSpPr>
        <p:spPr>
          <a:xfrm>
            <a:off x="8153400" y="2443305"/>
            <a:ext cx="3556001" cy="311751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5" name="Google Shape;975;p183"/>
          <p:cNvSpPr txBox="1"/>
          <p:nvPr>
            <p:ph idx="6" type="body"/>
          </p:nvPr>
        </p:nvSpPr>
        <p:spPr>
          <a:xfrm>
            <a:off x="8153400" y="1999562"/>
            <a:ext cx="3556000"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6" name="Google Shape;976;p183"/>
          <p:cNvSpPr txBox="1"/>
          <p:nvPr>
            <p:ph idx="7" type="body"/>
          </p:nvPr>
        </p:nvSpPr>
        <p:spPr>
          <a:xfrm>
            <a:off x="1625598" y="3789698"/>
            <a:ext cx="1270001"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7" name="Google Shape;977;p183"/>
          <p:cNvSpPr txBox="1"/>
          <p:nvPr>
            <p:ph idx="8" type="body"/>
          </p:nvPr>
        </p:nvSpPr>
        <p:spPr>
          <a:xfrm>
            <a:off x="5460999" y="3789698"/>
            <a:ext cx="1270001"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8" name="Google Shape;978;p183"/>
          <p:cNvSpPr txBox="1"/>
          <p:nvPr>
            <p:ph idx="9" type="body"/>
          </p:nvPr>
        </p:nvSpPr>
        <p:spPr>
          <a:xfrm>
            <a:off x="9296399" y="3789698"/>
            <a:ext cx="1270001" cy="424732"/>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979" name="Google Shape;979;p183"/>
          <p:cNvGrpSpPr/>
          <p:nvPr/>
        </p:nvGrpSpPr>
        <p:grpSpPr>
          <a:xfrm>
            <a:off x="0" y="6766560"/>
            <a:ext cx="12192000" cy="91440"/>
            <a:chOff x="0" y="4480421"/>
            <a:chExt cx="12192000" cy="91440"/>
          </a:xfrm>
        </p:grpSpPr>
        <p:sp>
          <p:nvSpPr>
            <p:cNvPr id="980" name="Google Shape;980;p18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1" name="Google Shape;981;p18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2" name="Google Shape;982;p18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3" name="Google Shape;983;p18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4" name="Google Shape;984;p18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and mockup">
  <p:cSld name="chart and mockup">
    <p:spTree>
      <p:nvGrpSpPr>
        <p:cNvPr id="985" name="Shape 985"/>
        <p:cNvGrpSpPr/>
        <p:nvPr/>
      </p:nvGrpSpPr>
      <p:grpSpPr>
        <a:xfrm>
          <a:off x="0" y="0"/>
          <a:ext cx="0" cy="0"/>
          <a:chOff x="0" y="0"/>
          <a:chExt cx="0" cy="0"/>
        </a:xfrm>
      </p:grpSpPr>
      <p:grpSp>
        <p:nvGrpSpPr>
          <p:cNvPr id="986" name="Google Shape;986;p184"/>
          <p:cNvGrpSpPr/>
          <p:nvPr/>
        </p:nvGrpSpPr>
        <p:grpSpPr>
          <a:xfrm>
            <a:off x="1036776" y="1717358"/>
            <a:ext cx="5059198" cy="4416742"/>
            <a:chOff x="3742268" y="2033349"/>
            <a:chExt cx="4296282" cy="3750707"/>
          </a:xfrm>
        </p:grpSpPr>
        <p:sp>
          <p:nvSpPr>
            <p:cNvPr id="987" name="Google Shape;987;p184"/>
            <p:cNvSpPr/>
            <p:nvPr/>
          </p:nvSpPr>
          <p:spPr>
            <a:xfrm>
              <a:off x="5156233" y="5716335"/>
              <a:ext cx="1464334" cy="67721"/>
            </a:xfrm>
            <a:custGeom>
              <a:rect b="b" l="l" r="r" t="t"/>
              <a:pathLst>
                <a:path extrusionOk="0" h="21600" w="21600">
                  <a:moveTo>
                    <a:pt x="21518" y="7200"/>
                  </a:moveTo>
                  <a:lnTo>
                    <a:pt x="21600" y="0"/>
                  </a:lnTo>
                  <a:cubicBezTo>
                    <a:pt x="21575" y="2780"/>
                    <a:pt x="21355" y="12687"/>
                    <a:pt x="20651" y="13859"/>
                  </a:cubicBezTo>
                  <a:cubicBezTo>
                    <a:pt x="19347" y="16026"/>
                    <a:pt x="17405" y="15717"/>
                    <a:pt x="17405" y="15717"/>
                  </a:cubicBezTo>
                  <a:lnTo>
                    <a:pt x="12405" y="15717"/>
                  </a:lnTo>
                  <a:lnTo>
                    <a:pt x="9195" y="15717"/>
                  </a:lnTo>
                  <a:lnTo>
                    <a:pt x="4195" y="15717"/>
                  </a:lnTo>
                  <a:cubicBezTo>
                    <a:pt x="4195" y="15717"/>
                    <a:pt x="2253" y="16026"/>
                    <a:pt x="949" y="13859"/>
                  </a:cubicBezTo>
                  <a:cubicBezTo>
                    <a:pt x="245" y="12687"/>
                    <a:pt x="25" y="4217"/>
                    <a:pt x="0" y="1437"/>
                  </a:cubicBezTo>
                  <a:lnTo>
                    <a:pt x="82" y="5385"/>
                  </a:lnTo>
                  <a:cubicBezTo>
                    <a:pt x="82" y="5385"/>
                    <a:pt x="124" y="14404"/>
                    <a:pt x="496" y="17423"/>
                  </a:cubicBezTo>
                  <a:cubicBezTo>
                    <a:pt x="868" y="20442"/>
                    <a:pt x="2101" y="21600"/>
                    <a:pt x="2983" y="21600"/>
                  </a:cubicBezTo>
                  <a:cubicBezTo>
                    <a:pt x="3502" y="21600"/>
                    <a:pt x="6673" y="21600"/>
                    <a:pt x="9195" y="21600"/>
                  </a:cubicBezTo>
                  <a:cubicBezTo>
                    <a:pt x="10959" y="21600"/>
                    <a:pt x="12405" y="21600"/>
                    <a:pt x="12405" y="21600"/>
                  </a:cubicBezTo>
                  <a:cubicBezTo>
                    <a:pt x="14927" y="21600"/>
                    <a:pt x="18098" y="21600"/>
                    <a:pt x="18617" y="21600"/>
                  </a:cubicBezTo>
                  <a:cubicBezTo>
                    <a:pt x="19499" y="21600"/>
                    <a:pt x="20732" y="20442"/>
                    <a:pt x="21104" y="17423"/>
                  </a:cubicBezTo>
                  <a:cubicBezTo>
                    <a:pt x="21476" y="14404"/>
                    <a:pt x="21518" y="7200"/>
                    <a:pt x="21518" y="7200"/>
                  </a:cubicBezTo>
                  <a:close/>
                </a:path>
              </a:pathLst>
            </a:custGeom>
            <a:solidFill>
              <a:srgbClr val="32373C">
                <a:alpha val="9803"/>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8" name="Google Shape;988;p184"/>
            <p:cNvSpPr/>
            <p:nvPr/>
          </p:nvSpPr>
          <p:spPr>
            <a:xfrm>
              <a:off x="5148520" y="5698509"/>
              <a:ext cx="1479760" cy="67721"/>
            </a:xfrm>
            <a:custGeom>
              <a:rect b="b" l="l" r="r" t="t"/>
              <a:pathLst>
                <a:path extrusionOk="0" h="21600" w="21600">
                  <a:moveTo>
                    <a:pt x="21518" y="7200"/>
                  </a:moveTo>
                  <a:lnTo>
                    <a:pt x="21600" y="0"/>
                  </a:lnTo>
                  <a:cubicBezTo>
                    <a:pt x="21575" y="2780"/>
                    <a:pt x="21355" y="12687"/>
                    <a:pt x="20651" y="13859"/>
                  </a:cubicBezTo>
                  <a:cubicBezTo>
                    <a:pt x="19347" y="16026"/>
                    <a:pt x="17405" y="15717"/>
                    <a:pt x="17405" y="15717"/>
                  </a:cubicBezTo>
                  <a:lnTo>
                    <a:pt x="12405" y="15717"/>
                  </a:lnTo>
                  <a:lnTo>
                    <a:pt x="9195" y="15717"/>
                  </a:lnTo>
                  <a:lnTo>
                    <a:pt x="4195" y="15717"/>
                  </a:lnTo>
                  <a:cubicBezTo>
                    <a:pt x="4195" y="15717"/>
                    <a:pt x="2253" y="16026"/>
                    <a:pt x="949" y="13859"/>
                  </a:cubicBezTo>
                  <a:cubicBezTo>
                    <a:pt x="245" y="12687"/>
                    <a:pt x="25" y="4217"/>
                    <a:pt x="0" y="1437"/>
                  </a:cubicBezTo>
                  <a:lnTo>
                    <a:pt x="82" y="5385"/>
                  </a:lnTo>
                  <a:cubicBezTo>
                    <a:pt x="82" y="5385"/>
                    <a:pt x="124" y="14404"/>
                    <a:pt x="496" y="17423"/>
                  </a:cubicBezTo>
                  <a:cubicBezTo>
                    <a:pt x="868" y="20442"/>
                    <a:pt x="2101" y="21600"/>
                    <a:pt x="2983" y="21600"/>
                  </a:cubicBezTo>
                  <a:cubicBezTo>
                    <a:pt x="3502" y="21600"/>
                    <a:pt x="6673" y="21600"/>
                    <a:pt x="9195" y="21600"/>
                  </a:cubicBezTo>
                  <a:cubicBezTo>
                    <a:pt x="10959" y="21600"/>
                    <a:pt x="12405" y="21600"/>
                    <a:pt x="12405" y="21600"/>
                  </a:cubicBezTo>
                  <a:cubicBezTo>
                    <a:pt x="14927" y="21600"/>
                    <a:pt x="18098" y="21600"/>
                    <a:pt x="18617" y="21600"/>
                  </a:cubicBezTo>
                  <a:cubicBezTo>
                    <a:pt x="19499" y="21600"/>
                    <a:pt x="20732" y="20442"/>
                    <a:pt x="21104" y="17423"/>
                  </a:cubicBezTo>
                  <a:cubicBezTo>
                    <a:pt x="21476" y="14404"/>
                    <a:pt x="21518" y="7200"/>
                    <a:pt x="21518" y="7200"/>
                  </a:cubicBezTo>
                  <a:close/>
                </a:path>
              </a:pathLst>
            </a:custGeom>
            <a:gradFill>
              <a:gsLst>
                <a:gs pos="0">
                  <a:srgbClr val="000000">
                    <a:alpha val="29803"/>
                  </a:srgbClr>
                </a:gs>
                <a:gs pos="17000">
                  <a:srgbClr val="000000">
                    <a:alpha val="29803"/>
                  </a:srgbClr>
                </a:gs>
                <a:gs pos="76000">
                  <a:srgbClr val="32373C">
                    <a:alpha val="80000"/>
                  </a:srgbClr>
                </a:gs>
                <a:gs pos="100000">
                  <a:srgbClr val="32373C">
                    <a:alpha val="80000"/>
                  </a:srgbClr>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184"/>
            <p:cNvSpPr/>
            <p:nvPr/>
          </p:nvSpPr>
          <p:spPr>
            <a:xfrm>
              <a:off x="3742268" y="4635867"/>
              <a:ext cx="4296281" cy="485675"/>
            </a:xfrm>
            <a:custGeom>
              <a:rect b="b" l="l" r="r" t="t"/>
              <a:pathLst>
                <a:path extrusionOk="0" h="21600" w="21600">
                  <a:moveTo>
                    <a:pt x="0" y="15382"/>
                  </a:moveTo>
                  <a:cubicBezTo>
                    <a:pt x="0" y="18816"/>
                    <a:pt x="315" y="21600"/>
                    <a:pt x="703" y="21600"/>
                  </a:cubicBezTo>
                  <a:lnTo>
                    <a:pt x="20897" y="21600"/>
                  </a:lnTo>
                  <a:cubicBezTo>
                    <a:pt x="21285" y="21600"/>
                    <a:pt x="21600" y="18816"/>
                    <a:pt x="21600" y="15382"/>
                  </a:cubicBezTo>
                  <a:lnTo>
                    <a:pt x="21600" y="0"/>
                  </a:lnTo>
                  <a:lnTo>
                    <a:pt x="0" y="0"/>
                  </a:lnTo>
                  <a:cubicBezTo>
                    <a:pt x="0" y="0"/>
                    <a:pt x="0" y="15382"/>
                    <a:pt x="0" y="15382"/>
                  </a:cubicBezTo>
                  <a:close/>
                </a:path>
              </a:pathLst>
            </a:custGeom>
            <a:gradFill>
              <a:gsLst>
                <a:gs pos="0">
                  <a:srgbClr val="C8CBCF"/>
                </a:gs>
                <a:gs pos="100000">
                  <a:srgbClr val="E7E7E8"/>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0" name="Google Shape;990;p184"/>
            <p:cNvSpPr/>
            <p:nvPr/>
          </p:nvSpPr>
          <p:spPr>
            <a:xfrm>
              <a:off x="3742268" y="2033349"/>
              <a:ext cx="4296282" cy="2607645"/>
            </a:xfrm>
            <a:custGeom>
              <a:rect b="b" l="l" r="r" t="t"/>
              <a:pathLst>
                <a:path extrusionOk="0" h="21600" w="21600">
                  <a:moveTo>
                    <a:pt x="20575" y="19911"/>
                  </a:moveTo>
                  <a:lnTo>
                    <a:pt x="1025" y="19911"/>
                  </a:lnTo>
                  <a:lnTo>
                    <a:pt x="1025" y="1737"/>
                  </a:lnTo>
                  <a:lnTo>
                    <a:pt x="20575" y="1737"/>
                  </a:lnTo>
                  <a:cubicBezTo>
                    <a:pt x="20575" y="1737"/>
                    <a:pt x="20575" y="19911"/>
                    <a:pt x="20575" y="19911"/>
                  </a:cubicBezTo>
                  <a:close/>
                  <a:moveTo>
                    <a:pt x="20897" y="0"/>
                  </a:moveTo>
                  <a:lnTo>
                    <a:pt x="703" y="0"/>
                  </a:lnTo>
                  <a:cubicBezTo>
                    <a:pt x="315" y="0"/>
                    <a:pt x="0" y="518"/>
                    <a:pt x="0" y="1158"/>
                  </a:cubicBezTo>
                  <a:lnTo>
                    <a:pt x="0" y="21600"/>
                  </a:lnTo>
                  <a:lnTo>
                    <a:pt x="21600" y="21600"/>
                  </a:lnTo>
                  <a:lnTo>
                    <a:pt x="21600" y="1158"/>
                  </a:lnTo>
                  <a:cubicBezTo>
                    <a:pt x="21600" y="518"/>
                    <a:pt x="21285" y="0"/>
                    <a:pt x="20897" y="0"/>
                  </a:cubicBezTo>
                  <a:close/>
                </a:path>
              </a:pathLst>
            </a:custGeom>
            <a:gradFill>
              <a:gsLst>
                <a:gs pos="0">
                  <a:srgbClr val="32373C"/>
                </a:gs>
                <a:gs pos="6000">
                  <a:srgbClr val="32373C"/>
                </a:gs>
                <a:gs pos="62000">
                  <a:srgbClr val="000000"/>
                </a:gs>
                <a:gs pos="100000">
                  <a:srgbClr val="000000"/>
                </a:gs>
              </a:gsLst>
              <a:lin ang="18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1" name="Google Shape;991;p184"/>
            <p:cNvSpPr/>
            <p:nvPr/>
          </p:nvSpPr>
          <p:spPr>
            <a:xfrm>
              <a:off x="5154883" y="5711236"/>
              <a:ext cx="1468712" cy="45147"/>
            </a:xfrm>
            <a:custGeom>
              <a:rect b="b" l="l" r="r" t="t"/>
              <a:pathLst>
                <a:path extrusionOk="0" h="21600" w="21516">
                  <a:moveTo>
                    <a:pt x="21512" y="0"/>
                  </a:moveTo>
                  <a:cubicBezTo>
                    <a:pt x="21499" y="3516"/>
                    <a:pt x="21438" y="9477"/>
                    <a:pt x="21185" y="12548"/>
                  </a:cubicBezTo>
                  <a:cubicBezTo>
                    <a:pt x="20811" y="17077"/>
                    <a:pt x="19488" y="18813"/>
                    <a:pt x="18603" y="18813"/>
                  </a:cubicBezTo>
                  <a:cubicBezTo>
                    <a:pt x="18082" y="18813"/>
                    <a:pt x="14899" y="18813"/>
                    <a:pt x="12368" y="18813"/>
                  </a:cubicBezTo>
                  <a:cubicBezTo>
                    <a:pt x="12368" y="18813"/>
                    <a:pt x="10917" y="18813"/>
                    <a:pt x="9148" y="18813"/>
                  </a:cubicBezTo>
                  <a:cubicBezTo>
                    <a:pt x="6617" y="18813"/>
                    <a:pt x="3434" y="18813"/>
                    <a:pt x="2913" y="18813"/>
                  </a:cubicBezTo>
                  <a:cubicBezTo>
                    <a:pt x="2028" y="18813"/>
                    <a:pt x="705" y="17077"/>
                    <a:pt x="331" y="12548"/>
                  </a:cubicBezTo>
                  <a:cubicBezTo>
                    <a:pt x="78" y="9477"/>
                    <a:pt x="17" y="3516"/>
                    <a:pt x="4" y="0"/>
                  </a:cubicBezTo>
                  <a:lnTo>
                    <a:pt x="2" y="0"/>
                  </a:lnTo>
                  <a:cubicBezTo>
                    <a:pt x="2" y="0"/>
                    <a:pt x="-42" y="10806"/>
                    <a:pt x="331" y="15335"/>
                  </a:cubicBezTo>
                  <a:cubicBezTo>
                    <a:pt x="705" y="19864"/>
                    <a:pt x="2028" y="21600"/>
                    <a:pt x="2913" y="21600"/>
                  </a:cubicBezTo>
                  <a:cubicBezTo>
                    <a:pt x="3434" y="21600"/>
                    <a:pt x="6617" y="21600"/>
                    <a:pt x="9148" y="21600"/>
                  </a:cubicBezTo>
                  <a:cubicBezTo>
                    <a:pt x="10917" y="21600"/>
                    <a:pt x="12368" y="21600"/>
                    <a:pt x="12368" y="21600"/>
                  </a:cubicBezTo>
                  <a:cubicBezTo>
                    <a:pt x="14899" y="21600"/>
                    <a:pt x="18082" y="21600"/>
                    <a:pt x="18603" y="21600"/>
                  </a:cubicBezTo>
                  <a:cubicBezTo>
                    <a:pt x="19488" y="21600"/>
                    <a:pt x="20811" y="19864"/>
                    <a:pt x="21185" y="15335"/>
                  </a:cubicBezTo>
                  <a:cubicBezTo>
                    <a:pt x="21558" y="10806"/>
                    <a:pt x="21514" y="0"/>
                    <a:pt x="21514" y="0"/>
                  </a:cubicBezTo>
                  <a:cubicBezTo>
                    <a:pt x="21514" y="0"/>
                    <a:pt x="21512" y="0"/>
                    <a:pt x="21512" y="0"/>
                  </a:cubicBezTo>
                  <a:close/>
                </a:path>
              </a:pathLst>
            </a:custGeom>
            <a:solidFill>
              <a:srgbClr val="000000">
                <a:alpha val="74901"/>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2" name="Google Shape;992;p184"/>
            <p:cNvSpPr/>
            <p:nvPr/>
          </p:nvSpPr>
          <p:spPr>
            <a:xfrm>
              <a:off x="5148520" y="5119465"/>
              <a:ext cx="1480148" cy="610751"/>
            </a:xfrm>
            <a:custGeom>
              <a:rect b="b" l="l" r="r" t="t"/>
              <a:pathLst>
                <a:path extrusionOk="0" h="21568" w="20919">
                  <a:moveTo>
                    <a:pt x="20738" y="19920"/>
                  </a:moveTo>
                  <a:cubicBezTo>
                    <a:pt x="20559" y="19543"/>
                    <a:pt x="18693" y="15429"/>
                    <a:pt x="18281" y="13714"/>
                  </a:cubicBezTo>
                  <a:cubicBezTo>
                    <a:pt x="17870" y="12000"/>
                    <a:pt x="17568" y="0"/>
                    <a:pt x="17568" y="0"/>
                  </a:cubicBezTo>
                  <a:lnTo>
                    <a:pt x="12013" y="0"/>
                  </a:lnTo>
                  <a:lnTo>
                    <a:pt x="8905" y="0"/>
                  </a:lnTo>
                  <a:lnTo>
                    <a:pt x="3350" y="0"/>
                  </a:lnTo>
                  <a:cubicBezTo>
                    <a:pt x="3350" y="0"/>
                    <a:pt x="3048" y="12000"/>
                    <a:pt x="2637" y="13714"/>
                  </a:cubicBezTo>
                  <a:cubicBezTo>
                    <a:pt x="2225" y="15429"/>
                    <a:pt x="359" y="19543"/>
                    <a:pt x="180" y="19920"/>
                  </a:cubicBezTo>
                  <a:cubicBezTo>
                    <a:pt x="2" y="20297"/>
                    <a:pt x="-341" y="21120"/>
                    <a:pt x="921" y="21360"/>
                  </a:cubicBezTo>
                  <a:cubicBezTo>
                    <a:pt x="2184" y="21600"/>
                    <a:pt x="4064" y="21566"/>
                    <a:pt x="4064" y="21566"/>
                  </a:cubicBezTo>
                  <a:lnTo>
                    <a:pt x="8905" y="21566"/>
                  </a:lnTo>
                  <a:lnTo>
                    <a:pt x="12013" y="21566"/>
                  </a:lnTo>
                  <a:lnTo>
                    <a:pt x="16854" y="21566"/>
                  </a:lnTo>
                  <a:cubicBezTo>
                    <a:pt x="16854" y="21566"/>
                    <a:pt x="18734" y="21600"/>
                    <a:pt x="19997" y="21360"/>
                  </a:cubicBezTo>
                  <a:cubicBezTo>
                    <a:pt x="21259" y="21120"/>
                    <a:pt x="20916" y="20297"/>
                    <a:pt x="20738" y="19920"/>
                  </a:cubicBezTo>
                  <a:close/>
                </a:path>
              </a:pathLst>
            </a:custGeom>
            <a:gradFill>
              <a:gsLst>
                <a:gs pos="0">
                  <a:srgbClr val="A4A7A8"/>
                </a:gs>
                <a:gs pos="34000">
                  <a:srgbClr val="F5F8FA"/>
                </a:gs>
                <a:gs pos="66000">
                  <a:srgbClr val="A4A7A8"/>
                </a:gs>
                <a:gs pos="100000">
                  <a:srgbClr val="A4A7A8"/>
                </a:gs>
              </a:gsLst>
              <a:lin ang="54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p184"/>
            <p:cNvSpPr/>
            <p:nvPr/>
          </p:nvSpPr>
          <p:spPr>
            <a:xfrm>
              <a:off x="5148520" y="5119465"/>
              <a:ext cx="1480148" cy="610751"/>
            </a:xfrm>
            <a:custGeom>
              <a:rect b="b" l="l" r="r" t="t"/>
              <a:pathLst>
                <a:path extrusionOk="0" h="21568" w="20919">
                  <a:moveTo>
                    <a:pt x="20738" y="19920"/>
                  </a:moveTo>
                  <a:cubicBezTo>
                    <a:pt x="20559" y="19543"/>
                    <a:pt x="18693" y="15429"/>
                    <a:pt x="18281" y="13714"/>
                  </a:cubicBezTo>
                  <a:cubicBezTo>
                    <a:pt x="17870" y="12000"/>
                    <a:pt x="17568" y="0"/>
                    <a:pt x="17568" y="0"/>
                  </a:cubicBezTo>
                  <a:lnTo>
                    <a:pt x="12013" y="0"/>
                  </a:lnTo>
                  <a:lnTo>
                    <a:pt x="8905" y="0"/>
                  </a:lnTo>
                  <a:lnTo>
                    <a:pt x="3350" y="0"/>
                  </a:lnTo>
                  <a:cubicBezTo>
                    <a:pt x="3350" y="0"/>
                    <a:pt x="3048" y="12000"/>
                    <a:pt x="2637" y="13714"/>
                  </a:cubicBezTo>
                  <a:cubicBezTo>
                    <a:pt x="2225" y="15429"/>
                    <a:pt x="359" y="19543"/>
                    <a:pt x="180" y="19920"/>
                  </a:cubicBezTo>
                  <a:cubicBezTo>
                    <a:pt x="2" y="20297"/>
                    <a:pt x="-341" y="21120"/>
                    <a:pt x="921" y="21360"/>
                  </a:cubicBezTo>
                  <a:cubicBezTo>
                    <a:pt x="2184" y="21600"/>
                    <a:pt x="4064" y="21566"/>
                    <a:pt x="4064" y="21566"/>
                  </a:cubicBezTo>
                  <a:lnTo>
                    <a:pt x="8905" y="21566"/>
                  </a:lnTo>
                  <a:lnTo>
                    <a:pt x="12013" y="21566"/>
                  </a:lnTo>
                  <a:lnTo>
                    <a:pt x="16854" y="21566"/>
                  </a:lnTo>
                  <a:cubicBezTo>
                    <a:pt x="16854" y="21566"/>
                    <a:pt x="18734" y="21600"/>
                    <a:pt x="19997" y="21360"/>
                  </a:cubicBezTo>
                  <a:cubicBezTo>
                    <a:pt x="21259" y="21120"/>
                    <a:pt x="20916" y="20297"/>
                    <a:pt x="20738" y="19920"/>
                  </a:cubicBezTo>
                  <a:close/>
                </a:path>
              </a:pathLst>
            </a:custGeom>
            <a:gradFill>
              <a:gsLst>
                <a:gs pos="0">
                  <a:srgbClr val="FFFFFF">
                    <a:alpha val="0"/>
                  </a:srgbClr>
                </a:gs>
                <a:gs pos="36000">
                  <a:srgbClr val="FFFFFF">
                    <a:alpha val="0"/>
                  </a:srgbClr>
                </a:gs>
                <a:gs pos="65000">
                  <a:srgbClr val="000000">
                    <a:alpha val="29803"/>
                  </a:srgbClr>
                </a:gs>
                <a:gs pos="95000">
                  <a:srgbClr val="FFFFFF">
                    <a:alpha val="0"/>
                  </a:srgbClr>
                </a:gs>
                <a:gs pos="100000">
                  <a:srgbClr val="FFFFFF">
                    <a:alpha val="0"/>
                  </a:srgbClr>
                </a:gs>
              </a:gsLst>
              <a:lin ang="54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4" name="Google Shape;994;p184"/>
            <p:cNvSpPr/>
            <p:nvPr/>
          </p:nvSpPr>
          <p:spPr>
            <a:xfrm>
              <a:off x="5148520" y="5704872"/>
              <a:ext cx="1480363" cy="45147"/>
            </a:xfrm>
            <a:custGeom>
              <a:rect b="b" l="l" r="r" t="t"/>
              <a:pathLst>
                <a:path extrusionOk="0" h="21600" w="21516">
                  <a:moveTo>
                    <a:pt x="21515" y="0"/>
                  </a:moveTo>
                  <a:lnTo>
                    <a:pt x="21512" y="0"/>
                  </a:lnTo>
                  <a:cubicBezTo>
                    <a:pt x="21487" y="4170"/>
                    <a:pt x="21268" y="8231"/>
                    <a:pt x="20567" y="9989"/>
                  </a:cubicBezTo>
                  <a:cubicBezTo>
                    <a:pt x="19268" y="13239"/>
                    <a:pt x="17335" y="12776"/>
                    <a:pt x="17335" y="12776"/>
                  </a:cubicBezTo>
                  <a:lnTo>
                    <a:pt x="12356" y="12776"/>
                  </a:lnTo>
                  <a:lnTo>
                    <a:pt x="9160" y="12776"/>
                  </a:lnTo>
                  <a:lnTo>
                    <a:pt x="4181" y="12776"/>
                  </a:lnTo>
                  <a:cubicBezTo>
                    <a:pt x="4181" y="12776"/>
                    <a:pt x="2248" y="13239"/>
                    <a:pt x="949" y="9989"/>
                  </a:cubicBezTo>
                  <a:cubicBezTo>
                    <a:pt x="248" y="8231"/>
                    <a:pt x="29" y="4170"/>
                    <a:pt x="4" y="0"/>
                  </a:cubicBezTo>
                  <a:lnTo>
                    <a:pt x="1" y="0"/>
                  </a:lnTo>
                  <a:cubicBezTo>
                    <a:pt x="1" y="0"/>
                    <a:pt x="-42" y="10806"/>
                    <a:pt x="328" y="15335"/>
                  </a:cubicBezTo>
                  <a:cubicBezTo>
                    <a:pt x="699" y="19864"/>
                    <a:pt x="2096" y="21600"/>
                    <a:pt x="2974" y="21600"/>
                  </a:cubicBezTo>
                  <a:cubicBezTo>
                    <a:pt x="3491" y="21600"/>
                    <a:pt x="6649" y="21600"/>
                    <a:pt x="9160" y="21600"/>
                  </a:cubicBezTo>
                  <a:cubicBezTo>
                    <a:pt x="10916" y="21600"/>
                    <a:pt x="12356" y="21600"/>
                    <a:pt x="12356" y="21600"/>
                  </a:cubicBezTo>
                  <a:cubicBezTo>
                    <a:pt x="14867" y="21600"/>
                    <a:pt x="18025" y="21600"/>
                    <a:pt x="18542" y="21600"/>
                  </a:cubicBezTo>
                  <a:cubicBezTo>
                    <a:pt x="19420" y="21600"/>
                    <a:pt x="20817" y="19864"/>
                    <a:pt x="21188" y="15335"/>
                  </a:cubicBezTo>
                  <a:cubicBezTo>
                    <a:pt x="21558" y="10806"/>
                    <a:pt x="21515" y="0"/>
                    <a:pt x="21515" y="0"/>
                  </a:cubicBezTo>
                  <a:close/>
                </a:path>
              </a:pathLst>
            </a:custGeom>
            <a:gradFill>
              <a:gsLst>
                <a:gs pos="0">
                  <a:srgbClr val="6A6A6A"/>
                </a:gs>
                <a:gs pos="13000">
                  <a:srgbClr val="F5F8FA"/>
                </a:gs>
                <a:gs pos="87000">
                  <a:srgbClr val="F5F8FA"/>
                </a:gs>
                <a:gs pos="100000">
                  <a:srgbClr val="6A6A6A"/>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5" name="Google Shape;995;p184"/>
            <p:cNvSpPr/>
            <p:nvPr/>
          </p:nvSpPr>
          <p:spPr>
            <a:xfrm>
              <a:off x="5148520" y="5342174"/>
              <a:ext cx="563717" cy="388408"/>
            </a:xfrm>
            <a:custGeom>
              <a:rect b="b" l="l" r="r" t="t"/>
              <a:pathLst>
                <a:path extrusionOk="0" h="21549" w="20714">
                  <a:moveTo>
                    <a:pt x="9190" y="0"/>
                  </a:moveTo>
                  <a:cubicBezTo>
                    <a:pt x="8788" y="0"/>
                    <a:pt x="8391" y="32"/>
                    <a:pt x="7999" y="92"/>
                  </a:cubicBezTo>
                  <a:cubicBezTo>
                    <a:pt x="7690" y="4243"/>
                    <a:pt x="7297" y="8100"/>
                    <a:pt x="6856" y="9211"/>
                  </a:cubicBezTo>
                  <a:cubicBezTo>
                    <a:pt x="5786" y="11904"/>
                    <a:pt x="933" y="18368"/>
                    <a:pt x="470" y="18961"/>
                  </a:cubicBezTo>
                  <a:cubicBezTo>
                    <a:pt x="6" y="19553"/>
                    <a:pt x="-886" y="20846"/>
                    <a:pt x="2396" y="21223"/>
                  </a:cubicBezTo>
                  <a:cubicBezTo>
                    <a:pt x="5678" y="21600"/>
                    <a:pt x="10566" y="21546"/>
                    <a:pt x="10566" y="21546"/>
                  </a:cubicBezTo>
                  <a:lnTo>
                    <a:pt x="20377" y="21546"/>
                  </a:lnTo>
                  <a:cubicBezTo>
                    <a:pt x="20596" y="20209"/>
                    <a:pt x="20714" y="18811"/>
                    <a:pt x="20714" y="17372"/>
                  </a:cubicBezTo>
                  <a:cubicBezTo>
                    <a:pt x="20714" y="7778"/>
                    <a:pt x="15555" y="0"/>
                    <a:pt x="9190" y="0"/>
                  </a:cubicBezTo>
                  <a:close/>
                </a:path>
              </a:pathLst>
            </a:custGeom>
            <a:gradFill>
              <a:gsLst>
                <a:gs pos="0">
                  <a:srgbClr val="FFFFFF">
                    <a:alpha val="0"/>
                  </a:srgbClr>
                </a:gs>
                <a:gs pos="35000">
                  <a:srgbClr val="FFFFFF">
                    <a:alpha val="0"/>
                  </a:srgbClr>
                </a:gs>
                <a:gs pos="94000">
                  <a:srgbClr val="F5F8FA"/>
                </a:gs>
                <a:gs pos="100000">
                  <a:srgbClr val="F5F8FA"/>
                </a:gs>
              </a:gsLst>
              <a:lin ang="9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6" name="Google Shape;996;p184"/>
            <p:cNvSpPr/>
            <p:nvPr/>
          </p:nvSpPr>
          <p:spPr>
            <a:xfrm>
              <a:off x="6064811" y="5342174"/>
              <a:ext cx="563717" cy="388408"/>
            </a:xfrm>
            <a:custGeom>
              <a:rect b="b" l="l" r="r" t="t"/>
              <a:pathLst>
                <a:path extrusionOk="0" h="21549" w="20714">
                  <a:moveTo>
                    <a:pt x="11524" y="0"/>
                  </a:moveTo>
                  <a:cubicBezTo>
                    <a:pt x="11926" y="0"/>
                    <a:pt x="12323" y="32"/>
                    <a:pt x="12715" y="92"/>
                  </a:cubicBezTo>
                  <a:cubicBezTo>
                    <a:pt x="13024" y="4243"/>
                    <a:pt x="13417" y="8100"/>
                    <a:pt x="13858" y="9211"/>
                  </a:cubicBezTo>
                  <a:cubicBezTo>
                    <a:pt x="14928" y="11904"/>
                    <a:pt x="19781" y="18368"/>
                    <a:pt x="20244" y="18961"/>
                  </a:cubicBezTo>
                  <a:cubicBezTo>
                    <a:pt x="20708" y="19553"/>
                    <a:pt x="21600" y="20846"/>
                    <a:pt x="18318" y="21223"/>
                  </a:cubicBezTo>
                  <a:cubicBezTo>
                    <a:pt x="15036" y="21600"/>
                    <a:pt x="10148" y="21546"/>
                    <a:pt x="10148" y="21546"/>
                  </a:cubicBezTo>
                  <a:lnTo>
                    <a:pt x="337" y="21546"/>
                  </a:lnTo>
                  <a:cubicBezTo>
                    <a:pt x="118" y="20209"/>
                    <a:pt x="0" y="18811"/>
                    <a:pt x="0" y="17372"/>
                  </a:cubicBezTo>
                  <a:cubicBezTo>
                    <a:pt x="0" y="7778"/>
                    <a:pt x="5159" y="0"/>
                    <a:pt x="11524" y="0"/>
                  </a:cubicBezTo>
                  <a:close/>
                </a:path>
              </a:pathLst>
            </a:custGeom>
            <a:gradFill>
              <a:gsLst>
                <a:gs pos="0">
                  <a:srgbClr val="F5F8FA"/>
                </a:gs>
                <a:gs pos="21000">
                  <a:srgbClr val="F5F8FA"/>
                </a:gs>
                <a:gs pos="78000">
                  <a:srgbClr val="EEEFF1">
                    <a:alpha val="0"/>
                  </a:srgbClr>
                </a:gs>
                <a:gs pos="100000">
                  <a:srgbClr val="EEEFF1">
                    <a:alpha val="0"/>
                  </a:srgbClr>
                </a:gs>
              </a:gsLst>
              <a:path path="circle">
                <a:fillToRect b="0%" l="100%" r="0%" t="100%"/>
              </a:path>
              <a:tileRect b="-100%" l="0%" r="-100%" t="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184"/>
            <p:cNvSpPr/>
            <p:nvPr/>
          </p:nvSpPr>
          <p:spPr>
            <a:xfrm>
              <a:off x="3742268" y="4642230"/>
              <a:ext cx="4296281" cy="5826"/>
            </a:xfrm>
            <a:custGeom>
              <a:rect b="b" l="l" r="r" t="t"/>
              <a:pathLst>
                <a:path extrusionOk="0" h="21600" w="21600">
                  <a:moveTo>
                    <a:pt x="0" y="0"/>
                  </a:moveTo>
                  <a:lnTo>
                    <a:pt x="0" y="21600"/>
                  </a:lnTo>
                  <a:lnTo>
                    <a:pt x="21600" y="21600"/>
                  </a:lnTo>
                  <a:lnTo>
                    <a:pt x="21600" y="0"/>
                  </a:lnTo>
                  <a:cubicBezTo>
                    <a:pt x="21600" y="0"/>
                    <a:pt x="0" y="0"/>
                    <a:pt x="0" y="0"/>
                  </a:cubicBezTo>
                  <a:close/>
                </a:path>
              </a:pathLst>
            </a:custGeom>
            <a:gradFill>
              <a:gsLst>
                <a:gs pos="0">
                  <a:srgbClr val="E1E1E3">
                    <a:alpha val="0"/>
                  </a:srgbClr>
                </a:gs>
                <a:gs pos="100000">
                  <a:srgbClr val="9EA0A4">
                    <a:alpha val="0"/>
                  </a:srgbClr>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8" name="Google Shape;998;p184"/>
            <p:cNvSpPr/>
            <p:nvPr/>
          </p:nvSpPr>
          <p:spPr>
            <a:xfrm>
              <a:off x="5861191" y="2084254"/>
              <a:ext cx="55723" cy="55723"/>
            </a:xfrm>
            <a:custGeom>
              <a:rect b="b" l="l" r="r" t="t"/>
              <a:pathLst>
                <a:path extrusionOk="0" h="19678" w="19678">
                  <a:moveTo>
                    <a:pt x="16797" y="2883"/>
                  </a:moveTo>
                  <a:cubicBezTo>
                    <a:pt x="12953" y="-961"/>
                    <a:pt x="6723" y="-961"/>
                    <a:pt x="2882" y="2883"/>
                  </a:cubicBezTo>
                  <a:cubicBezTo>
                    <a:pt x="-961" y="6723"/>
                    <a:pt x="-961" y="12953"/>
                    <a:pt x="2882" y="16797"/>
                  </a:cubicBezTo>
                  <a:cubicBezTo>
                    <a:pt x="6723" y="20639"/>
                    <a:pt x="12953" y="20638"/>
                    <a:pt x="16797" y="16797"/>
                  </a:cubicBezTo>
                  <a:cubicBezTo>
                    <a:pt x="20637" y="12953"/>
                    <a:pt x="20639" y="6723"/>
                    <a:pt x="16797" y="2883"/>
                  </a:cubicBezTo>
                  <a:close/>
                </a:path>
              </a:pathLst>
            </a:custGeom>
            <a:gradFill>
              <a:gsLst>
                <a:gs pos="0">
                  <a:srgbClr val="666666"/>
                </a:gs>
                <a:gs pos="28000">
                  <a:srgbClr val="666666"/>
                </a:gs>
                <a:gs pos="86000">
                  <a:srgbClr val="090909"/>
                </a:gs>
                <a:gs pos="100000">
                  <a:srgbClr val="090909"/>
                </a:gs>
              </a:gsLst>
              <a:lin ang="3558017"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184"/>
            <p:cNvSpPr/>
            <p:nvPr/>
          </p:nvSpPr>
          <p:spPr>
            <a:xfrm>
              <a:off x="5867554" y="2090617"/>
              <a:ext cx="43907" cy="43895"/>
            </a:xfrm>
            <a:custGeom>
              <a:rect b="b" l="l" r="r" t="t"/>
              <a:pathLst>
                <a:path extrusionOk="0" h="21600" w="21600">
                  <a:moveTo>
                    <a:pt x="21600" y="10803"/>
                  </a:moveTo>
                  <a:cubicBezTo>
                    <a:pt x="21600" y="16765"/>
                    <a:pt x="16776" y="21600"/>
                    <a:pt x="10800" y="21600"/>
                  </a:cubicBezTo>
                  <a:cubicBezTo>
                    <a:pt x="4840" y="21600"/>
                    <a:pt x="0" y="16765"/>
                    <a:pt x="0" y="10803"/>
                  </a:cubicBezTo>
                  <a:cubicBezTo>
                    <a:pt x="0" y="4835"/>
                    <a:pt x="4840" y="0"/>
                    <a:pt x="10800" y="0"/>
                  </a:cubicBezTo>
                  <a:cubicBezTo>
                    <a:pt x="16776" y="0"/>
                    <a:pt x="21600" y="4835"/>
                    <a:pt x="21600" y="10803"/>
                  </a:cubicBezTo>
                  <a:close/>
                </a:path>
              </a:pathLst>
            </a:custGeom>
            <a:gradFill>
              <a:gsLst>
                <a:gs pos="0">
                  <a:srgbClr val="474747"/>
                </a:gs>
                <a:gs pos="30000">
                  <a:srgbClr val="474747"/>
                </a:gs>
                <a:gs pos="70000">
                  <a:srgbClr val="060606"/>
                </a:gs>
                <a:gs pos="100000">
                  <a:srgbClr val="060606"/>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0" name="Google Shape;1000;p184"/>
            <p:cNvSpPr/>
            <p:nvPr/>
          </p:nvSpPr>
          <p:spPr>
            <a:xfrm>
              <a:off x="5883462" y="2106525"/>
              <a:ext cx="10795" cy="10792"/>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solidFill>
              <a:srgbClr val="55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01" name="Google Shape;1001;p184"/>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2" name="Google Shape;1002;p184"/>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3" name="Google Shape;1003;p184"/>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4" name="Google Shape;1004;p184"/>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5" name="Google Shape;1005;p18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06" name="Google Shape;1006;p184"/>
          <p:cNvSpPr txBox="1"/>
          <p:nvPr>
            <p:ph idx="1" type="body"/>
          </p:nvPr>
        </p:nvSpPr>
        <p:spPr>
          <a:xfrm>
            <a:off x="6565901" y="2640853"/>
            <a:ext cx="5143500" cy="3429324"/>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1000"/>
              </a:spcBef>
              <a:spcAft>
                <a:spcPts val="0"/>
              </a:spcAft>
              <a:buClr>
                <a:srgbClr val="47464B"/>
              </a:buClr>
              <a:buSzPts val="1800"/>
              <a:buFont typeface="Arial"/>
              <a:buChar char="•"/>
              <a:defRPr sz="18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1007" name="Google Shape;1007;p184"/>
          <p:cNvSpPr txBox="1"/>
          <p:nvPr>
            <p:ph idx="2" type="body"/>
          </p:nvPr>
        </p:nvSpPr>
        <p:spPr>
          <a:xfrm>
            <a:off x="6565901" y="1701835"/>
            <a:ext cx="5143500" cy="666924"/>
          </a:xfrm>
          <a:prstGeom prst="rect">
            <a:avLst/>
          </a:prstGeom>
          <a:solidFill>
            <a:srgbClr val="B9C3C9"/>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8" name="Google Shape;1008;p184"/>
          <p:cNvSpPr/>
          <p:nvPr>
            <p:ph idx="3" type="chart"/>
          </p:nvPr>
        </p:nvSpPr>
        <p:spPr>
          <a:xfrm>
            <a:off x="1273978" y="1965559"/>
            <a:ext cx="4581144" cy="2587752"/>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009" name="Google Shape;1009;p184"/>
          <p:cNvGrpSpPr/>
          <p:nvPr/>
        </p:nvGrpSpPr>
        <p:grpSpPr>
          <a:xfrm>
            <a:off x="0" y="6766560"/>
            <a:ext cx="12192000" cy="91440"/>
            <a:chOff x="0" y="4480421"/>
            <a:chExt cx="12192000" cy="91440"/>
          </a:xfrm>
        </p:grpSpPr>
        <p:sp>
          <p:nvSpPr>
            <p:cNvPr id="1010" name="Google Shape;1010;p184"/>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1" name="Google Shape;1011;p184"/>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2" name="Google Shape;1012;p184"/>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3" name="Google Shape;1013;p184"/>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4" name="Google Shape;1014;p184"/>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block arcs">
  <p:cSld name="3 block arcs">
    <p:spTree>
      <p:nvGrpSpPr>
        <p:cNvPr id="1015" name="Shape 1015"/>
        <p:cNvGrpSpPr/>
        <p:nvPr/>
      </p:nvGrpSpPr>
      <p:grpSpPr>
        <a:xfrm>
          <a:off x="0" y="0"/>
          <a:ext cx="0" cy="0"/>
          <a:chOff x="0" y="0"/>
          <a:chExt cx="0" cy="0"/>
        </a:xfrm>
      </p:grpSpPr>
      <p:sp>
        <p:nvSpPr>
          <p:cNvPr id="1016" name="Google Shape;1016;p18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7" name="Google Shape;1017;p18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8" name="Google Shape;1018;p185"/>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9" name="Google Shape;1019;p18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0" name="Google Shape;1020;p18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21" name="Google Shape;1021;p185"/>
          <p:cNvSpPr/>
          <p:nvPr/>
        </p:nvSpPr>
        <p:spPr>
          <a:xfrm>
            <a:off x="2060575" y="1614640"/>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2" name="Google Shape;1022;p185"/>
          <p:cNvSpPr/>
          <p:nvPr/>
        </p:nvSpPr>
        <p:spPr>
          <a:xfrm rot="10800000">
            <a:off x="4484069" y="3664178"/>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3" name="Google Shape;1023;p185"/>
          <p:cNvSpPr/>
          <p:nvPr/>
        </p:nvSpPr>
        <p:spPr>
          <a:xfrm>
            <a:off x="6907563" y="1614640"/>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4" name="Google Shape;1024;p185"/>
          <p:cNvSpPr/>
          <p:nvPr>
            <p:ph idx="2" type="chart"/>
          </p:nvPr>
        </p:nvSpPr>
        <p:spPr>
          <a:xfrm>
            <a:off x="2523208" y="226832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5" name="Google Shape;1025;p185"/>
          <p:cNvSpPr/>
          <p:nvPr>
            <p:ph idx="3" type="chart"/>
          </p:nvPr>
        </p:nvSpPr>
        <p:spPr>
          <a:xfrm>
            <a:off x="4950671" y="335849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6" name="Google Shape;1026;p185"/>
          <p:cNvSpPr/>
          <p:nvPr>
            <p:ph idx="4" type="chart"/>
          </p:nvPr>
        </p:nvSpPr>
        <p:spPr>
          <a:xfrm>
            <a:off x="7372181" y="226832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7" name="Google Shape;1027;p185"/>
          <p:cNvSpPr txBox="1"/>
          <p:nvPr>
            <p:ph idx="1" type="body"/>
          </p:nvPr>
        </p:nvSpPr>
        <p:spPr>
          <a:xfrm>
            <a:off x="2523207" y="4433755"/>
            <a:ext cx="1727559" cy="1089529"/>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8" name="Google Shape;1028;p185"/>
          <p:cNvSpPr txBox="1"/>
          <p:nvPr>
            <p:ph idx="5" type="body"/>
          </p:nvPr>
        </p:nvSpPr>
        <p:spPr>
          <a:xfrm>
            <a:off x="7939248" y="4433755"/>
            <a:ext cx="1727559" cy="1089529"/>
          </a:xfrm>
          <a:prstGeom prst="rect">
            <a:avLst/>
          </a:prstGeom>
          <a:noFill/>
          <a:ln>
            <a:noFill/>
          </a:ln>
        </p:spPr>
        <p:txBody>
          <a:bodyPr anchorCtr="0" anchor="t" bIns="45700" lIns="91425" spcFirstLastPara="1" rIns="91425" wrap="square" tIns="45700">
            <a:spAutoFit/>
          </a:bodyPr>
          <a:lstStyle>
            <a:lvl1pPr indent="-228600" lvl="0" marL="457200" algn="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9" name="Google Shape;1029;p185"/>
          <p:cNvSpPr txBox="1"/>
          <p:nvPr>
            <p:ph idx="6" type="body"/>
          </p:nvPr>
        </p:nvSpPr>
        <p:spPr>
          <a:xfrm>
            <a:off x="5232221" y="2184550"/>
            <a:ext cx="1727559" cy="1089529"/>
          </a:xfrm>
          <a:prstGeom prst="rect">
            <a:avLst/>
          </a:prstGeom>
          <a:noFill/>
          <a:ln>
            <a:noFill/>
          </a:ln>
        </p:spPr>
        <p:txBody>
          <a:bodyPr anchorCtr="0" anchor="b"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0" name="Google Shape;1030;p185"/>
          <p:cNvSpPr txBox="1"/>
          <p:nvPr>
            <p:ph idx="7" type="body"/>
          </p:nvPr>
        </p:nvSpPr>
        <p:spPr>
          <a:xfrm>
            <a:off x="2884040" y="1666874"/>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1" name="Google Shape;1031;p185"/>
          <p:cNvSpPr txBox="1"/>
          <p:nvPr>
            <p:ph idx="8" type="body"/>
          </p:nvPr>
        </p:nvSpPr>
        <p:spPr>
          <a:xfrm>
            <a:off x="5309517" y="5472835"/>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2" name="Google Shape;1032;p185"/>
          <p:cNvSpPr txBox="1"/>
          <p:nvPr>
            <p:ph idx="9" type="body"/>
          </p:nvPr>
        </p:nvSpPr>
        <p:spPr>
          <a:xfrm>
            <a:off x="7733013" y="1666874"/>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033" name="Google Shape;1033;p185"/>
          <p:cNvGrpSpPr/>
          <p:nvPr/>
        </p:nvGrpSpPr>
        <p:grpSpPr>
          <a:xfrm>
            <a:off x="0" y="6766560"/>
            <a:ext cx="12192000" cy="91440"/>
            <a:chOff x="0" y="4480421"/>
            <a:chExt cx="12192000" cy="91440"/>
          </a:xfrm>
        </p:grpSpPr>
        <p:sp>
          <p:nvSpPr>
            <p:cNvPr id="1034" name="Google Shape;1034;p18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5" name="Google Shape;1035;p18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6" name="Google Shape;1036;p18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7" name="Google Shape;1037;p18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8" name="Google Shape;1038;p18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block arcs gray">
  <p:cSld name="3 block arcs gray">
    <p:spTree>
      <p:nvGrpSpPr>
        <p:cNvPr id="1039" name="Shape 1039"/>
        <p:cNvGrpSpPr/>
        <p:nvPr/>
      </p:nvGrpSpPr>
      <p:grpSpPr>
        <a:xfrm>
          <a:off x="0" y="0"/>
          <a:ext cx="0" cy="0"/>
          <a:chOff x="0" y="0"/>
          <a:chExt cx="0" cy="0"/>
        </a:xfrm>
      </p:grpSpPr>
      <p:grpSp>
        <p:nvGrpSpPr>
          <p:cNvPr id="1040" name="Google Shape;1040;p186"/>
          <p:cNvGrpSpPr/>
          <p:nvPr/>
        </p:nvGrpSpPr>
        <p:grpSpPr>
          <a:xfrm>
            <a:off x="2060575" y="1614640"/>
            <a:ext cx="8070850" cy="4356172"/>
            <a:chOff x="2060575" y="1614640"/>
            <a:chExt cx="8070850" cy="4356172"/>
          </a:xfrm>
        </p:grpSpPr>
        <p:sp>
          <p:nvSpPr>
            <p:cNvPr id="1041" name="Google Shape;1041;p186"/>
            <p:cNvSpPr/>
            <p:nvPr/>
          </p:nvSpPr>
          <p:spPr>
            <a:xfrm>
              <a:off x="2060575" y="1614640"/>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gradFill>
              <a:gsLst>
                <a:gs pos="0">
                  <a:srgbClr val="F2F2F2"/>
                </a:gs>
                <a:gs pos="58000">
                  <a:srgbClr val="C2C2C2"/>
                </a:gs>
                <a:gs pos="100000">
                  <a:srgbClr val="7F7F7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2" name="Google Shape;1042;p186"/>
            <p:cNvSpPr/>
            <p:nvPr/>
          </p:nvSpPr>
          <p:spPr>
            <a:xfrm rot="10800000">
              <a:off x="4484069" y="3664178"/>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gradFill>
              <a:gsLst>
                <a:gs pos="0">
                  <a:srgbClr val="F2F2F2"/>
                </a:gs>
                <a:gs pos="58000">
                  <a:srgbClr val="C2C2C2"/>
                </a:gs>
                <a:gs pos="100000">
                  <a:srgbClr val="7F7F7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3" name="Google Shape;1043;p186"/>
            <p:cNvSpPr/>
            <p:nvPr/>
          </p:nvSpPr>
          <p:spPr>
            <a:xfrm>
              <a:off x="6907563" y="1614640"/>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gradFill>
              <a:gsLst>
                <a:gs pos="0">
                  <a:srgbClr val="F2F2F2"/>
                </a:gs>
                <a:gs pos="58000">
                  <a:srgbClr val="C2C2C2"/>
                </a:gs>
                <a:gs pos="100000">
                  <a:srgbClr val="7F7F7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044" name="Google Shape;1044;p186"/>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5" name="Google Shape;1045;p186"/>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6" name="Google Shape;1046;p186"/>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7" name="Google Shape;1047;p186"/>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8" name="Google Shape;1048;p18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49" name="Google Shape;1049;p186"/>
          <p:cNvSpPr/>
          <p:nvPr>
            <p:ph idx="2" type="chart"/>
          </p:nvPr>
        </p:nvSpPr>
        <p:spPr>
          <a:xfrm>
            <a:off x="2523208" y="226832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0" name="Google Shape;1050;p186"/>
          <p:cNvSpPr/>
          <p:nvPr>
            <p:ph idx="3" type="chart"/>
          </p:nvPr>
        </p:nvSpPr>
        <p:spPr>
          <a:xfrm>
            <a:off x="4950671" y="335849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1" name="Google Shape;1051;p186"/>
          <p:cNvSpPr/>
          <p:nvPr>
            <p:ph idx="4" type="chart"/>
          </p:nvPr>
        </p:nvSpPr>
        <p:spPr>
          <a:xfrm>
            <a:off x="7372181" y="226832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2" name="Google Shape;1052;p186"/>
          <p:cNvSpPr txBox="1"/>
          <p:nvPr>
            <p:ph idx="1" type="body"/>
          </p:nvPr>
        </p:nvSpPr>
        <p:spPr>
          <a:xfrm>
            <a:off x="2523207" y="4433755"/>
            <a:ext cx="1727559" cy="1089529"/>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3" name="Google Shape;1053;p186"/>
          <p:cNvSpPr txBox="1"/>
          <p:nvPr>
            <p:ph idx="5" type="body"/>
          </p:nvPr>
        </p:nvSpPr>
        <p:spPr>
          <a:xfrm>
            <a:off x="7939248" y="4433755"/>
            <a:ext cx="1727559" cy="1089529"/>
          </a:xfrm>
          <a:prstGeom prst="rect">
            <a:avLst/>
          </a:prstGeom>
          <a:noFill/>
          <a:ln>
            <a:noFill/>
          </a:ln>
        </p:spPr>
        <p:txBody>
          <a:bodyPr anchorCtr="0" anchor="t" bIns="45700" lIns="91425" spcFirstLastPara="1" rIns="91425" wrap="square" tIns="45700">
            <a:spAutoFit/>
          </a:bodyPr>
          <a:lstStyle>
            <a:lvl1pPr indent="-228600" lvl="0" marL="457200" algn="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4" name="Google Shape;1054;p186"/>
          <p:cNvSpPr txBox="1"/>
          <p:nvPr>
            <p:ph idx="6" type="body"/>
          </p:nvPr>
        </p:nvSpPr>
        <p:spPr>
          <a:xfrm>
            <a:off x="5232221" y="2184550"/>
            <a:ext cx="1727559" cy="1089529"/>
          </a:xfrm>
          <a:prstGeom prst="rect">
            <a:avLst/>
          </a:prstGeom>
          <a:noFill/>
          <a:ln>
            <a:noFill/>
          </a:ln>
        </p:spPr>
        <p:txBody>
          <a:bodyPr anchorCtr="0" anchor="b"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5" name="Google Shape;1055;p186"/>
          <p:cNvSpPr txBox="1"/>
          <p:nvPr>
            <p:ph idx="7" type="body"/>
          </p:nvPr>
        </p:nvSpPr>
        <p:spPr>
          <a:xfrm>
            <a:off x="2884040" y="1666874"/>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200"/>
              <a:buNone/>
              <a:defRPr b="1" sz="2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6" name="Google Shape;1056;p186"/>
          <p:cNvSpPr txBox="1"/>
          <p:nvPr>
            <p:ph idx="8" type="body"/>
          </p:nvPr>
        </p:nvSpPr>
        <p:spPr>
          <a:xfrm>
            <a:off x="5309517" y="5472835"/>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7" name="Google Shape;1057;p186"/>
          <p:cNvSpPr txBox="1"/>
          <p:nvPr>
            <p:ph idx="9" type="body"/>
          </p:nvPr>
        </p:nvSpPr>
        <p:spPr>
          <a:xfrm>
            <a:off x="7733013" y="1666874"/>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058" name="Google Shape;1058;p186"/>
          <p:cNvGrpSpPr/>
          <p:nvPr/>
        </p:nvGrpSpPr>
        <p:grpSpPr>
          <a:xfrm>
            <a:off x="0" y="6766560"/>
            <a:ext cx="12192000" cy="91440"/>
            <a:chOff x="0" y="4480421"/>
            <a:chExt cx="12192000" cy="91440"/>
          </a:xfrm>
        </p:grpSpPr>
        <p:sp>
          <p:nvSpPr>
            <p:cNvPr id="1059" name="Google Shape;1059;p186"/>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0" name="Google Shape;1060;p186"/>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1" name="Google Shape;1061;p186"/>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2" name="Google Shape;1062;p186"/>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3" name="Google Shape;1063;p186"/>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block arcs">
  <p:cSld name="4 block arcs">
    <p:spTree>
      <p:nvGrpSpPr>
        <p:cNvPr id="1064" name="Shape 1064"/>
        <p:cNvGrpSpPr/>
        <p:nvPr/>
      </p:nvGrpSpPr>
      <p:grpSpPr>
        <a:xfrm>
          <a:off x="0" y="0"/>
          <a:ext cx="0" cy="0"/>
          <a:chOff x="0" y="0"/>
          <a:chExt cx="0" cy="0"/>
        </a:xfrm>
      </p:grpSpPr>
      <p:sp>
        <p:nvSpPr>
          <p:cNvPr id="1065" name="Google Shape;1065;p187"/>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6" name="Google Shape;1066;p187"/>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7" name="Google Shape;1067;p187"/>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8" name="Google Shape;1068;p187"/>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9" name="Google Shape;1069;p18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70" name="Google Shape;1070;p187"/>
          <p:cNvSpPr/>
          <p:nvPr/>
        </p:nvSpPr>
        <p:spPr>
          <a:xfrm>
            <a:off x="838200" y="1614640"/>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1" name="Google Shape;1071;p187"/>
          <p:cNvSpPr/>
          <p:nvPr/>
        </p:nvSpPr>
        <p:spPr>
          <a:xfrm rot="10800000">
            <a:off x="3261694" y="3664178"/>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2" name="Google Shape;1072;p187"/>
          <p:cNvSpPr/>
          <p:nvPr/>
        </p:nvSpPr>
        <p:spPr>
          <a:xfrm>
            <a:off x="5685188" y="1614640"/>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3" name="Google Shape;1073;p187"/>
          <p:cNvSpPr/>
          <p:nvPr>
            <p:ph idx="2" type="chart"/>
          </p:nvPr>
        </p:nvSpPr>
        <p:spPr>
          <a:xfrm>
            <a:off x="1300833" y="226832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4" name="Google Shape;1074;p187"/>
          <p:cNvSpPr/>
          <p:nvPr>
            <p:ph idx="3" type="chart"/>
          </p:nvPr>
        </p:nvSpPr>
        <p:spPr>
          <a:xfrm>
            <a:off x="3728296" y="335849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5" name="Google Shape;1075;p187"/>
          <p:cNvSpPr/>
          <p:nvPr>
            <p:ph idx="4" type="chart"/>
          </p:nvPr>
        </p:nvSpPr>
        <p:spPr>
          <a:xfrm>
            <a:off x="6149806" y="226832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6" name="Google Shape;1076;p187"/>
          <p:cNvSpPr txBox="1"/>
          <p:nvPr>
            <p:ph idx="1" type="body"/>
          </p:nvPr>
        </p:nvSpPr>
        <p:spPr>
          <a:xfrm>
            <a:off x="1300832" y="4433755"/>
            <a:ext cx="1727559" cy="1089529"/>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7" name="Google Shape;1077;p187"/>
          <p:cNvSpPr txBox="1"/>
          <p:nvPr>
            <p:ph idx="5" type="body"/>
          </p:nvPr>
        </p:nvSpPr>
        <p:spPr>
          <a:xfrm>
            <a:off x="6441325" y="4433755"/>
            <a:ext cx="1727559" cy="1089529"/>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8" name="Google Shape;1078;p187"/>
          <p:cNvSpPr txBox="1"/>
          <p:nvPr>
            <p:ph idx="6" type="body"/>
          </p:nvPr>
        </p:nvSpPr>
        <p:spPr>
          <a:xfrm>
            <a:off x="4009846" y="2184550"/>
            <a:ext cx="1727559" cy="1089529"/>
          </a:xfrm>
          <a:prstGeom prst="rect">
            <a:avLst/>
          </a:prstGeom>
          <a:noFill/>
          <a:ln>
            <a:noFill/>
          </a:ln>
        </p:spPr>
        <p:txBody>
          <a:bodyPr anchorCtr="0" anchor="b"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9" name="Google Shape;1079;p187"/>
          <p:cNvSpPr txBox="1"/>
          <p:nvPr>
            <p:ph idx="7" type="body"/>
          </p:nvPr>
        </p:nvSpPr>
        <p:spPr>
          <a:xfrm>
            <a:off x="1661665" y="1666874"/>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0" name="Google Shape;1080;p187"/>
          <p:cNvSpPr txBox="1"/>
          <p:nvPr>
            <p:ph idx="8" type="body"/>
          </p:nvPr>
        </p:nvSpPr>
        <p:spPr>
          <a:xfrm>
            <a:off x="4087142" y="5472835"/>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1" name="Google Shape;1081;p187"/>
          <p:cNvSpPr txBox="1"/>
          <p:nvPr>
            <p:ph idx="9" type="body"/>
          </p:nvPr>
        </p:nvSpPr>
        <p:spPr>
          <a:xfrm>
            <a:off x="6510638" y="1666874"/>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2" name="Google Shape;1082;p187"/>
          <p:cNvSpPr/>
          <p:nvPr/>
        </p:nvSpPr>
        <p:spPr>
          <a:xfrm rot="10800000">
            <a:off x="8124652" y="3662231"/>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3" name="Google Shape;1083;p187"/>
          <p:cNvSpPr/>
          <p:nvPr>
            <p:ph idx="13" type="chart"/>
          </p:nvPr>
        </p:nvSpPr>
        <p:spPr>
          <a:xfrm>
            <a:off x="8591254" y="3356552"/>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84" name="Google Shape;1084;p187"/>
          <p:cNvSpPr txBox="1"/>
          <p:nvPr>
            <p:ph idx="14" type="body"/>
          </p:nvPr>
        </p:nvSpPr>
        <p:spPr>
          <a:xfrm>
            <a:off x="8872804" y="2182603"/>
            <a:ext cx="1727559" cy="1089529"/>
          </a:xfrm>
          <a:prstGeom prst="rect">
            <a:avLst/>
          </a:prstGeom>
          <a:noFill/>
          <a:ln>
            <a:noFill/>
          </a:ln>
        </p:spPr>
        <p:txBody>
          <a:bodyPr anchorCtr="0" anchor="b" bIns="45700" lIns="91425" spcFirstLastPara="1" rIns="91425" wrap="square" tIns="45700">
            <a:spAutoFit/>
          </a:bodyPr>
          <a:lstStyle>
            <a:lvl1pPr indent="-228600" lvl="0" marL="457200" algn="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5" name="Google Shape;1085;p187"/>
          <p:cNvSpPr txBox="1"/>
          <p:nvPr>
            <p:ph idx="15" type="body"/>
          </p:nvPr>
        </p:nvSpPr>
        <p:spPr>
          <a:xfrm>
            <a:off x="8950100" y="5470888"/>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086" name="Google Shape;1086;p187"/>
          <p:cNvGrpSpPr/>
          <p:nvPr/>
        </p:nvGrpSpPr>
        <p:grpSpPr>
          <a:xfrm>
            <a:off x="0" y="6766560"/>
            <a:ext cx="12192000" cy="91440"/>
            <a:chOff x="0" y="4480421"/>
            <a:chExt cx="12192000" cy="91440"/>
          </a:xfrm>
        </p:grpSpPr>
        <p:sp>
          <p:nvSpPr>
            <p:cNvPr id="1087" name="Google Shape;1087;p187"/>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8" name="Google Shape;1088;p187"/>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9" name="Google Shape;1089;p187"/>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0" name="Google Shape;1090;p187"/>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1" name="Google Shape;1091;p187"/>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block arcs gray">
  <p:cSld name="4 block arcs gray">
    <p:spTree>
      <p:nvGrpSpPr>
        <p:cNvPr id="1092" name="Shape 1092"/>
        <p:cNvGrpSpPr/>
        <p:nvPr/>
      </p:nvGrpSpPr>
      <p:grpSpPr>
        <a:xfrm>
          <a:off x="0" y="0"/>
          <a:ext cx="0" cy="0"/>
          <a:chOff x="0" y="0"/>
          <a:chExt cx="0" cy="0"/>
        </a:xfrm>
      </p:grpSpPr>
      <p:grpSp>
        <p:nvGrpSpPr>
          <p:cNvPr id="1093" name="Google Shape;1093;p188"/>
          <p:cNvGrpSpPr/>
          <p:nvPr/>
        </p:nvGrpSpPr>
        <p:grpSpPr>
          <a:xfrm>
            <a:off x="838200" y="1614640"/>
            <a:ext cx="10510314" cy="4356172"/>
            <a:chOff x="838200" y="1614640"/>
            <a:chExt cx="10510314" cy="4356172"/>
          </a:xfrm>
        </p:grpSpPr>
        <p:sp>
          <p:nvSpPr>
            <p:cNvPr id="1094" name="Google Shape;1094;p188"/>
            <p:cNvSpPr/>
            <p:nvPr/>
          </p:nvSpPr>
          <p:spPr>
            <a:xfrm>
              <a:off x="838200" y="1614640"/>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gradFill>
              <a:gsLst>
                <a:gs pos="0">
                  <a:srgbClr val="F2F2F2"/>
                </a:gs>
                <a:gs pos="58000">
                  <a:srgbClr val="C2C2C2"/>
                </a:gs>
                <a:gs pos="100000">
                  <a:srgbClr val="7F7F7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5" name="Google Shape;1095;p188"/>
            <p:cNvSpPr/>
            <p:nvPr/>
          </p:nvSpPr>
          <p:spPr>
            <a:xfrm rot="10800000">
              <a:off x="3261694" y="3664178"/>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gradFill>
              <a:gsLst>
                <a:gs pos="0">
                  <a:srgbClr val="F2F2F2"/>
                </a:gs>
                <a:gs pos="58000">
                  <a:srgbClr val="C2C2C2"/>
                </a:gs>
                <a:gs pos="100000">
                  <a:srgbClr val="7F7F7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6" name="Google Shape;1096;p188"/>
            <p:cNvSpPr/>
            <p:nvPr/>
          </p:nvSpPr>
          <p:spPr>
            <a:xfrm>
              <a:off x="5685188" y="1614640"/>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gradFill>
              <a:gsLst>
                <a:gs pos="0">
                  <a:srgbClr val="F2F2F2"/>
                </a:gs>
                <a:gs pos="58000">
                  <a:srgbClr val="C2C2C2"/>
                </a:gs>
                <a:gs pos="100000">
                  <a:srgbClr val="7F7F7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7" name="Google Shape;1097;p188"/>
            <p:cNvSpPr/>
            <p:nvPr/>
          </p:nvSpPr>
          <p:spPr>
            <a:xfrm rot="10800000">
              <a:off x="8124652" y="3662231"/>
              <a:ext cx="3223862" cy="2306634"/>
            </a:xfrm>
            <a:custGeom>
              <a:rect b="b" l="l" r="r" t="t"/>
              <a:pathLst>
                <a:path extrusionOk="0" h="2616968" w="3657600">
                  <a:moveTo>
                    <a:pt x="1828800" y="0"/>
                  </a:moveTo>
                  <a:cubicBezTo>
                    <a:pt x="2838818" y="0"/>
                    <a:pt x="3657600" y="818782"/>
                    <a:pt x="3657600" y="1828800"/>
                  </a:cubicBezTo>
                  <a:cubicBezTo>
                    <a:pt x="3657600" y="2081305"/>
                    <a:pt x="3606426" y="2321857"/>
                    <a:pt x="3513884" y="2540652"/>
                  </a:cubicBezTo>
                  <a:lnTo>
                    <a:pt x="3477120" y="2616968"/>
                  </a:lnTo>
                  <a:lnTo>
                    <a:pt x="2988913" y="2269937"/>
                  </a:lnTo>
                  <a:lnTo>
                    <a:pt x="3047995" y="2079607"/>
                  </a:lnTo>
                  <a:cubicBezTo>
                    <a:pt x="3064573" y="1998594"/>
                    <a:pt x="3073278" y="1914714"/>
                    <a:pt x="3073278" y="1828801"/>
                  </a:cubicBezTo>
                  <a:cubicBezTo>
                    <a:pt x="3073278" y="1141495"/>
                    <a:pt x="2516107" y="584324"/>
                    <a:pt x="1828801" y="584324"/>
                  </a:cubicBezTo>
                  <a:cubicBezTo>
                    <a:pt x="1141495" y="584324"/>
                    <a:pt x="584324" y="1141495"/>
                    <a:pt x="584324" y="1828801"/>
                  </a:cubicBezTo>
                  <a:cubicBezTo>
                    <a:pt x="584324" y="1914714"/>
                    <a:pt x="593030" y="1998594"/>
                    <a:pt x="609608" y="2079607"/>
                  </a:cubicBezTo>
                  <a:lnTo>
                    <a:pt x="668689" y="2269936"/>
                  </a:lnTo>
                  <a:lnTo>
                    <a:pt x="180480" y="2616968"/>
                  </a:lnTo>
                  <a:lnTo>
                    <a:pt x="143716" y="2540652"/>
                  </a:lnTo>
                  <a:cubicBezTo>
                    <a:pt x="51174" y="2321857"/>
                    <a:pt x="0" y="2081305"/>
                    <a:pt x="0" y="1828800"/>
                  </a:cubicBezTo>
                  <a:cubicBezTo>
                    <a:pt x="0" y="818782"/>
                    <a:pt x="818782" y="0"/>
                    <a:pt x="1828800" y="0"/>
                  </a:cubicBezTo>
                  <a:close/>
                </a:path>
              </a:pathLst>
            </a:custGeom>
            <a:gradFill>
              <a:gsLst>
                <a:gs pos="0">
                  <a:srgbClr val="F2F2F2"/>
                </a:gs>
                <a:gs pos="58000">
                  <a:srgbClr val="C2C2C2"/>
                </a:gs>
                <a:gs pos="100000">
                  <a:srgbClr val="7F7F7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098" name="Google Shape;1098;p188"/>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9" name="Google Shape;1099;p188"/>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0" name="Google Shape;1100;p188"/>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1" name="Google Shape;1101;p188"/>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2" name="Google Shape;1102;p18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03" name="Google Shape;1103;p188"/>
          <p:cNvSpPr/>
          <p:nvPr>
            <p:ph idx="2" type="chart"/>
          </p:nvPr>
        </p:nvSpPr>
        <p:spPr>
          <a:xfrm>
            <a:off x="1300833" y="226832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04" name="Google Shape;1104;p188"/>
          <p:cNvSpPr/>
          <p:nvPr>
            <p:ph idx="3" type="chart"/>
          </p:nvPr>
        </p:nvSpPr>
        <p:spPr>
          <a:xfrm>
            <a:off x="3728296" y="335849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05" name="Google Shape;1105;p188"/>
          <p:cNvSpPr/>
          <p:nvPr>
            <p:ph idx="4" type="chart"/>
          </p:nvPr>
        </p:nvSpPr>
        <p:spPr>
          <a:xfrm>
            <a:off x="6149806" y="2268329"/>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06" name="Google Shape;1106;p188"/>
          <p:cNvSpPr txBox="1"/>
          <p:nvPr>
            <p:ph idx="1" type="body"/>
          </p:nvPr>
        </p:nvSpPr>
        <p:spPr>
          <a:xfrm>
            <a:off x="1300832" y="4433755"/>
            <a:ext cx="1727559" cy="1089529"/>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7" name="Google Shape;1107;p188"/>
          <p:cNvSpPr txBox="1"/>
          <p:nvPr>
            <p:ph idx="5" type="body"/>
          </p:nvPr>
        </p:nvSpPr>
        <p:spPr>
          <a:xfrm>
            <a:off x="6441325" y="4433755"/>
            <a:ext cx="1727559" cy="1089529"/>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8" name="Google Shape;1108;p188"/>
          <p:cNvSpPr txBox="1"/>
          <p:nvPr>
            <p:ph idx="6" type="body"/>
          </p:nvPr>
        </p:nvSpPr>
        <p:spPr>
          <a:xfrm>
            <a:off x="4009846" y="2184550"/>
            <a:ext cx="1727559" cy="1089529"/>
          </a:xfrm>
          <a:prstGeom prst="rect">
            <a:avLst/>
          </a:prstGeom>
          <a:noFill/>
          <a:ln>
            <a:noFill/>
          </a:ln>
        </p:spPr>
        <p:txBody>
          <a:bodyPr anchorCtr="0" anchor="b" bIns="45700" lIns="91425" spcFirstLastPara="1" rIns="91425" wrap="square" tIns="45700">
            <a:spAutoFit/>
          </a:bodyPr>
          <a:lstStyle>
            <a:lvl1pPr indent="-228600" lvl="0" marL="457200" algn="ct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9" name="Google Shape;1109;p188"/>
          <p:cNvSpPr txBox="1"/>
          <p:nvPr>
            <p:ph idx="7" type="body"/>
          </p:nvPr>
        </p:nvSpPr>
        <p:spPr>
          <a:xfrm>
            <a:off x="1661665" y="1666874"/>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200"/>
              <a:buNone/>
              <a:defRPr b="1" sz="2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0" name="Google Shape;1110;p188"/>
          <p:cNvSpPr txBox="1"/>
          <p:nvPr>
            <p:ph idx="8" type="body"/>
          </p:nvPr>
        </p:nvSpPr>
        <p:spPr>
          <a:xfrm>
            <a:off x="4087142" y="5472835"/>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200"/>
              <a:buNone/>
              <a:defRPr b="1" sz="2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1" name="Google Shape;1111;p188"/>
          <p:cNvSpPr txBox="1"/>
          <p:nvPr>
            <p:ph idx="9" type="body"/>
          </p:nvPr>
        </p:nvSpPr>
        <p:spPr>
          <a:xfrm>
            <a:off x="6510638" y="1666874"/>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200"/>
              <a:buNone/>
              <a:defRPr b="1" sz="2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2" name="Google Shape;1112;p188"/>
          <p:cNvSpPr/>
          <p:nvPr>
            <p:ph idx="13" type="chart"/>
          </p:nvPr>
        </p:nvSpPr>
        <p:spPr>
          <a:xfrm>
            <a:off x="8591254" y="3356552"/>
            <a:ext cx="2294626" cy="2011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13" name="Google Shape;1113;p188"/>
          <p:cNvSpPr txBox="1"/>
          <p:nvPr>
            <p:ph idx="14" type="body"/>
          </p:nvPr>
        </p:nvSpPr>
        <p:spPr>
          <a:xfrm>
            <a:off x="8872804" y="2182603"/>
            <a:ext cx="1727559" cy="1089529"/>
          </a:xfrm>
          <a:prstGeom prst="rect">
            <a:avLst/>
          </a:prstGeom>
          <a:noFill/>
          <a:ln>
            <a:noFill/>
          </a:ln>
        </p:spPr>
        <p:txBody>
          <a:bodyPr anchorCtr="0" anchor="b" bIns="45700" lIns="91425" spcFirstLastPara="1" rIns="91425" wrap="square" tIns="45700">
            <a:spAutoFit/>
          </a:bodyPr>
          <a:lstStyle>
            <a:lvl1pPr indent="-228600" lvl="0" marL="457200" algn="r">
              <a:lnSpc>
                <a:spcPct val="90000"/>
              </a:lnSpc>
              <a:spcBef>
                <a:spcPts val="1000"/>
              </a:spcBef>
              <a:spcAft>
                <a:spcPts val="0"/>
              </a:spcAft>
              <a:buClr>
                <a:srgbClr val="47464B"/>
              </a:buClr>
              <a:buSzPts val="2400"/>
              <a:buNone/>
              <a:defRPr b="1" sz="2400" cap="none">
                <a:solidFill>
                  <a:srgbClr val="47464B"/>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4" name="Google Shape;1114;p188"/>
          <p:cNvSpPr txBox="1"/>
          <p:nvPr>
            <p:ph idx="15" type="body"/>
          </p:nvPr>
        </p:nvSpPr>
        <p:spPr>
          <a:xfrm>
            <a:off x="8950100" y="5470888"/>
            <a:ext cx="1572963" cy="4318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200"/>
              <a:buNone/>
              <a:defRPr b="1" sz="2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115" name="Google Shape;1115;p188"/>
          <p:cNvGrpSpPr/>
          <p:nvPr/>
        </p:nvGrpSpPr>
        <p:grpSpPr>
          <a:xfrm>
            <a:off x="0" y="6766560"/>
            <a:ext cx="12192000" cy="91440"/>
            <a:chOff x="0" y="4480421"/>
            <a:chExt cx="12192000" cy="91440"/>
          </a:xfrm>
        </p:grpSpPr>
        <p:sp>
          <p:nvSpPr>
            <p:cNvPr id="1116" name="Google Shape;1116;p188"/>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7" name="Google Shape;1117;p188"/>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8" name="Google Shape;1118;p188"/>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9" name="Google Shape;1119;p188"/>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0" name="Google Shape;1120;p188"/>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rix 1">
  <p:cSld name="matrix 1">
    <p:spTree>
      <p:nvGrpSpPr>
        <p:cNvPr id="1121" name="Shape 1121"/>
        <p:cNvGrpSpPr/>
        <p:nvPr/>
      </p:nvGrpSpPr>
      <p:grpSpPr>
        <a:xfrm>
          <a:off x="0" y="0"/>
          <a:ext cx="0" cy="0"/>
          <a:chOff x="0" y="0"/>
          <a:chExt cx="0" cy="0"/>
        </a:xfrm>
      </p:grpSpPr>
      <p:sp>
        <p:nvSpPr>
          <p:cNvPr id="1122" name="Google Shape;1122;p189"/>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3" name="Google Shape;1123;p189"/>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4" name="Google Shape;1124;p189"/>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5" name="Google Shape;1125;p189"/>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6" name="Google Shape;1126;p18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27" name="Google Shape;1127;p189"/>
          <p:cNvSpPr txBox="1"/>
          <p:nvPr>
            <p:ph idx="1" type="body"/>
          </p:nvPr>
        </p:nvSpPr>
        <p:spPr>
          <a:xfrm>
            <a:off x="482599" y="1992954"/>
            <a:ext cx="5613400" cy="1815764"/>
          </a:xfrm>
          <a:prstGeom prst="rect">
            <a:avLst/>
          </a:prstGeom>
          <a:solidFill>
            <a:srgbClr val="F2F2F2"/>
          </a:solidFill>
          <a:ln cap="flat" cmpd="sng" w="9525">
            <a:solidFill>
              <a:srgbClr val="D8D8D8"/>
            </a:solidFill>
            <a:prstDash val="solid"/>
            <a:round/>
            <a:headEnd len="sm" w="sm" type="none"/>
            <a:tailEnd len="sm" w="sm" type="none"/>
          </a:ln>
        </p:spPr>
        <p:txBody>
          <a:bodyPr anchorCtr="0" anchor="t" bIns="45700" lIns="91425" spcFirstLastPara="1" rIns="9142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8" name="Google Shape;1128;p189"/>
          <p:cNvSpPr txBox="1"/>
          <p:nvPr>
            <p:ph idx="2" type="body"/>
          </p:nvPr>
        </p:nvSpPr>
        <p:spPr>
          <a:xfrm>
            <a:off x="482599" y="4277940"/>
            <a:ext cx="5613400" cy="1802097"/>
          </a:xfrm>
          <a:prstGeom prst="rect">
            <a:avLst/>
          </a:prstGeom>
          <a:noFill/>
          <a:ln cap="flat" cmpd="sng" w="9525">
            <a:solidFill>
              <a:srgbClr val="D8D8D8"/>
            </a:solidFill>
            <a:prstDash val="solid"/>
            <a:round/>
            <a:headEnd len="sm" w="sm" type="none"/>
            <a:tailEnd len="sm" w="sm" type="none"/>
          </a:ln>
        </p:spPr>
        <p:txBody>
          <a:bodyPr anchorCtr="0" anchor="t" bIns="45700" lIns="91425" spcFirstLastPara="1" rIns="9142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9" name="Google Shape;1129;p189"/>
          <p:cNvSpPr txBox="1"/>
          <p:nvPr>
            <p:ph idx="3" type="body"/>
          </p:nvPr>
        </p:nvSpPr>
        <p:spPr>
          <a:xfrm>
            <a:off x="6096001" y="1992954"/>
            <a:ext cx="5613400" cy="1815764"/>
          </a:xfrm>
          <a:prstGeom prst="rect">
            <a:avLst/>
          </a:prstGeom>
          <a:noFill/>
          <a:ln cap="flat" cmpd="sng" w="9525">
            <a:solidFill>
              <a:srgbClr val="D8D8D8"/>
            </a:solidFill>
            <a:prstDash val="solid"/>
            <a:round/>
            <a:headEnd len="sm" w="sm" type="none"/>
            <a:tailEnd len="sm" w="sm" type="none"/>
          </a:ln>
        </p:spPr>
        <p:txBody>
          <a:bodyPr anchorCtr="0" anchor="t" bIns="45700" lIns="91425" spcFirstLastPara="1" rIns="9142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0" name="Google Shape;1130;p189"/>
          <p:cNvSpPr txBox="1"/>
          <p:nvPr>
            <p:ph idx="4" type="body"/>
          </p:nvPr>
        </p:nvSpPr>
        <p:spPr>
          <a:xfrm>
            <a:off x="6096001" y="4277940"/>
            <a:ext cx="5613400" cy="1802097"/>
          </a:xfrm>
          <a:prstGeom prst="rect">
            <a:avLst/>
          </a:prstGeom>
          <a:solidFill>
            <a:srgbClr val="F2F2F2"/>
          </a:solidFill>
          <a:ln cap="flat" cmpd="sng" w="9525">
            <a:solidFill>
              <a:srgbClr val="D8D8D8"/>
            </a:solidFill>
            <a:prstDash val="solid"/>
            <a:round/>
            <a:headEnd len="sm" w="sm" type="none"/>
            <a:tailEnd len="sm" w="sm" type="none"/>
          </a:ln>
        </p:spPr>
        <p:txBody>
          <a:bodyPr anchorCtr="0" anchor="t" bIns="45700" lIns="91425" spcFirstLastPara="1" rIns="9142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1" name="Google Shape;1131;p189"/>
          <p:cNvSpPr txBox="1"/>
          <p:nvPr>
            <p:ph idx="5" type="body"/>
          </p:nvPr>
        </p:nvSpPr>
        <p:spPr>
          <a:xfrm>
            <a:off x="482599" y="3875314"/>
            <a:ext cx="5613401" cy="420914"/>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2" name="Google Shape;1132;p189"/>
          <p:cNvSpPr txBox="1"/>
          <p:nvPr>
            <p:ph idx="6" type="body"/>
          </p:nvPr>
        </p:nvSpPr>
        <p:spPr>
          <a:xfrm>
            <a:off x="6096000" y="3875314"/>
            <a:ext cx="5613401" cy="420914"/>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3" name="Google Shape;1133;p189"/>
          <p:cNvSpPr txBox="1"/>
          <p:nvPr>
            <p:ph idx="7" type="body"/>
          </p:nvPr>
        </p:nvSpPr>
        <p:spPr>
          <a:xfrm>
            <a:off x="482599" y="1581184"/>
            <a:ext cx="5613401" cy="420914"/>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4" name="Google Shape;1134;p189"/>
          <p:cNvSpPr txBox="1"/>
          <p:nvPr>
            <p:ph idx="8" type="body"/>
          </p:nvPr>
        </p:nvSpPr>
        <p:spPr>
          <a:xfrm>
            <a:off x="6096000" y="1581184"/>
            <a:ext cx="5613401" cy="420914"/>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135" name="Google Shape;1135;p189"/>
          <p:cNvGrpSpPr/>
          <p:nvPr/>
        </p:nvGrpSpPr>
        <p:grpSpPr>
          <a:xfrm>
            <a:off x="0" y="6766560"/>
            <a:ext cx="12192000" cy="91440"/>
            <a:chOff x="0" y="4480421"/>
            <a:chExt cx="12192000" cy="91440"/>
          </a:xfrm>
        </p:grpSpPr>
        <p:sp>
          <p:nvSpPr>
            <p:cNvPr id="1136" name="Google Shape;1136;p18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7" name="Google Shape;1137;p189"/>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8" name="Google Shape;1138;p18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9" name="Google Shape;1139;p18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0" name="Google Shape;1140;p18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rix 2">
  <p:cSld name="matrix 2">
    <p:spTree>
      <p:nvGrpSpPr>
        <p:cNvPr id="1141" name="Shape 1141"/>
        <p:cNvGrpSpPr/>
        <p:nvPr/>
      </p:nvGrpSpPr>
      <p:grpSpPr>
        <a:xfrm>
          <a:off x="0" y="0"/>
          <a:ext cx="0" cy="0"/>
          <a:chOff x="0" y="0"/>
          <a:chExt cx="0" cy="0"/>
        </a:xfrm>
      </p:grpSpPr>
      <p:sp>
        <p:nvSpPr>
          <p:cNvPr id="1142" name="Google Shape;1142;p190"/>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3" name="Google Shape;1143;p190"/>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4" name="Google Shape;1144;p190"/>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5" name="Google Shape;1145;p190"/>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6" name="Google Shape;1146;p19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47" name="Google Shape;1147;p190"/>
          <p:cNvSpPr/>
          <p:nvPr/>
        </p:nvSpPr>
        <p:spPr>
          <a:xfrm>
            <a:off x="482599" y="1452153"/>
            <a:ext cx="5613401" cy="2322576"/>
          </a:xfrm>
          <a:prstGeom prst="rect">
            <a:avLst/>
          </a:prstGeom>
          <a:solidFill>
            <a:srgbClr val="D8D8D8"/>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8" name="Google Shape;1148;p190"/>
          <p:cNvSpPr/>
          <p:nvPr/>
        </p:nvSpPr>
        <p:spPr>
          <a:xfrm>
            <a:off x="482599" y="3902745"/>
            <a:ext cx="5613401" cy="2322285"/>
          </a:xfrm>
          <a:prstGeom prst="rect">
            <a:avLst/>
          </a:prstGeom>
          <a:solidFill>
            <a:srgbClr val="F2F2F2"/>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9" name="Google Shape;1149;p190"/>
          <p:cNvSpPr/>
          <p:nvPr/>
        </p:nvSpPr>
        <p:spPr>
          <a:xfrm>
            <a:off x="6096000" y="1452153"/>
            <a:ext cx="5613401" cy="2322576"/>
          </a:xfrm>
          <a:prstGeom prst="rect">
            <a:avLst/>
          </a:prstGeom>
          <a:solidFill>
            <a:srgbClr val="F2F2F2"/>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0" name="Google Shape;1150;p190"/>
          <p:cNvSpPr/>
          <p:nvPr/>
        </p:nvSpPr>
        <p:spPr>
          <a:xfrm>
            <a:off x="6096000" y="3902745"/>
            <a:ext cx="5613401" cy="2322285"/>
          </a:xfrm>
          <a:prstGeom prst="rect">
            <a:avLst/>
          </a:prstGeom>
          <a:solidFill>
            <a:srgbClr val="D8D8D8"/>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1" name="Google Shape;1151;p190"/>
          <p:cNvSpPr txBox="1"/>
          <p:nvPr>
            <p:ph idx="1" type="body"/>
          </p:nvPr>
        </p:nvSpPr>
        <p:spPr>
          <a:xfrm rot="-5400000">
            <a:off x="-287709" y="2222461"/>
            <a:ext cx="2322576" cy="78196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2" name="Google Shape;1152;p190"/>
          <p:cNvSpPr txBox="1"/>
          <p:nvPr>
            <p:ph idx="2" type="body"/>
          </p:nvPr>
        </p:nvSpPr>
        <p:spPr>
          <a:xfrm rot="-5400000">
            <a:off x="-287563" y="4672908"/>
            <a:ext cx="2322285" cy="78196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3" name="Google Shape;1153;p190"/>
          <p:cNvSpPr txBox="1"/>
          <p:nvPr>
            <p:ph idx="3" type="body"/>
          </p:nvPr>
        </p:nvSpPr>
        <p:spPr>
          <a:xfrm rot="-5400000">
            <a:off x="5325692" y="2222462"/>
            <a:ext cx="2322576" cy="78196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4" name="Google Shape;1154;p190"/>
          <p:cNvSpPr txBox="1"/>
          <p:nvPr>
            <p:ph idx="4" type="body"/>
          </p:nvPr>
        </p:nvSpPr>
        <p:spPr>
          <a:xfrm rot="-5400000">
            <a:off x="5325838" y="4672908"/>
            <a:ext cx="2322285" cy="78196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155" name="Google Shape;1155;p190"/>
          <p:cNvCxnSpPr/>
          <p:nvPr/>
        </p:nvCxnSpPr>
        <p:spPr>
          <a:xfrm>
            <a:off x="482599" y="1452153"/>
            <a:ext cx="781960" cy="9392"/>
          </a:xfrm>
          <a:prstGeom prst="straightConnector1">
            <a:avLst/>
          </a:prstGeom>
          <a:noFill/>
          <a:ln cap="flat" cmpd="sng" w="9525">
            <a:solidFill>
              <a:schemeClr val="lt1"/>
            </a:solidFill>
            <a:prstDash val="solid"/>
            <a:miter lim="800000"/>
            <a:headEnd len="sm" w="sm" type="none"/>
            <a:tailEnd len="sm" w="sm" type="none"/>
          </a:ln>
        </p:spPr>
      </p:cxnSp>
      <p:sp>
        <p:nvSpPr>
          <p:cNvPr id="1156" name="Google Shape;1156;p190"/>
          <p:cNvSpPr txBox="1"/>
          <p:nvPr>
            <p:ph idx="5" type="body"/>
          </p:nvPr>
        </p:nvSpPr>
        <p:spPr>
          <a:xfrm>
            <a:off x="1264560" y="3902745"/>
            <a:ext cx="4831440" cy="2322576"/>
          </a:xfrm>
          <a:prstGeom prst="rect">
            <a:avLst/>
          </a:prstGeom>
          <a:noFill/>
          <a:ln>
            <a:noFill/>
          </a:ln>
        </p:spPr>
        <p:txBody>
          <a:bodyPr anchorCtr="0" anchor="t" bIns="45700" lIns="91425" spcFirstLastPara="1" rIns="9142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7" name="Google Shape;1157;p190"/>
          <p:cNvSpPr txBox="1"/>
          <p:nvPr>
            <p:ph idx="6" type="body"/>
          </p:nvPr>
        </p:nvSpPr>
        <p:spPr>
          <a:xfrm>
            <a:off x="6877961" y="3902745"/>
            <a:ext cx="4831440" cy="2322576"/>
          </a:xfrm>
          <a:prstGeom prst="rect">
            <a:avLst/>
          </a:prstGeom>
          <a:noFill/>
          <a:ln>
            <a:noFill/>
          </a:ln>
        </p:spPr>
        <p:txBody>
          <a:bodyPr anchorCtr="0" anchor="t" bIns="45700" lIns="91425" spcFirstLastPara="1" rIns="9142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8" name="Google Shape;1158;p190"/>
          <p:cNvSpPr txBox="1"/>
          <p:nvPr>
            <p:ph idx="7" type="body"/>
          </p:nvPr>
        </p:nvSpPr>
        <p:spPr>
          <a:xfrm>
            <a:off x="1264560" y="1452153"/>
            <a:ext cx="4831440" cy="2322576"/>
          </a:xfrm>
          <a:prstGeom prst="rect">
            <a:avLst/>
          </a:prstGeom>
          <a:noFill/>
          <a:ln>
            <a:noFill/>
          </a:ln>
        </p:spPr>
        <p:txBody>
          <a:bodyPr anchorCtr="0" anchor="t" bIns="45700" lIns="91425" spcFirstLastPara="1" rIns="9142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9" name="Google Shape;1159;p190"/>
          <p:cNvSpPr txBox="1"/>
          <p:nvPr>
            <p:ph idx="8" type="body"/>
          </p:nvPr>
        </p:nvSpPr>
        <p:spPr>
          <a:xfrm>
            <a:off x="6877961" y="1452153"/>
            <a:ext cx="4831440" cy="2322576"/>
          </a:xfrm>
          <a:prstGeom prst="rect">
            <a:avLst/>
          </a:prstGeom>
          <a:noFill/>
          <a:ln>
            <a:noFill/>
          </a:ln>
        </p:spPr>
        <p:txBody>
          <a:bodyPr anchorCtr="0" anchor="t" bIns="45700" lIns="91425" spcFirstLastPara="1" rIns="9142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160" name="Google Shape;1160;p190"/>
          <p:cNvGrpSpPr/>
          <p:nvPr/>
        </p:nvGrpSpPr>
        <p:grpSpPr>
          <a:xfrm>
            <a:off x="0" y="6766560"/>
            <a:ext cx="12192000" cy="91440"/>
            <a:chOff x="0" y="4480421"/>
            <a:chExt cx="12192000" cy="91440"/>
          </a:xfrm>
        </p:grpSpPr>
        <p:sp>
          <p:nvSpPr>
            <p:cNvPr id="1161" name="Google Shape;1161;p190"/>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2" name="Google Shape;1162;p190"/>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3" name="Google Shape;1163;p190"/>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4" name="Google Shape;1164;p190"/>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5" name="Google Shape;1165;p190"/>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rix 3">
  <p:cSld name="matrix 3">
    <p:spTree>
      <p:nvGrpSpPr>
        <p:cNvPr id="1166" name="Shape 1166"/>
        <p:cNvGrpSpPr/>
        <p:nvPr/>
      </p:nvGrpSpPr>
      <p:grpSpPr>
        <a:xfrm>
          <a:off x="0" y="0"/>
          <a:ext cx="0" cy="0"/>
          <a:chOff x="0" y="0"/>
          <a:chExt cx="0" cy="0"/>
        </a:xfrm>
      </p:grpSpPr>
      <p:sp>
        <p:nvSpPr>
          <p:cNvPr id="1167" name="Google Shape;1167;p191"/>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8" name="Google Shape;1168;p191"/>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9" name="Google Shape;1169;p191"/>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0" name="Google Shape;1170;p191"/>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1" name="Google Shape;1171;p191"/>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72" name="Google Shape;1172;p191"/>
          <p:cNvSpPr/>
          <p:nvPr/>
        </p:nvSpPr>
        <p:spPr>
          <a:xfrm>
            <a:off x="482599" y="1553028"/>
            <a:ext cx="5613401" cy="2322285"/>
          </a:xfrm>
          <a:prstGeom prst="rect">
            <a:avLst/>
          </a:prstGeom>
          <a:solidFill>
            <a:srgbClr val="D8D8D8"/>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3" name="Google Shape;1173;p191"/>
          <p:cNvSpPr/>
          <p:nvPr/>
        </p:nvSpPr>
        <p:spPr>
          <a:xfrm>
            <a:off x="482599" y="3875314"/>
            <a:ext cx="5613401" cy="2322285"/>
          </a:xfrm>
          <a:prstGeom prst="rect">
            <a:avLst/>
          </a:prstGeom>
          <a:solidFill>
            <a:srgbClr val="F2F2F2"/>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4" name="Google Shape;1174;p191"/>
          <p:cNvSpPr/>
          <p:nvPr/>
        </p:nvSpPr>
        <p:spPr>
          <a:xfrm>
            <a:off x="6096000" y="1553028"/>
            <a:ext cx="5613401" cy="2322285"/>
          </a:xfrm>
          <a:prstGeom prst="rect">
            <a:avLst/>
          </a:prstGeom>
          <a:solidFill>
            <a:srgbClr val="F2F2F2"/>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5" name="Google Shape;1175;p191"/>
          <p:cNvSpPr/>
          <p:nvPr/>
        </p:nvSpPr>
        <p:spPr>
          <a:xfrm>
            <a:off x="6096000" y="3875314"/>
            <a:ext cx="5613401" cy="2322285"/>
          </a:xfrm>
          <a:prstGeom prst="rect">
            <a:avLst/>
          </a:prstGeom>
          <a:solidFill>
            <a:srgbClr val="D8D8D8"/>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6" name="Google Shape;1176;p191"/>
          <p:cNvSpPr txBox="1"/>
          <p:nvPr>
            <p:ph idx="1" type="body"/>
          </p:nvPr>
        </p:nvSpPr>
        <p:spPr>
          <a:xfrm rot="-5400000">
            <a:off x="-287563" y="2323191"/>
            <a:ext cx="2322285" cy="781960"/>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7" name="Google Shape;1177;p191"/>
          <p:cNvSpPr txBox="1"/>
          <p:nvPr>
            <p:ph idx="2" type="body"/>
          </p:nvPr>
        </p:nvSpPr>
        <p:spPr>
          <a:xfrm rot="-5400000">
            <a:off x="-287563" y="4645476"/>
            <a:ext cx="2322285" cy="781960"/>
          </a:xfrm>
          <a:prstGeom prst="rect">
            <a:avLst/>
          </a:prstGeom>
          <a:solidFill>
            <a:schemeClr val="accent2"/>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8" name="Google Shape;1178;p191"/>
          <p:cNvSpPr txBox="1"/>
          <p:nvPr>
            <p:ph idx="3" type="body"/>
          </p:nvPr>
        </p:nvSpPr>
        <p:spPr>
          <a:xfrm rot="5400000">
            <a:off x="10157278" y="2323192"/>
            <a:ext cx="2322285" cy="781960"/>
          </a:xfrm>
          <a:prstGeom prst="rect">
            <a:avLst/>
          </a:prstGeom>
          <a:solidFill>
            <a:schemeClr val="accent3"/>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9" name="Google Shape;1179;p191"/>
          <p:cNvSpPr txBox="1"/>
          <p:nvPr>
            <p:ph idx="4" type="body"/>
          </p:nvPr>
        </p:nvSpPr>
        <p:spPr>
          <a:xfrm rot="5400000">
            <a:off x="10157278" y="4645476"/>
            <a:ext cx="2322285" cy="781960"/>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0" name="Google Shape;1180;p191"/>
          <p:cNvSpPr txBox="1"/>
          <p:nvPr>
            <p:ph idx="5" type="body"/>
          </p:nvPr>
        </p:nvSpPr>
        <p:spPr>
          <a:xfrm>
            <a:off x="1264560" y="1572039"/>
            <a:ext cx="4025897" cy="2303049"/>
          </a:xfrm>
          <a:prstGeom prst="rect">
            <a:avLst/>
          </a:prstGeom>
          <a:noFill/>
          <a:ln>
            <a:noFill/>
          </a:ln>
        </p:spPr>
        <p:txBody>
          <a:bodyPr anchorCtr="0" anchor="t" bIns="45700" lIns="91425" spcFirstLastPara="1" rIns="0"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1" name="Google Shape;1181;p191"/>
          <p:cNvSpPr txBox="1"/>
          <p:nvPr>
            <p:ph idx="6" type="body"/>
          </p:nvPr>
        </p:nvSpPr>
        <p:spPr>
          <a:xfrm>
            <a:off x="1264560" y="3894550"/>
            <a:ext cx="4025897" cy="2303049"/>
          </a:xfrm>
          <a:prstGeom prst="rect">
            <a:avLst/>
          </a:prstGeom>
          <a:noFill/>
          <a:ln>
            <a:noFill/>
          </a:ln>
        </p:spPr>
        <p:txBody>
          <a:bodyPr anchorCtr="0" anchor="t" bIns="45700" lIns="91425" spcFirstLastPara="1" rIns="0"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2" name="Google Shape;1182;p191"/>
          <p:cNvSpPr txBox="1"/>
          <p:nvPr>
            <p:ph idx="7" type="body"/>
          </p:nvPr>
        </p:nvSpPr>
        <p:spPr>
          <a:xfrm>
            <a:off x="6900862" y="1572039"/>
            <a:ext cx="4026578" cy="2303049"/>
          </a:xfrm>
          <a:prstGeom prst="rect">
            <a:avLst/>
          </a:prstGeom>
          <a:noFill/>
          <a:ln>
            <a:noFill/>
          </a:ln>
        </p:spPr>
        <p:txBody>
          <a:bodyPr anchorCtr="0" anchor="t" bIns="45700" lIns="91425" spcFirstLastPara="1" rIns="0"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3" name="Google Shape;1183;p191"/>
          <p:cNvSpPr txBox="1"/>
          <p:nvPr>
            <p:ph idx="8" type="body"/>
          </p:nvPr>
        </p:nvSpPr>
        <p:spPr>
          <a:xfrm>
            <a:off x="6900862" y="3894550"/>
            <a:ext cx="4026578" cy="2303049"/>
          </a:xfrm>
          <a:prstGeom prst="rect">
            <a:avLst/>
          </a:prstGeom>
          <a:noFill/>
          <a:ln>
            <a:noFill/>
          </a:ln>
        </p:spPr>
        <p:txBody>
          <a:bodyPr anchorCtr="0" anchor="t" bIns="45700" lIns="91425" spcFirstLastPara="1" rIns="0"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4" name="Google Shape;1184;p191"/>
          <p:cNvSpPr/>
          <p:nvPr>
            <p:ph idx="9" type="body"/>
          </p:nvPr>
        </p:nvSpPr>
        <p:spPr>
          <a:xfrm>
            <a:off x="5291138" y="3060700"/>
            <a:ext cx="1609725" cy="1611313"/>
          </a:xfrm>
          <a:prstGeom prst="ellipse">
            <a:avLst/>
          </a:prstGeom>
          <a:solidFill>
            <a:schemeClr val="lt1"/>
          </a:solidFill>
          <a:ln cap="flat" cmpd="sng" w="9525">
            <a:solidFill>
              <a:srgbClr val="D8D8D8"/>
            </a:solidFill>
            <a:prstDash val="solid"/>
            <a:round/>
            <a:headEnd len="sm" w="sm" type="none"/>
            <a:tailEnd len="sm" w="sm" type="none"/>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accent5"/>
              </a:buClr>
              <a:buSzPts val="2000"/>
              <a:buNone/>
              <a:defRPr b="1" sz="2000" cap="none">
                <a:solidFill>
                  <a:schemeClr val="accent5"/>
                </a:solidFill>
              </a:defRPr>
            </a:lvl1pPr>
            <a:lvl2pPr indent="-228600" lvl="1" marL="914400" algn="ctr">
              <a:lnSpc>
                <a:spcPct val="90000"/>
              </a:lnSpc>
              <a:spcBef>
                <a:spcPts val="500"/>
              </a:spcBef>
              <a:spcAft>
                <a:spcPts val="0"/>
              </a:spcAft>
              <a:buClr>
                <a:schemeClr val="dk1"/>
              </a:buClr>
              <a:buSzPts val="2400"/>
              <a:buNone/>
              <a:defRPr/>
            </a:lvl2pPr>
            <a:lvl3pPr indent="-228600" lvl="2" marL="1371600" algn="ctr">
              <a:lnSpc>
                <a:spcPct val="90000"/>
              </a:lnSpc>
              <a:spcBef>
                <a:spcPts val="500"/>
              </a:spcBef>
              <a:spcAft>
                <a:spcPts val="0"/>
              </a:spcAft>
              <a:buClr>
                <a:schemeClr val="dk1"/>
              </a:buClr>
              <a:buSzPts val="2000"/>
              <a:buNone/>
              <a:defRPr/>
            </a:lvl3pPr>
            <a:lvl4pPr indent="-228600" lvl="3" marL="1828800" algn="ctr">
              <a:lnSpc>
                <a:spcPct val="90000"/>
              </a:lnSpc>
              <a:spcBef>
                <a:spcPts val="500"/>
              </a:spcBef>
              <a:spcAft>
                <a:spcPts val="0"/>
              </a:spcAft>
              <a:buClr>
                <a:schemeClr val="dk1"/>
              </a:buClr>
              <a:buSzPts val="1800"/>
              <a:buNone/>
              <a:defRPr/>
            </a:lvl4pPr>
            <a:lvl5pPr indent="-228600" lvl="4" marL="2286000" algn="ctr">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185" name="Google Shape;1185;p191"/>
          <p:cNvGrpSpPr/>
          <p:nvPr/>
        </p:nvGrpSpPr>
        <p:grpSpPr>
          <a:xfrm>
            <a:off x="0" y="6766560"/>
            <a:ext cx="12192000" cy="91440"/>
            <a:chOff x="0" y="4480421"/>
            <a:chExt cx="12192000" cy="91440"/>
          </a:xfrm>
        </p:grpSpPr>
        <p:sp>
          <p:nvSpPr>
            <p:cNvPr id="1186" name="Google Shape;1186;p191"/>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7" name="Google Shape;1187;p191"/>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8" name="Google Shape;1188;p191"/>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9" name="Google Shape;1189;p191"/>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0" name="Google Shape;1190;p191"/>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rix 4">
  <p:cSld name="matrix 4">
    <p:spTree>
      <p:nvGrpSpPr>
        <p:cNvPr id="1191" name="Shape 1191"/>
        <p:cNvGrpSpPr/>
        <p:nvPr/>
      </p:nvGrpSpPr>
      <p:grpSpPr>
        <a:xfrm>
          <a:off x="0" y="0"/>
          <a:ext cx="0" cy="0"/>
          <a:chOff x="0" y="0"/>
          <a:chExt cx="0" cy="0"/>
        </a:xfrm>
      </p:grpSpPr>
      <p:sp>
        <p:nvSpPr>
          <p:cNvPr id="1192" name="Google Shape;1192;p192"/>
          <p:cNvSpPr/>
          <p:nvPr>
            <p:ph idx="1" type="body"/>
          </p:nvPr>
        </p:nvSpPr>
        <p:spPr>
          <a:xfrm rot="-5400000">
            <a:off x="-127688" y="2741910"/>
            <a:ext cx="2002536" cy="781960"/>
          </a:xfrm>
          <a:prstGeom prst="snip1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3" name="Google Shape;1193;p192"/>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4" name="Google Shape;1194;p192"/>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5" name="Google Shape;1195;p192"/>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6" name="Google Shape;1196;p192"/>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7" name="Google Shape;1197;p192"/>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98" name="Google Shape;1198;p192"/>
          <p:cNvSpPr/>
          <p:nvPr/>
        </p:nvSpPr>
        <p:spPr>
          <a:xfrm>
            <a:off x="1264559" y="2056884"/>
            <a:ext cx="5222421" cy="2077562"/>
          </a:xfrm>
          <a:prstGeom prst="rect">
            <a:avLst/>
          </a:prstGeom>
          <a:solidFill>
            <a:srgbClr val="D8D8D8"/>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9" name="Google Shape;1199;p192"/>
          <p:cNvSpPr/>
          <p:nvPr/>
        </p:nvSpPr>
        <p:spPr>
          <a:xfrm>
            <a:off x="1264559" y="4134447"/>
            <a:ext cx="5222421" cy="2077562"/>
          </a:xfrm>
          <a:prstGeom prst="rect">
            <a:avLst/>
          </a:prstGeom>
          <a:solidFill>
            <a:srgbClr val="F2F2F2"/>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0" name="Google Shape;1200;p192"/>
          <p:cNvSpPr/>
          <p:nvPr/>
        </p:nvSpPr>
        <p:spPr>
          <a:xfrm>
            <a:off x="6486980" y="2056884"/>
            <a:ext cx="5222421" cy="2077562"/>
          </a:xfrm>
          <a:prstGeom prst="rect">
            <a:avLst/>
          </a:prstGeom>
          <a:solidFill>
            <a:srgbClr val="F2F2F2"/>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1" name="Google Shape;1201;p192"/>
          <p:cNvSpPr/>
          <p:nvPr/>
        </p:nvSpPr>
        <p:spPr>
          <a:xfrm>
            <a:off x="6486980" y="4134447"/>
            <a:ext cx="5222421" cy="2077562"/>
          </a:xfrm>
          <a:prstGeom prst="rect">
            <a:avLst/>
          </a:prstGeom>
          <a:solidFill>
            <a:srgbClr val="D8D8D8"/>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2" name="Google Shape;1202;p192"/>
          <p:cNvSpPr/>
          <p:nvPr>
            <p:ph idx="2" type="body"/>
          </p:nvPr>
        </p:nvSpPr>
        <p:spPr>
          <a:xfrm rot="-5400000">
            <a:off x="-165203" y="4782246"/>
            <a:ext cx="2077565" cy="781960"/>
          </a:xfrm>
          <a:prstGeom prst="snip1Rect">
            <a:avLst>
              <a:gd fmla="val 16667" name="adj"/>
            </a:avLst>
          </a:prstGeom>
          <a:solidFill>
            <a:schemeClr val="accent2"/>
          </a:solidFill>
          <a:ln cap="flat" cmpd="sng" w="9525">
            <a:solidFill>
              <a:schemeClr val="accent2"/>
            </a:solidFill>
            <a:prstDash val="solid"/>
            <a:round/>
            <a:headEnd len="sm" w="sm" type="none"/>
            <a:tailEnd len="sm" w="sm" type="none"/>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3" name="Google Shape;1203;p192"/>
          <p:cNvSpPr/>
          <p:nvPr>
            <p:ph idx="3" type="body"/>
          </p:nvPr>
        </p:nvSpPr>
        <p:spPr>
          <a:xfrm>
            <a:off x="1264560" y="1359189"/>
            <a:ext cx="5222420" cy="772434"/>
          </a:xfrm>
          <a:prstGeom prst="snip1Rect">
            <a:avLst>
              <a:gd fmla="val 16667" name="adj"/>
            </a:avLst>
          </a:prstGeom>
          <a:solidFill>
            <a:schemeClr val="accent4"/>
          </a:solidFill>
          <a:ln cap="flat" cmpd="sng" w="9525">
            <a:solidFill>
              <a:schemeClr val="accent4"/>
            </a:solidFill>
            <a:prstDash val="solid"/>
            <a:round/>
            <a:headEnd len="sm" w="sm" type="none"/>
            <a:tailEnd len="sm" w="sm" type="none"/>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4" name="Google Shape;1204;p192"/>
          <p:cNvSpPr/>
          <p:nvPr>
            <p:ph idx="4" type="body"/>
          </p:nvPr>
        </p:nvSpPr>
        <p:spPr>
          <a:xfrm>
            <a:off x="6486980" y="1359189"/>
            <a:ext cx="5222420" cy="772434"/>
          </a:xfrm>
          <a:prstGeom prst="snip1Rect">
            <a:avLst>
              <a:gd fmla="val 16667" name="adj"/>
            </a:avLst>
          </a:prstGeom>
          <a:solidFill>
            <a:schemeClr val="accent3"/>
          </a:solidFill>
          <a:ln cap="flat" cmpd="sng" w="9525">
            <a:solidFill>
              <a:schemeClr val="accent3"/>
            </a:solidFill>
            <a:prstDash val="solid"/>
            <a:round/>
            <a:headEnd len="sm" w="sm" type="none"/>
            <a:tailEnd len="sm" w="sm" type="none"/>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5" name="Google Shape;1205;p192"/>
          <p:cNvSpPr txBox="1"/>
          <p:nvPr>
            <p:ph idx="5" type="body"/>
          </p:nvPr>
        </p:nvSpPr>
        <p:spPr>
          <a:xfrm>
            <a:off x="1264560" y="4153457"/>
            <a:ext cx="5222420" cy="2058552"/>
          </a:xfrm>
          <a:prstGeom prst="rect">
            <a:avLst/>
          </a:prstGeom>
          <a:noFill/>
          <a:ln>
            <a:noFill/>
          </a:ln>
        </p:spPr>
        <p:txBody>
          <a:bodyPr anchorCtr="0" anchor="t" bIns="45700" lIns="91425" spcFirstLastPara="1" rIns="18287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6" name="Google Shape;1206;p192"/>
          <p:cNvSpPr txBox="1"/>
          <p:nvPr>
            <p:ph idx="6" type="body"/>
          </p:nvPr>
        </p:nvSpPr>
        <p:spPr>
          <a:xfrm>
            <a:off x="6486980" y="2150632"/>
            <a:ext cx="5222420" cy="1983812"/>
          </a:xfrm>
          <a:prstGeom prst="rect">
            <a:avLst/>
          </a:prstGeom>
          <a:noFill/>
          <a:ln>
            <a:noFill/>
          </a:ln>
        </p:spPr>
        <p:txBody>
          <a:bodyPr anchorCtr="0" anchor="t" bIns="45700" lIns="91425" spcFirstLastPara="1" rIns="18287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7" name="Google Shape;1207;p192"/>
          <p:cNvSpPr txBox="1"/>
          <p:nvPr>
            <p:ph idx="7" type="body"/>
          </p:nvPr>
        </p:nvSpPr>
        <p:spPr>
          <a:xfrm>
            <a:off x="6486980" y="4153457"/>
            <a:ext cx="5222420" cy="2058552"/>
          </a:xfrm>
          <a:prstGeom prst="rect">
            <a:avLst/>
          </a:prstGeom>
          <a:noFill/>
          <a:ln>
            <a:noFill/>
          </a:ln>
        </p:spPr>
        <p:txBody>
          <a:bodyPr anchorCtr="0" anchor="t" bIns="45700" lIns="91425" spcFirstLastPara="1" rIns="18287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8" name="Google Shape;1208;p192"/>
          <p:cNvSpPr txBox="1"/>
          <p:nvPr>
            <p:ph idx="8" type="body"/>
          </p:nvPr>
        </p:nvSpPr>
        <p:spPr>
          <a:xfrm>
            <a:off x="1264560" y="2150632"/>
            <a:ext cx="5222420" cy="1983812"/>
          </a:xfrm>
          <a:prstGeom prst="rect">
            <a:avLst/>
          </a:prstGeom>
          <a:noFill/>
          <a:ln>
            <a:noFill/>
          </a:ln>
        </p:spPr>
        <p:txBody>
          <a:bodyPr anchorCtr="0" anchor="t" bIns="45700" lIns="91425" spcFirstLastPara="1" rIns="182875" wrap="square" tIns="182875">
            <a:normAutofit/>
          </a:bodyPr>
          <a:lstStyle>
            <a:lvl1pPr indent="-381000" lvl="0" marL="457200" algn="l">
              <a:lnSpc>
                <a:spcPct val="90000"/>
              </a:lnSpc>
              <a:spcBef>
                <a:spcPts val="1000"/>
              </a:spcBef>
              <a:spcAft>
                <a:spcPts val="0"/>
              </a:spcAft>
              <a:buClr>
                <a:srgbClr val="647681"/>
              </a:buClr>
              <a:buSzPts val="2400"/>
              <a:buChar char="•"/>
              <a:defRPr sz="2400">
                <a:solidFill>
                  <a:srgbClr val="647681"/>
                </a:solidFill>
              </a:defRPr>
            </a:lvl1pPr>
            <a:lvl2pPr indent="-355600" lvl="1" marL="914400" algn="l">
              <a:lnSpc>
                <a:spcPct val="90000"/>
              </a:lnSpc>
              <a:spcBef>
                <a:spcPts val="500"/>
              </a:spcBef>
              <a:spcAft>
                <a:spcPts val="0"/>
              </a:spcAft>
              <a:buClr>
                <a:srgbClr val="647681"/>
              </a:buClr>
              <a:buSzPts val="2000"/>
              <a:buChar char="•"/>
              <a:defRPr sz="2000">
                <a:solidFill>
                  <a:srgbClr val="647681"/>
                </a:solidFill>
              </a:defRPr>
            </a:lvl2pPr>
            <a:lvl3pPr indent="-342900" lvl="2" marL="1371600" algn="l">
              <a:lnSpc>
                <a:spcPct val="90000"/>
              </a:lnSpc>
              <a:spcBef>
                <a:spcPts val="500"/>
              </a:spcBef>
              <a:spcAft>
                <a:spcPts val="0"/>
              </a:spcAft>
              <a:buClr>
                <a:srgbClr val="647681"/>
              </a:buClr>
              <a:buSzPts val="1800"/>
              <a:buChar char="•"/>
              <a:defRPr sz="1800">
                <a:solidFill>
                  <a:srgbClr val="647681"/>
                </a:solidFill>
              </a:defRPr>
            </a:lvl3pPr>
            <a:lvl4pPr indent="-330200" lvl="3" marL="1828800" algn="l">
              <a:lnSpc>
                <a:spcPct val="90000"/>
              </a:lnSpc>
              <a:spcBef>
                <a:spcPts val="500"/>
              </a:spcBef>
              <a:spcAft>
                <a:spcPts val="0"/>
              </a:spcAft>
              <a:buClr>
                <a:srgbClr val="647681"/>
              </a:buClr>
              <a:buSzPts val="1600"/>
              <a:buChar char="•"/>
              <a:defRPr sz="1600">
                <a:solidFill>
                  <a:srgbClr val="647681"/>
                </a:solidFill>
              </a:defRPr>
            </a:lvl4pPr>
            <a:lvl5pPr indent="-330200" lvl="4" marL="2286000" algn="l">
              <a:lnSpc>
                <a:spcPct val="90000"/>
              </a:lnSpc>
              <a:spcBef>
                <a:spcPts val="500"/>
              </a:spcBef>
              <a:spcAft>
                <a:spcPts val="0"/>
              </a:spcAft>
              <a:buClr>
                <a:srgbClr val="647681"/>
              </a:buClr>
              <a:buSzPts val="1600"/>
              <a:buChar char="•"/>
              <a:defRPr sz="1600">
                <a:solidFill>
                  <a:srgbClr val="64768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209" name="Google Shape;1209;p192"/>
          <p:cNvGrpSpPr/>
          <p:nvPr/>
        </p:nvGrpSpPr>
        <p:grpSpPr>
          <a:xfrm>
            <a:off x="0" y="6766560"/>
            <a:ext cx="12192000" cy="91440"/>
            <a:chOff x="0" y="4480421"/>
            <a:chExt cx="12192000" cy="91440"/>
          </a:xfrm>
        </p:grpSpPr>
        <p:sp>
          <p:nvSpPr>
            <p:cNvPr id="1210" name="Google Shape;1210;p192"/>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1" name="Google Shape;1211;p192"/>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2" name="Google Shape;1212;p192"/>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3" name="Google Shape;1213;p192"/>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4" name="Google Shape;1214;p19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p:cSld name="swot">
    <p:spTree>
      <p:nvGrpSpPr>
        <p:cNvPr id="1215" name="Shape 1215"/>
        <p:cNvGrpSpPr/>
        <p:nvPr/>
      </p:nvGrpSpPr>
      <p:grpSpPr>
        <a:xfrm>
          <a:off x="0" y="0"/>
          <a:ext cx="0" cy="0"/>
          <a:chOff x="0" y="0"/>
          <a:chExt cx="0" cy="0"/>
        </a:xfrm>
      </p:grpSpPr>
      <p:sp>
        <p:nvSpPr>
          <p:cNvPr id="1216" name="Google Shape;1216;p19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7" name="Google Shape;1217;p19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8" name="Google Shape;1218;p193"/>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9" name="Google Shape;1219;p19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0" name="Google Shape;1220;p19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1221" name="Google Shape;1221;p193"/>
          <p:cNvGrpSpPr/>
          <p:nvPr/>
        </p:nvGrpSpPr>
        <p:grpSpPr>
          <a:xfrm>
            <a:off x="3743557" y="1545751"/>
            <a:ext cx="4704887" cy="4666258"/>
            <a:chOff x="1581543" y="1298448"/>
            <a:chExt cx="4704887" cy="4666258"/>
          </a:xfrm>
        </p:grpSpPr>
        <p:grpSp>
          <p:nvGrpSpPr>
            <p:cNvPr id="1222" name="Google Shape;1222;p193"/>
            <p:cNvGrpSpPr/>
            <p:nvPr/>
          </p:nvGrpSpPr>
          <p:grpSpPr>
            <a:xfrm>
              <a:off x="1581543" y="1298448"/>
              <a:ext cx="2266926" cy="4662029"/>
              <a:chOff x="1581543" y="1298448"/>
              <a:chExt cx="2266926" cy="4662029"/>
            </a:xfrm>
          </p:grpSpPr>
          <p:sp>
            <p:nvSpPr>
              <p:cNvPr id="1223" name="Google Shape;1223;p193"/>
              <p:cNvSpPr/>
              <p:nvPr/>
            </p:nvSpPr>
            <p:spPr>
              <a:xfrm rot="5400000">
                <a:off x="1581543" y="1298448"/>
                <a:ext cx="2266926" cy="2266926"/>
              </a:xfrm>
              <a:prstGeom prst="teardrop">
                <a:avLst>
                  <a:gd fmla="val 10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4" name="Google Shape;1224;p193"/>
              <p:cNvSpPr/>
              <p:nvPr/>
            </p:nvSpPr>
            <p:spPr>
              <a:xfrm>
                <a:off x="1581543" y="3693551"/>
                <a:ext cx="2266926" cy="2266926"/>
              </a:xfrm>
              <a:prstGeom prst="teardrop">
                <a:avLst>
                  <a:gd fmla="val 100000"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225" name="Google Shape;1225;p193"/>
            <p:cNvGrpSpPr/>
            <p:nvPr/>
          </p:nvGrpSpPr>
          <p:grpSpPr>
            <a:xfrm rot="10800000">
              <a:off x="4006919" y="1302677"/>
              <a:ext cx="2279511" cy="4662029"/>
              <a:chOff x="1581543" y="1298448"/>
              <a:chExt cx="2279511" cy="4662029"/>
            </a:xfrm>
          </p:grpSpPr>
          <p:sp>
            <p:nvSpPr>
              <p:cNvPr id="1226" name="Google Shape;1226;p193"/>
              <p:cNvSpPr/>
              <p:nvPr/>
            </p:nvSpPr>
            <p:spPr>
              <a:xfrm rot="5400000">
                <a:off x="1594128" y="1298448"/>
                <a:ext cx="2266926" cy="2266926"/>
              </a:xfrm>
              <a:prstGeom prst="teardrop">
                <a:avLst>
                  <a:gd fmla="val 10000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7" name="Google Shape;1227;p193"/>
              <p:cNvSpPr/>
              <p:nvPr/>
            </p:nvSpPr>
            <p:spPr>
              <a:xfrm>
                <a:off x="1581543" y="3693551"/>
                <a:ext cx="2266926" cy="2266926"/>
              </a:xfrm>
              <a:prstGeom prst="teardrop">
                <a:avLst>
                  <a:gd fmla="val 10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1228" name="Google Shape;1228;p193"/>
          <p:cNvSpPr/>
          <p:nvPr>
            <p:ph idx="1" type="body"/>
          </p:nvPr>
        </p:nvSpPr>
        <p:spPr>
          <a:xfrm>
            <a:off x="3914912" y="1721082"/>
            <a:ext cx="1920240" cy="1920240"/>
          </a:xfrm>
          <a:prstGeom prst="ellipse">
            <a:avLst/>
          </a:prstGeom>
          <a:solidFill>
            <a:srgbClr val="F2F2F2"/>
          </a:solidFill>
          <a:ln cap="flat" cmpd="sng" w="28575">
            <a:solidFill>
              <a:srgbClr val="006F99"/>
            </a:solidFill>
            <a:prstDash val="solid"/>
            <a:round/>
            <a:headEnd len="sm" w="sm" type="none"/>
            <a:tailEnd len="sm" w="sm" type="none"/>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9" name="Google Shape;1229;p193"/>
          <p:cNvSpPr/>
          <p:nvPr>
            <p:ph idx="2" type="body"/>
          </p:nvPr>
        </p:nvSpPr>
        <p:spPr>
          <a:xfrm>
            <a:off x="6344264" y="1721082"/>
            <a:ext cx="1920240" cy="1920240"/>
          </a:xfrm>
          <a:prstGeom prst="ellipse">
            <a:avLst/>
          </a:prstGeom>
          <a:solidFill>
            <a:srgbClr val="F2F2F2"/>
          </a:solidFill>
          <a:ln cap="flat" cmpd="sng" w="28575">
            <a:solidFill>
              <a:srgbClr val="D4530F"/>
            </a:solidFill>
            <a:prstDash val="solid"/>
            <a:round/>
            <a:headEnd len="sm" w="sm" type="none"/>
            <a:tailEnd len="sm" w="sm" type="none"/>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0" name="Google Shape;1230;p193"/>
          <p:cNvSpPr/>
          <p:nvPr>
            <p:ph idx="3" type="body"/>
          </p:nvPr>
        </p:nvSpPr>
        <p:spPr>
          <a:xfrm>
            <a:off x="3914912" y="4116185"/>
            <a:ext cx="1920240" cy="1920240"/>
          </a:xfrm>
          <a:prstGeom prst="ellipse">
            <a:avLst/>
          </a:prstGeom>
          <a:solidFill>
            <a:srgbClr val="F2F2F2"/>
          </a:solidFill>
          <a:ln cap="flat" cmpd="sng" w="28575">
            <a:solidFill>
              <a:srgbClr val="5C8514"/>
            </a:solidFill>
            <a:prstDash val="solid"/>
            <a:round/>
            <a:headEnd len="sm" w="sm" type="none"/>
            <a:tailEnd len="sm" w="sm" type="none"/>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1" name="Google Shape;1231;p193"/>
          <p:cNvSpPr/>
          <p:nvPr>
            <p:ph idx="4" type="body"/>
          </p:nvPr>
        </p:nvSpPr>
        <p:spPr>
          <a:xfrm>
            <a:off x="6344264" y="4116185"/>
            <a:ext cx="1920240" cy="1920240"/>
          </a:xfrm>
          <a:prstGeom prst="ellipse">
            <a:avLst/>
          </a:prstGeom>
          <a:solidFill>
            <a:srgbClr val="F2F2F2"/>
          </a:solidFill>
          <a:ln cap="flat" cmpd="sng" w="28575">
            <a:solidFill>
              <a:srgbClr val="750D11"/>
            </a:solidFill>
            <a:prstDash val="solid"/>
            <a:round/>
            <a:headEnd len="sm" w="sm" type="none"/>
            <a:tailEnd len="sm" w="sm" type="none"/>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2" name="Google Shape;1232;p193"/>
          <p:cNvSpPr txBox="1"/>
          <p:nvPr/>
        </p:nvSpPr>
        <p:spPr>
          <a:xfrm>
            <a:off x="5589515" y="3234004"/>
            <a:ext cx="402674"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C2EDFF"/>
                </a:solidFill>
                <a:latin typeface="Calibri"/>
                <a:ea typeface="Calibri"/>
                <a:cs typeface="Calibri"/>
                <a:sym typeface="Calibri"/>
              </a:rPr>
              <a:t>S</a:t>
            </a:r>
            <a:endParaRPr/>
          </a:p>
        </p:txBody>
      </p:sp>
      <p:sp>
        <p:nvSpPr>
          <p:cNvPr id="1233" name="Google Shape;1233;p193"/>
          <p:cNvSpPr txBox="1"/>
          <p:nvPr/>
        </p:nvSpPr>
        <p:spPr>
          <a:xfrm>
            <a:off x="6129361" y="3234004"/>
            <a:ext cx="603050"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F9CAB1"/>
                </a:solidFill>
                <a:latin typeface="Calibri"/>
                <a:ea typeface="Calibri"/>
                <a:cs typeface="Calibri"/>
                <a:sym typeface="Calibri"/>
              </a:rPr>
              <a:t>W</a:t>
            </a:r>
            <a:endParaRPr/>
          </a:p>
        </p:txBody>
      </p:sp>
      <p:sp>
        <p:nvSpPr>
          <p:cNvPr id="1234" name="Google Shape;1234;p193"/>
          <p:cNvSpPr txBox="1"/>
          <p:nvPr/>
        </p:nvSpPr>
        <p:spPr>
          <a:xfrm>
            <a:off x="5522791" y="3892735"/>
            <a:ext cx="497252"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CEEF93"/>
                </a:solidFill>
                <a:latin typeface="Calibri"/>
                <a:ea typeface="Calibri"/>
                <a:cs typeface="Calibri"/>
                <a:sym typeface="Calibri"/>
              </a:rPr>
              <a:t>O</a:t>
            </a:r>
            <a:endParaRPr/>
          </a:p>
        </p:txBody>
      </p:sp>
      <p:sp>
        <p:nvSpPr>
          <p:cNvPr id="1235" name="Google Shape;1235;p193"/>
          <p:cNvSpPr txBox="1"/>
          <p:nvPr/>
        </p:nvSpPr>
        <p:spPr>
          <a:xfrm>
            <a:off x="6211921" y="3892735"/>
            <a:ext cx="413896"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F9C1C3"/>
                </a:solidFill>
                <a:latin typeface="Calibri"/>
                <a:ea typeface="Calibri"/>
                <a:cs typeface="Calibri"/>
                <a:sym typeface="Calibri"/>
              </a:rPr>
              <a:t>T</a:t>
            </a:r>
            <a:endParaRPr/>
          </a:p>
        </p:txBody>
      </p:sp>
      <p:grpSp>
        <p:nvGrpSpPr>
          <p:cNvPr id="1236" name="Google Shape;1236;p193"/>
          <p:cNvGrpSpPr/>
          <p:nvPr/>
        </p:nvGrpSpPr>
        <p:grpSpPr>
          <a:xfrm>
            <a:off x="0" y="6766560"/>
            <a:ext cx="12192000" cy="91440"/>
            <a:chOff x="0" y="4480421"/>
            <a:chExt cx="12192000" cy="91440"/>
          </a:xfrm>
        </p:grpSpPr>
        <p:sp>
          <p:nvSpPr>
            <p:cNvPr id="1237" name="Google Shape;1237;p19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8" name="Google Shape;1238;p19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9" name="Google Shape;1239;p19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0" name="Google Shape;1240;p19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1" name="Google Shape;1241;p19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strengths">
  <p:cSld name="swot strengths">
    <p:spTree>
      <p:nvGrpSpPr>
        <p:cNvPr id="1242" name="Shape 1242"/>
        <p:cNvGrpSpPr/>
        <p:nvPr/>
      </p:nvGrpSpPr>
      <p:grpSpPr>
        <a:xfrm>
          <a:off x="0" y="0"/>
          <a:ext cx="0" cy="0"/>
          <a:chOff x="0" y="0"/>
          <a:chExt cx="0" cy="0"/>
        </a:xfrm>
      </p:grpSpPr>
      <p:sp>
        <p:nvSpPr>
          <p:cNvPr id="1243" name="Google Shape;1243;p194"/>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4" name="Google Shape;1244;p194"/>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5" name="Google Shape;1245;p194"/>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6" name="Google Shape;1246;p194"/>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7" name="Google Shape;1247;p19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248" name="Google Shape;1248;p194"/>
          <p:cNvSpPr/>
          <p:nvPr/>
        </p:nvSpPr>
        <p:spPr>
          <a:xfrm rot="5400000">
            <a:off x="8270775" y="2746872"/>
            <a:ext cx="2266926" cy="2266926"/>
          </a:xfrm>
          <a:prstGeom prst="teardrop">
            <a:avLst>
              <a:gd fmla="val 10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9" name="Google Shape;1249;p194"/>
          <p:cNvSpPr/>
          <p:nvPr>
            <p:ph idx="1" type="body"/>
          </p:nvPr>
        </p:nvSpPr>
        <p:spPr>
          <a:xfrm>
            <a:off x="8429224" y="2922203"/>
            <a:ext cx="1920240" cy="1920240"/>
          </a:xfrm>
          <a:prstGeom prst="ellipse">
            <a:avLst/>
          </a:prstGeom>
          <a:solidFill>
            <a:srgbClr val="F2F2F2"/>
          </a:solidFill>
          <a:ln cap="flat" cmpd="sng" w="28575">
            <a:solidFill>
              <a:srgbClr val="006F99"/>
            </a:solidFill>
            <a:prstDash val="solid"/>
            <a:round/>
            <a:headEnd len="sm" w="sm" type="none"/>
            <a:tailEnd len="sm" w="sm" type="none"/>
          </a:ln>
        </p:spPr>
        <p:txBody>
          <a:bodyPr anchorCtr="0" anchor="t" bIns="45700" lIns="0" spcFirstLastPara="1" rIns="0" wrap="square" tIns="45700">
            <a:normAutofit/>
          </a:bodyPr>
          <a:lstStyle>
            <a:lvl1pPr indent="-228600" lvl="0" marL="457200" algn="ctr">
              <a:lnSpc>
                <a:spcPct val="90000"/>
              </a:lnSpc>
              <a:spcBef>
                <a:spcPts val="1000"/>
              </a:spcBef>
              <a:spcAft>
                <a:spcPts val="0"/>
              </a:spcAft>
              <a:buClr>
                <a:schemeClr val="dk1"/>
              </a:buClr>
              <a:buSzPts val="1600"/>
              <a:buFont typeface="Arial"/>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0" name="Google Shape;1250;p194"/>
          <p:cNvSpPr txBox="1"/>
          <p:nvPr/>
        </p:nvSpPr>
        <p:spPr>
          <a:xfrm>
            <a:off x="10177919" y="4431556"/>
            <a:ext cx="402674"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C2EDFF"/>
                </a:solidFill>
                <a:latin typeface="Calibri"/>
                <a:ea typeface="Calibri"/>
                <a:cs typeface="Calibri"/>
                <a:sym typeface="Calibri"/>
              </a:rPr>
              <a:t>S</a:t>
            </a:r>
            <a:endParaRPr/>
          </a:p>
        </p:txBody>
      </p:sp>
      <p:sp>
        <p:nvSpPr>
          <p:cNvPr id="1251" name="Google Shape;1251;p194"/>
          <p:cNvSpPr/>
          <p:nvPr/>
        </p:nvSpPr>
        <p:spPr>
          <a:xfrm>
            <a:off x="9403917" y="5076110"/>
            <a:ext cx="1133784" cy="1133784"/>
          </a:xfrm>
          <a:prstGeom prst="teardrop">
            <a:avLst>
              <a:gd fmla="val 100000"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252" name="Google Shape;1252;p194"/>
          <p:cNvSpPr/>
          <p:nvPr/>
        </p:nvSpPr>
        <p:spPr>
          <a:xfrm rot="-5400000">
            <a:off x="10616948" y="5078225"/>
            <a:ext cx="1133784" cy="1133784"/>
          </a:xfrm>
          <a:prstGeom prst="teardrop">
            <a:avLst>
              <a:gd fmla="val 10000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253" name="Google Shape;1253;p194"/>
          <p:cNvSpPr/>
          <p:nvPr/>
        </p:nvSpPr>
        <p:spPr>
          <a:xfrm rot="10800000">
            <a:off x="10623242" y="3880335"/>
            <a:ext cx="1133784" cy="1133784"/>
          </a:xfrm>
          <a:prstGeom prst="teardrop">
            <a:avLst>
              <a:gd fmla="val 10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254" name="Google Shape;1254;p194"/>
          <p:cNvSpPr txBox="1"/>
          <p:nvPr/>
        </p:nvSpPr>
        <p:spPr>
          <a:xfrm>
            <a:off x="10559774" y="4699546"/>
            <a:ext cx="39466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F9CAB1"/>
                </a:solidFill>
                <a:latin typeface="Calibri"/>
                <a:ea typeface="Calibri"/>
                <a:cs typeface="Calibri"/>
                <a:sym typeface="Calibri"/>
              </a:rPr>
              <a:t>W</a:t>
            </a:r>
            <a:endParaRPr/>
          </a:p>
        </p:txBody>
      </p:sp>
      <p:sp>
        <p:nvSpPr>
          <p:cNvPr id="1255" name="Google Shape;1255;p194"/>
          <p:cNvSpPr txBox="1"/>
          <p:nvPr/>
        </p:nvSpPr>
        <p:spPr>
          <a:xfrm>
            <a:off x="10248055" y="5029005"/>
            <a:ext cx="340158"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CEEF93"/>
                </a:solidFill>
                <a:latin typeface="Calibri"/>
                <a:ea typeface="Calibri"/>
                <a:cs typeface="Calibri"/>
                <a:sym typeface="Calibri"/>
              </a:rPr>
              <a:t>O</a:t>
            </a:r>
            <a:endParaRPr/>
          </a:p>
        </p:txBody>
      </p:sp>
      <p:sp>
        <p:nvSpPr>
          <p:cNvPr id="1256" name="Google Shape;1256;p194"/>
          <p:cNvSpPr txBox="1"/>
          <p:nvPr/>
        </p:nvSpPr>
        <p:spPr>
          <a:xfrm>
            <a:off x="10592711" y="5029005"/>
            <a:ext cx="29848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F9C1C3"/>
                </a:solidFill>
                <a:latin typeface="Calibri"/>
                <a:ea typeface="Calibri"/>
                <a:cs typeface="Calibri"/>
                <a:sym typeface="Calibri"/>
              </a:rPr>
              <a:t>T</a:t>
            </a:r>
            <a:endParaRPr/>
          </a:p>
        </p:txBody>
      </p:sp>
      <p:sp>
        <p:nvSpPr>
          <p:cNvPr id="1257" name="Google Shape;1257;p194"/>
          <p:cNvSpPr txBox="1"/>
          <p:nvPr>
            <p:ph idx="2" type="body"/>
          </p:nvPr>
        </p:nvSpPr>
        <p:spPr>
          <a:xfrm>
            <a:off x="482600" y="2438400"/>
            <a:ext cx="7670800" cy="3771900"/>
          </a:xfrm>
          <a:prstGeom prst="rect">
            <a:avLst/>
          </a:prstGeom>
          <a:solidFill>
            <a:srgbClr val="F2F2F2"/>
          </a:solid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8" name="Google Shape;1258;p194"/>
          <p:cNvSpPr txBox="1"/>
          <p:nvPr>
            <p:ph idx="3" type="body"/>
          </p:nvPr>
        </p:nvSpPr>
        <p:spPr>
          <a:xfrm>
            <a:off x="482600" y="1709857"/>
            <a:ext cx="7670800" cy="498733"/>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259" name="Google Shape;1259;p194"/>
          <p:cNvGrpSpPr/>
          <p:nvPr/>
        </p:nvGrpSpPr>
        <p:grpSpPr>
          <a:xfrm>
            <a:off x="0" y="6766560"/>
            <a:ext cx="12192000" cy="91440"/>
            <a:chOff x="0" y="4480421"/>
            <a:chExt cx="12192000" cy="91440"/>
          </a:xfrm>
        </p:grpSpPr>
        <p:sp>
          <p:nvSpPr>
            <p:cNvPr id="1260" name="Google Shape;1260;p194"/>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1" name="Google Shape;1261;p194"/>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2" name="Google Shape;1262;p194"/>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3" name="Google Shape;1263;p194"/>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4" name="Google Shape;1264;p194"/>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weaknesses">
  <p:cSld name="swot weaknesses">
    <p:spTree>
      <p:nvGrpSpPr>
        <p:cNvPr id="1265" name="Shape 1265"/>
        <p:cNvGrpSpPr/>
        <p:nvPr/>
      </p:nvGrpSpPr>
      <p:grpSpPr>
        <a:xfrm>
          <a:off x="0" y="0"/>
          <a:ext cx="0" cy="0"/>
          <a:chOff x="0" y="0"/>
          <a:chExt cx="0" cy="0"/>
        </a:xfrm>
      </p:grpSpPr>
      <p:sp>
        <p:nvSpPr>
          <p:cNvPr id="1266" name="Google Shape;1266;p19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7" name="Google Shape;1267;p19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8" name="Google Shape;1268;p195"/>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9" name="Google Shape;1269;p19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0" name="Google Shape;1270;p19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271" name="Google Shape;1271;p195"/>
          <p:cNvSpPr txBox="1"/>
          <p:nvPr>
            <p:ph idx="1" type="body"/>
          </p:nvPr>
        </p:nvSpPr>
        <p:spPr>
          <a:xfrm>
            <a:off x="4038600" y="2438400"/>
            <a:ext cx="7670800" cy="3771900"/>
          </a:xfrm>
          <a:prstGeom prst="rect">
            <a:avLst/>
          </a:prstGeom>
          <a:solidFill>
            <a:srgbClr val="F2F2F2"/>
          </a:solid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2" name="Google Shape;1272;p195"/>
          <p:cNvSpPr txBox="1"/>
          <p:nvPr>
            <p:ph idx="2" type="body"/>
          </p:nvPr>
        </p:nvSpPr>
        <p:spPr>
          <a:xfrm>
            <a:off x="4038600" y="1673281"/>
            <a:ext cx="7670800" cy="498733"/>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3" name="Google Shape;1273;p195"/>
          <p:cNvSpPr/>
          <p:nvPr/>
        </p:nvSpPr>
        <p:spPr>
          <a:xfrm rot="5400000">
            <a:off x="278097" y="3889879"/>
            <a:ext cx="1132779" cy="1132290"/>
          </a:xfrm>
          <a:prstGeom prst="teardrop">
            <a:avLst>
              <a:gd fmla="val 10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4" name="Google Shape;1274;p195"/>
          <p:cNvSpPr/>
          <p:nvPr/>
        </p:nvSpPr>
        <p:spPr>
          <a:xfrm>
            <a:off x="272055" y="5086463"/>
            <a:ext cx="1132290" cy="1132779"/>
          </a:xfrm>
          <a:prstGeom prst="teardrop">
            <a:avLst>
              <a:gd fmla="val 100000"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5" name="Google Shape;1275;p195"/>
          <p:cNvSpPr/>
          <p:nvPr/>
        </p:nvSpPr>
        <p:spPr>
          <a:xfrm rot="-5400000">
            <a:off x="1483243" y="5088821"/>
            <a:ext cx="1132779" cy="1132290"/>
          </a:xfrm>
          <a:prstGeom prst="teardrop">
            <a:avLst>
              <a:gd fmla="val 10000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6" name="Google Shape;1276;p195"/>
          <p:cNvSpPr txBox="1"/>
          <p:nvPr/>
        </p:nvSpPr>
        <p:spPr>
          <a:xfrm>
            <a:off x="1099084" y="5029005"/>
            <a:ext cx="340158"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CEEF93"/>
                </a:solidFill>
                <a:latin typeface="Calibri"/>
                <a:ea typeface="Calibri"/>
                <a:cs typeface="Calibri"/>
                <a:sym typeface="Calibri"/>
              </a:rPr>
              <a:t>O</a:t>
            </a:r>
            <a:endParaRPr/>
          </a:p>
        </p:txBody>
      </p:sp>
      <p:sp>
        <p:nvSpPr>
          <p:cNvPr id="1277" name="Google Shape;1277;p195"/>
          <p:cNvSpPr txBox="1"/>
          <p:nvPr/>
        </p:nvSpPr>
        <p:spPr>
          <a:xfrm>
            <a:off x="1451557" y="5029005"/>
            <a:ext cx="29848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F9C1C3"/>
                </a:solidFill>
                <a:latin typeface="Calibri"/>
                <a:ea typeface="Calibri"/>
                <a:cs typeface="Calibri"/>
                <a:sym typeface="Calibri"/>
              </a:rPr>
              <a:t>T</a:t>
            </a:r>
            <a:endParaRPr/>
          </a:p>
        </p:txBody>
      </p:sp>
      <p:sp>
        <p:nvSpPr>
          <p:cNvPr id="1278" name="Google Shape;1278;p195"/>
          <p:cNvSpPr txBox="1"/>
          <p:nvPr/>
        </p:nvSpPr>
        <p:spPr>
          <a:xfrm>
            <a:off x="1122328" y="4707987"/>
            <a:ext cx="29367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C2EDFF"/>
                </a:solidFill>
                <a:latin typeface="Calibri"/>
                <a:ea typeface="Calibri"/>
                <a:cs typeface="Calibri"/>
                <a:sym typeface="Calibri"/>
              </a:rPr>
              <a:t>S</a:t>
            </a:r>
            <a:endParaRPr/>
          </a:p>
        </p:txBody>
      </p:sp>
      <p:sp>
        <p:nvSpPr>
          <p:cNvPr id="1279" name="Google Shape;1279;p195"/>
          <p:cNvSpPr/>
          <p:nvPr/>
        </p:nvSpPr>
        <p:spPr>
          <a:xfrm rot="10800000">
            <a:off x="1482315" y="2755337"/>
            <a:ext cx="2266926" cy="2266926"/>
          </a:xfrm>
          <a:prstGeom prst="teardrop">
            <a:avLst>
              <a:gd fmla="val 10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0" name="Google Shape;1280;p195"/>
          <p:cNvSpPr/>
          <p:nvPr>
            <p:ph idx="3" type="body"/>
          </p:nvPr>
        </p:nvSpPr>
        <p:spPr>
          <a:xfrm>
            <a:off x="1645061" y="2926439"/>
            <a:ext cx="1920240" cy="1920240"/>
          </a:xfrm>
          <a:prstGeom prst="ellipse">
            <a:avLst/>
          </a:prstGeom>
          <a:solidFill>
            <a:srgbClr val="F2F2F2"/>
          </a:solidFill>
          <a:ln cap="flat" cmpd="sng" w="28575">
            <a:solidFill>
              <a:srgbClr val="D4530F"/>
            </a:solidFill>
            <a:prstDash val="solid"/>
            <a:round/>
            <a:headEnd len="sm" w="sm" type="none"/>
            <a:tailEnd len="sm" w="sm" type="none"/>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1" name="Google Shape;1281;p195"/>
          <p:cNvSpPr txBox="1"/>
          <p:nvPr/>
        </p:nvSpPr>
        <p:spPr>
          <a:xfrm>
            <a:off x="1434976" y="4496336"/>
            <a:ext cx="603050"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F9CAB1"/>
                </a:solidFill>
                <a:latin typeface="Calibri"/>
                <a:ea typeface="Calibri"/>
                <a:cs typeface="Calibri"/>
                <a:sym typeface="Calibri"/>
              </a:rPr>
              <a:t>W</a:t>
            </a:r>
            <a:endParaRPr/>
          </a:p>
        </p:txBody>
      </p:sp>
      <p:grpSp>
        <p:nvGrpSpPr>
          <p:cNvPr id="1282" name="Google Shape;1282;p195"/>
          <p:cNvGrpSpPr/>
          <p:nvPr/>
        </p:nvGrpSpPr>
        <p:grpSpPr>
          <a:xfrm>
            <a:off x="0" y="6766560"/>
            <a:ext cx="12192000" cy="91440"/>
            <a:chOff x="0" y="4480421"/>
            <a:chExt cx="12192000" cy="91440"/>
          </a:xfrm>
        </p:grpSpPr>
        <p:sp>
          <p:nvSpPr>
            <p:cNvPr id="1283" name="Google Shape;1283;p19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4" name="Google Shape;1284;p19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5" name="Google Shape;1285;p19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6" name="Google Shape;1286;p19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7" name="Google Shape;1287;p19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opportunities">
  <p:cSld name="swot opportunities">
    <p:spTree>
      <p:nvGrpSpPr>
        <p:cNvPr id="1288" name="Shape 1288"/>
        <p:cNvGrpSpPr/>
        <p:nvPr/>
      </p:nvGrpSpPr>
      <p:grpSpPr>
        <a:xfrm>
          <a:off x="0" y="0"/>
          <a:ext cx="0" cy="0"/>
          <a:chOff x="0" y="0"/>
          <a:chExt cx="0" cy="0"/>
        </a:xfrm>
      </p:grpSpPr>
      <p:sp>
        <p:nvSpPr>
          <p:cNvPr id="1289" name="Google Shape;1289;p196"/>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0" name="Google Shape;1290;p196"/>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1" name="Google Shape;1291;p196"/>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2" name="Google Shape;1292;p196"/>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3" name="Google Shape;1293;p19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294" name="Google Shape;1294;p196"/>
          <p:cNvSpPr txBox="1"/>
          <p:nvPr>
            <p:ph idx="1" type="body"/>
          </p:nvPr>
        </p:nvSpPr>
        <p:spPr>
          <a:xfrm>
            <a:off x="482600" y="2438400"/>
            <a:ext cx="7670800" cy="3771900"/>
          </a:xfrm>
          <a:prstGeom prst="rect">
            <a:avLst/>
          </a:prstGeom>
          <a:solidFill>
            <a:srgbClr val="F2F2F2"/>
          </a:solid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5" name="Google Shape;1295;p196"/>
          <p:cNvSpPr txBox="1"/>
          <p:nvPr>
            <p:ph idx="2" type="body"/>
          </p:nvPr>
        </p:nvSpPr>
        <p:spPr>
          <a:xfrm>
            <a:off x="482600" y="1709857"/>
            <a:ext cx="7670800" cy="498733"/>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6" name="Google Shape;1296;p196"/>
          <p:cNvSpPr/>
          <p:nvPr/>
        </p:nvSpPr>
        <p:spPr>
          <a:xfrm rot="5400000">
            <a:off x="9419251" y="2755944"/>
            <a:ext cx="1132779" cy="1132290"/>
          </a:xfrm>
          <a:prstGeom prst="teardrop">
            <a:avLst>
              <a:gd fmla="val 10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7" name="Google Shape;1297;p196"/>
          <p:cNvSpPr/>
          <p:nvPr/>
        </p:nvSpPr>
        <p:spPr>
          <a:xfrm rot="-5400000">
            <a:off x="10624397" y="3954886"/>
            <a:ext cx="1132779" cy="1132290"/>
          </a:xfrm>
          <a:prstGeom prst="teardrop">
            <a:avLst>
              <a:gd fmla="val 10000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8" name="Google Shape;1298;p196"/>
          <p:cNvSpPr/>
          <p:nvPr/>
        </p:nvSpPr>
        <p:spPr>
          <a:xfrm rot="10800000">
            <a:off x="10630927" y="2757813"/>
            <a:ext cx="1132290" cy="1132779"/>
          </a:xfrm>
          <a:prstGeom prst="teardrop">
            <a:avLst>
              <a:gd fmla="val 10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9" name="Google Shape;1299;p196"/>
          <p:cNvSpPr txBox="1"/>
          <p:nvPr/>
        </p:nvSpPr>
        <p:spPr>
          <a:xfrm>
            <a:off x="10559774" y="3574052"/>
            <a:ext cx="39466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F9CAB1"/>
                </a:solidFill>
                <a:latin typeface="Calibri"/>
                <a:ea typeface="Calibri"/>
                <a:cs typeface="Calibri"/>
                <a:sym typeface="Calibri"/>
              </a:rPr>
              <a:t>W</a:t>
            </a:r>
            <a:endParaRPr/>
          </a:p>
        </p:txBody>
      </p:sp>
      <p:sp>
        <p:nvSpPr>
          <p:cNvPr id="1300" name="Google Shape;1300;p196"/>
          <p:cNvSpPr txBox="1"/>
          <p:nvPr/>
        </p:nvSpPr>
        <p:spPr>
          <a:xfrm>
            <a:off x="10592711" y="3895070"/>
            <a:ext cx="29848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F9C1C3"/>
                </a:solidFill>
                <a:latin typeface="Calibri"/>
                <a:ea typeface="Calibri"/>
                <a:cs typeface="Calibri"/>
                <a:sym typeface="Calibri"/>
              </a:rPr>
              <a:t>T</a:t>
            </a:r>
            <a:endParaRPr/>
          </a:p>
        </p:txBody>
      </p:sp>
      <p:sp>
        <p:nvSpPr>
          <p:cNvPr id="1301" name="Google Shape;1301;p196"/>
          <p:cNvSpPr txBox="1"/>
          <p:nvPr/>
        </p:nvSpPr>
        <p:spPr>
          <a:xfrm>
            <a:off x="10232421" y="3574052"/>
            <a:ext cx="29367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C2EDFF"/>
                </a:solidFill>
                <a:latin typeface="Calibri"/>
                <a:ea typeface="Calibri"/>
                <a:cs typeface="Calibri"/>
                <a:sym typeface="Calibri"/>
              </a:rPr>
              <a:t>S</a:t>
            </a:r>
            <a:endParaRPr/>
          </a:p>
        </p:txBody>
      </p:sp>
      <p:sp>
        <p:nvSpPr>
          <p:cNvPr id="1302" name="Google Shape;1302;p196"/>
          <p:cNvSpPr/>
          <p:nvPr/>
        </p:nvSpPr>
        <p:spPr>
          <a:xfrm>
            <a:off x="8284860" y="3952528"/>
            <a:ext cx="2266926" cy="2266926"/>
          </a:xfrm>
          <a:prstGeom prst="teardrop">
            <a:avLst>
              <a:gd fmla="val 100000"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3" name="Google Shape;1303;p196"/>
          <p:cNvSpPr/>
          <p:nvPr>
            <p:ph idx="3" type="body"/>
          </p:nvPr>
        </p:nvSpPr>
        <p:spPr>
          <a:xfrm>
            <a:off x="8449928" y="4127859"/>
            <a:ext cx="1920240" cy="1920240"/>
          </a:xfrm>
          <a:prstGeom prst="ellipse">
            <a:avLst/>
          </a:prstGeom>
          <a:solidFill>
            <a:srgbClr val="F2F2F2"/>
          </a:solidFill>
          <a:ln cap="flat" cmpd="sng" w="28575">
            <a:solidFill>
              <a:srgbClr val="5C8514"/>
            </a:solidFill>
            <a:prstDash val="solid"/>
            <a:round/>
            <a:headEnd len="sm" w="sm" type="none"/>
            <a:tailEnd len="sm" w="sm" type="none"/>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4" name="Google Shape;1304;p196"/>
          <p:cNvSpPr txBox="1"/>
          <p:nvPr/>
        </p:nvSpPr>
        <p:spPr>
          <a:xfrm>
            <a:off x="10038916" y="3838867"/>
            <a:ext cx="497252"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CEEF93"/>
                </a:solidFill>
                <a:latin typeface="Calibri"/>
                <a:ea typeface="Calibri"/>
                <a:cs typeface="Calibri"/>
                <a:sym typeface="Calibri"/>
              </a:rPr>
              <a:t>O</a:t>
            </a:r>
            <a:endParaRPr/>
          </a:p>
        </p:txBody>
      </p:sp>
      <p:grpSp>
        <p:nvGrpSpPr>
          <p:cNvPr id="1305" name="Google Shape;1305;p196"/>
          <p:cNvGrpSpPr/>
          <p:nvPr/>
        </p:nvGrpSpPr>
        <p:grpSpPr>
          <a:xfrm>
            <a:off x="0" y="6766560"/>
            <a:ext cx="12192000" cy="91440"/>
            <a:chOff x="0" y="4480421"/>
            <a:chExt cx="12192000" cy="91440"/>
          </a:xfrm>
        </p:grpSpPr>
        <p:sp>
          <p:nvSpPr>
            <p:cNvPr id="1306" name="Google Shape;1306;p196"/>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7" name="Google Shape;1307;p196"/>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8" name="Google Shape;1308;p196"/>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9" name="Google Shape;1309;p196"/>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0" name="Google Shape;1310;p196"/>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threats">
  <p:cSld name="swot threats">
    <p:spTree>
      <p:nvGrpSpPr>
        <p:cNvPr id="1311" name="Shape 1311"/>
        <p:cNvGrpSpPr/>
        <p:nvPr/>
      </p:nvGrpSpPr>
      <p:grpSpPr>
        <a:xfrm>
          <a:off x="0" y="0"/>
          <a:ext cx="0" cy="0"/>
          <a:chOff x="0" y="0"/>
          <a:chExt cx="0" cy="0"/>
        </a:xfrm>
      </p:grpSpPr>
      <p:sp>
        <p:nvSpPr>
          <p:cNvPr id="1312" name="Google Shape;1312;p197"/>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3" name="Google Shape;1313;p197"/>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4" name="Google Shape;1314;p197"/>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5" name="Google Shape;1315;p197"/>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6" name="Google Shape;1316;p19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17" name="Google Shape;1317;p197"/>
          <p:cNvSpPr txBox="1"/>
          <p:nvPr>
            <p:ph idx="1" type="body"/>
          </p:nvPr>
        </p:nvSpPr>
        <p:spPr>
          <a:xfrm>
            <a:off x="4038600" y="2438400"/>
            <a:ext cx="7670800" cy="3771900"/>
          </a:xfrm>
          <a:prstGeom prst="rect">
            <a:avLst/>
          </a:prstGeom>
          <a:solidFill>
            <a:srgbClr val="F2F2F2"/>
          </a:solid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8" name="Google Shape;1318;p197"/>
          <p:cNvSpPr txBox="1"/>
          <p:nvPr>
            <p:ph idx="2" type="body"/>
          </p:nvPr>
        </p:nvSpPr>
        <p:spPr>
          <a:xfrm>
            <a:off x="4038600" y="1709857"/>
            <a:ext cx="7670800" cy="498733"/>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9" name="Google Shape;1319;p197"/>
          <p:cNvSpPr/>
          <p:nvPr/>
        </p:nvSpPr>
        <p:spPr>
          <a:xfrm rot="5400000">
            <a:off x="271811" y="2755087"/>
            <a:ext cx="1132779" cy="1132290"/>
          </a:xfrm>
          <a:prstGeom prst="teardrop">
            <a:avLst>
              <a:gd fmla="val 10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0" name="Google Shape;1320;p197"/>
          <p:cNvSpPr/>
          <p:nvPr/>
        </p:nvSpPr>
        <p:spPr>
          <a:xfrm>
            <a:off x="272056" y="3951671"/>
            <a:ext cx="1132290" cy="1132779"/>
          </a:xfrm>
          <a:prstGeom prst="teardrop">
            <a:avLst>
              <a:gd fmla="val 100000"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1" name="Google Shape;1321;p197"/>
          <p:cNvSpPr/>
          <p:nvPr/>
        </p:nvSpPr>
        <p:spPr>
          <a:xfrm rot="10800000">
            <a:off x="1489773" y="2756956"/>
            <a:ext cx="1132290" cy="1132779"/>
          </a:xfrm>
          <a:prstGeom prst="teardrop">
            <a:avLst>
              <a:gd fmla="val 10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2" name="Google Shape;1322;p197"/>
          <p:cNvSpPr txBox="1"/>
          <p:nvPr/>
        </p:nvSpPr>
        <p:spPr>
          <a:xfrm>
            <a:off x="1418620" y="3573195"/>
            <a:ext cx="39466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F9CAB1"/>
                </a:solidFill>
                <a:latin typeface="Calibri"/>
                <a:ea typeface="Calibri"/>
                <a:cs typeface="Calibri"/>
                <a:sym typeface="Calibri"/>
              </a:rPr>
              <a:t>W</a:t>
            </a:r>
            <a:endParaRPr/>
          </a:p>
        </p:txBody>
      </p:sp>
      <p:sp>
        <p:nvSpPr>
          <p:cNvPr id="1323" name="Google Shape;1323;p197"/>
          <p:cNvSpPr txBox="1"/>
          <p:nvPr/>
        </p:nvSpPr>
        <p:spPr>
          <a:xfrm>
            <a:off x="1099084" y="3894213"/>
            <a:ext cx="340158"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CEEF93"/>
                </a:solidFill>
                <a:latin typeface="Calibri"/>
                <a:ea typeface="Calibri"/>
                <a:cs typeface="Calibri"/>
                <a:sym typeface="Calibri"/>
              </a:rPr>
              <a:t>O</a:t>
            </a:r>
            <a:endParaRPr/>
          </a:p>
        </p:txBody>
      </p:sp>
      <p:sp>
        <p:nvSpPr>
          <p:cNvPr id="1324" name="Google Shape;1324;p197"/>
          <p:cNvSpPr txBox="1"/>
          <p:nvPr/>
        </p:nvSpPr>
        <p:spPr>
          <a:xfrm>
            <a:off x="1122328" y="3573195"/>
            <a:ext cx="293670"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C2EDFF"/>
                </a:solidFill>
                <a:latin typeface="Calibri"/>
                <a:ea typeface="Calibri"/>
                <a:cs typeface="Calibri"/>
                <a:sym typeface="Calibri"/>
              </a:rPr>
              <a:t>S</a:t>
            </a:r>
            <a:endParaRPr/>
          </a:p>
        </p:txBody>
      </p:sp>
      <p:sp>
        <p:nvSpPr>
          <p:cNvPr id="1325" name="Google Shape;1325;p197"/>
          <p:cNvSpPr/>
          <p:nvPr/>
        </p:nvSpPr>
        <p:spPr>
          <a:xfrm rot="-5400000">
            <a:off x="1482315" y="3951671"/>
            <a:ext cx="2266926" cy="2266926"/>
          </a:xfrm>
          <a:prstGeom prst="teardrop">
            <a:avLst>
              <a:gd fmla="val 10000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6" name="Google Shape;1326;p197"/>
          <p:cNvSpPr/>
          <p:nvPr>
            <p:ph idx="3" type="body"/>
          </p:nvPr>
        </p:nvSpPr>
        <p:spPr>
          <a:xfrm>
            <a:off x="1657646" y="4122773"/>
            <a:ext cx="1920240" cy="1920240"/>
          </a:xfrm>
          <a:prstGeom prst="ellipse">
            <a:avLst/>
          </a:prstGeom>
          <a:solidFill>
            <a:srgbClr val="F2F2F2"/>
          </a:solidFill>
          <a:ln cap="flat" cmpd="sng" w="28575">
            <a:solidFill>
              <a:srgbClr val="750D11"/>
            </a:solidFill>
            <a:prstDash val="solid"/>
            <a:round/>
            <a:headEnd len="sm" w="sm" type="none"/>
            <a:tailEnd len="sm" w="sm" type="none"/>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7" name="Google Shape;1327;p197"/>
          <p:cNvSpPr txBox="1"/>
          <p:nvPr/>
        </p:nvSpPr>
        <p:spPr>
          <a:xfrm>
            <a:off x="1474704" y="3840552"/>
            <a:ext cx="413896"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F9C1C3"/>
                </a:solidFill>
                <a:latin typeface="Calibri"/>
                <a:ea typeface="Calibri"/>
                <a:cs typeface="Calibri"/>
                <a:sym typeface="Calibri"/>
              </a:rPr>
              <a:t>T</a:t>
            </a:r>
            <a:endParaRPr/>
          </a:p>
        </p:txBody>
      </p:sp>
      <p:grpSp>
        <p:nvGrpSpPr>
          <p:cNvPr id="1328" name="Google Shape;1328;p197"/>
          <p:cNvGrpSpPr/>
          <p:nvPr/>
        </p:nvGrpSpPr>
        <p:grpSpPr>
          <a:xfrm>
            <a:off x="0" y="6766560"/>
            <a:ext cx="12192000" cy="91440"/>
            <a:chOff x="0" y="4480421"/>
            <a:chExt cx="12192000" cy="91440"/>
          </a:xfrm>
        </p:grpSpPr>
        <p:sp>
          <p:nvSpPr>
            <p:cNvPr id="1329" name="Google Shape;1329;p197"/>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0" name="Google Shape;1330;p197"/>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1" name="Google Shape;1331;p197"/>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2" name="Google Shape;1332;p197"/>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3" name="Google Shape;1333;p197"/>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hexagons">
  <p:cSld name="5 hexagons">
    <p:spTree>
      <p:nvGrpSpPr>
        <p:cNvPr id="1334" name="Shape 1334"/>
        <p:cNvGrpSpPr/>
        <p:nvPr/>
      </p:nvGrpSpPr>
      <p:grpSpPr>
        <a:xfrm>
          <a:off x="0" y="0"/>
          <a:ext cx="0" cy="0"/>
          <a:chOff x="0" y="0"/>
          <a:chExt cx="0" cy="0"/>
        </a:xfrm>
      </p:grpSpPr>
      <p:cxnSp>
        <p:nvCxnSpPr>
          <p:cNvPr id="1335" name="Google Shape;1335;p198"/>
          <p:cNvCxnSpPr/>
          <p:nvPr/>
        </p:nvCxnSpPr>
        <p:spPr>
          <a:xfrm rot="10800000">
            <a:off x="2952750" y="2047876"/>
            <a:ext cx="6276975" cy="3581399"/>
          </a:xfrm>
          <a:prstGeom prst="straightConnector1">
            <a:avLst/>
          </a:prstGeom>
          <a:noFill/>
          <a:ln cap="flat" cmpd="sng" w="9525">
            <a:solidFill>
              <a:srgbClr val="7F7F7F"/>
            </a:solidFill>
            <a:prstDash val="solid"/>
            <a:miter lim="800000"/>
            <a:headEnd len="sm" w="sm" type="none"/>
            <a:tailEnd len="sm" w="sm" type="none"/>
          </a:ln>
        </p:spPr>
      </p:cxnSp>
      <p:cxnSp>
        <p:nvCxnSpPr>
          <p:cNvPr id="1336" name="Google Shape;1336;p198"/>
          <p:cNvCxnSpPr/>
          <p:nvPr/>
        </p:nvCxnSpPr>
        <p:spPr>
          <a:xfrm flipH="1" rot="10800000">
            <a:off x="2962275" y="1981200"/>
            <a:ext cx="6267450" cy="3638550"/>
          </a:xfrm>
          <a:prstGeom prst="straightConnector1">
            <a:avLst/>
          </a:prstGeom>
          <a:noFill/>
          <a:ln cap="flat" cmpd="sng" w="9525">
            <a:solidFill>
              <a:srgbClr val="7F7F7F"/>
            </a:solidFill>
            <a:prstDash val="solid"/>
            <a:miter lim="800000"/>
            <a:headEnd len="sm" w="sm" type="none"/>
            <a:tailEnd len="sm" w="sm" type="none"/>
          </a:ln>
        </p:spPr>
      </p:cxnSp>
      <p:grpSp>
        <p:nvGrpSpPr>
          <p:cNvPr id="1337" name="Google Shape;1337;p198"/>
          <p:cNvGrpSpPr/>
          <p:nvPr/>
        </p:nvGrpSpPr>
        <p:grpSpPr>
          <a:xfrm>
            <a:off x="6886811" y="1395985"/>
            <a:ext cx="2828102" cy="4860167"/>
            <a:chOff x="2477087" y="1395985"/>
            <a:chExt cx="2828102" cy="4860167"/>
          </a:xfrm>
        </p:grpSpPr>
        <p:sp>
          <p:nvSpPr>
            <p:cNvPr id="1338" name="Google Shape;1338;p198"/>
            <p:cNvSpPr/>
            <p:nvPr/>
          </p:nvSpPr>
          <p:spPr>
            <a:xfrm>
              <a:off x="2477088" y="1395985"/>
              <a:ext cx="2828101" cy="2437309"/>
            </a:xfrm>
            <a:prstGeom prst="hexagon">
              <a:avLst>
                <a:gd fmla="val 25000" name="adj"/>
                <a:gd fmla="val 115470" name="vf"/>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9" name="Google Shape;1339;p198"/>
            <p:cNvSpPr/>
            <p:nvPr/>
          </p:nvSpPr>
          <p:spPr>
            <a:xfrm>
              <a:off x="2477087" y="3818843"/>
              <a:ext cx="2828101" cy="2437309"/>
            </a:xfrm>
            <a:prstGeom prst="hexagon">
              <a:avLst>
                <a:gd fmla="val 25000" name="adj"/>
                <a:gd fmla="val 115470" name="vf"/>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340" name="Google Shape;1340;p198"/>
          <p:cNvGrpSpPr/>
          <p:nvPr/>
        </p:nvGrpSpPr>
        <p:grpSpPr>
          <a:xfrm>
            <a:off x="2477087" y="1395985"/>
            <a:ext cx="2828102" cy="4860167"/>
            <a:chOff x="2477087" y="1395985"/>
            <a:chExt cx="2828102" cy="4860167"/>
          </a:xfrm>
        </p:grpSpPr>
        <p:sp>
          <p:nvSpPr>
            <p:cNvPr id="1341" name="Google Shape;1341;p198"/>
            <p:cNvSpPr/>
            <p:nvPr/>
          </p:nvSpPr>
          <p:spPr>
            <a:xfrm>
              <a:off x="2477088" y="1395985"/>
              <a:ext cx="2828101" cy="2437309"/>
            </a:xfrm>
            <a:prstGeom prst="hexagon">
              <a:avLst>
                <a:gd fmla="val 25000" name="adj"/>
                <a:gd fmla="val 115470" name="vf"/>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2" name="Google Shape;1342;p198"/>
            <p:cNvSpPr/>
            <p:nvPr/>
          </p:nvSpPr>
          <p:spPr>
            <a:xfrm>
              <a:off x="2477087" y="3818843"/>
              <a:ext cx="2828101" cy="2437309"/>
            </a:xfrm>
            <a:prstGeom prst="hexagon">
              <a:avLst>
                <a:gd fmla="val 25000" name="adj"/>
                <a:gd fmla="val 115470" name="vf"/>
              </a:avLst>
            </a:prstGeom>
            <a:gradFill>
              <a:gsLst>
                <a:gs pos="0">
                  <a:srgbClr val="FEF8F5"/>
                </a:gs>
                <a:gs pos="87000">
                  <a:srgbClr val="D9D9D9"/>
                </a:gs>
                <a:gs pos="100000">
                  <a:srgbClr val="D9D9D9"/>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43" name="Google Shape;1343;p198"/>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4" name="Google Shape;1344;p198"/>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5" name="Google Shape;1345;p198"/>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6" name="Google Shape;1346;p198"/>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7" name="Google Shape;1347;p19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48" name="Google Shape;1348;p198"/>
          <p:cNvSpPr/>
          <p:nvPr>
            <p:ph idx="1" type="body"/>
          </p:nvPr>
        </p:nvSpPr>
        <p:spPr>
          <a:xfrm>
            <a:off x="4839066" y="2735279"/>
            <a:ext cx="2514600" cy="2167128"/>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1"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9" name="Google Shape;1349;p198"/>
          <p:cNvSpPr/>
          <p:nvPr>
            <p:ph idx="2" type="body"/>
          </p:nvPr>
        </p:nvSpPr>
        <p:spPr>
          <a:xfrm>
            <a:off x="2633838" y="1531076"/>
            <a:ext cx="2514600" cy="2167128"/>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1"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0" name="Google Shape;1350;p198"/>
          <p:cNvSpPr/>
          <p:nvPr>
            <p:ph idx="3" type="body"/>
          </p:nvPr>
        </p:nvSpPr>
        <p:spPr>
          <a:xfrm>
            <a:off x="7043562" y="1531076"/>
            <a:ext cx="2514600" cy="2167128"/>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1"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1" name="Google Shape;1351;p198"/>
          <p:cNvSpPr/>
          <p:nvPr>
            <p:ph idx="4" type="body"/>
          </p:nvPr>
        </p:nvSpPr>
        <p:spPr>
          <a:xfrm>
            <a:off x="2633838" y="3945895"/>
            <a:ext cx="2514600" cy="216712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1"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2" name="Google Shape;1352;p198"/>
          <p:cNvSpPr/>
          <p:nvPr>
            <p:ph idx="5" type="body"/>
          </p:nvPr>
        </p:nvSpPr>
        <p:spPr>
          <a:xfrm>
            <a:off x="7043562" y="3945895"/>
            <a:ext cx="2514600" cy="2167128"/>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1"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3" name="Google Shape;1353;p198"/>
          <p:cNvSpPr txBox="1"/>
          <p:nvPr>
            <p:ph idx="6" type="body"/>
          </p:nvPr>
        </p:nvSpPr>
        <p:spPr>
          <a:xfrm>
            <a:off x="201051" y="1533015"/>
            <a:ext cx="2279650" cy="2165188"/>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rgbClr val="006F99"/>
              </a:buClr>
              <a:buSzPts val="1400"/>
              <a:buChar char="•"/>
              <a:defRPr sz="1400">
                <a:solidFill>
                  <a:srgbClr val="006F99"/>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4" name="Google Shape;1354;p198"/>
          <p:cNvSpPr txBox="1"/>
          <p:nvPr>
            <p:ph idx="7" type="body"/>
          </p:nvPr>
        </p:nvSpPr>
        <p:spPr>
          <a:xfrm>
            <a:off x="5305188" y="1283385"/>
            <a:ext cx="1581623" cy="1452164"/>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rgbClr val="D4530F"/>
              </a:buClr>
              <a:buSzPts val="1400"/>
              <a:buChar char="•"/>
              <a:defRPr sz="1400">
                <a:solidFill>
                  <a:srgbClr val="D4530F"/>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5" name="Google Shape;1355;p198"/>
          <p:cNvSpPr txBox="1"/>
          <p:nvPr>
            <p:ph idx="8" type="body"/>
          </p:nvPr>
        </p:nvSpPr>
        <p:spPr>
          <a:xfrm>
            <a:off x="9714912" y="1533014"/>
            <a:ext cx="2279650" cy="2165189"/>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rgbClr val="5C8514"/>
              </a:buClr>
              <a:buSzPts val="1400"/>
              <a:buChar char="•"/>
              <a:defRPr sz="1400">
                <a:solidFill>
                  <a:srgbClr val="5C8514"/>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6" name="Google Shape;1356;p198"/>
          <p:cNvSpPr txBox="1"/>
          <p:nvPr>
            <p:ph idx="9" type="body"/>
          </p:nvPr>
        </p:nvSpPr>
        <p:spPr>
          <a:xfrm>
            <a:off x="201051" y="3957340"/>
            <a:ext cx="2279650" cy="2165188"/>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7" name="Google Shape;1357;p198"/>
          <p:cNvSpPr txBox="1"/>
          <p:nvPr>
            <p:ph idx="13" type="body"/>
          </p:nvPr>
        </p:nvSpPr>
        <p:spPr>
          <a:xfrm>
            <a:off x="9714912" y="3957339"/>
            <a:ext cx="2279650" cy="2165189"/>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accent5"/>
              </a:buClr>
              <a:buSzPts val="1400"/>
              <a:buChar char="•"/>
              <a:defRPr sz="1400">
                <a:solidFill>
                  <a:schemeClr val="accent5"/>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8" name="Google Shape;1358;p198"/>
          <p:cNvSpPr txBox="1"/>
          <p:nvPr>
            <p:ph idx="14" type="body"/>
          </p:nvPr>
        </p:nvSpPr>
        <p:spPr>
          <a:xfrm>
            <a:off x="5305188" y="4958177"/>
            <a:ext cx="1581623" cy="1452164"/>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rgbClr val="D4530F"/>
              </a:buClr>
              <a:buSzPts val="1400"/>
              <a:buChar char="•"/>
              <a:defRPr sz="1400">
                <a:solidFill>
                  <a:srgbClr val="D4530F"/>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359" name="Google Shape;1359;p198"/>
          <p:cNvGrpSpPr/>
          <p:nvPr/>
        </p:nvGrpSpPr>
        <p:grpSpPr>
          <a:xfrm>
            <a:off x="0" y="6766560"/>
            <a:ext cx="12192000" cy="91440"/>
            <a:chOff x="0" y="4480421"/>
            <a:chExt cx="12192000" cy="91440"/>
          </a:xfrm>
        </p:grpSpPr>
        <p:sp>
          <p:nvSpPr>
            <p:cNvPr id="1360" name="Google Shape;1360;p198"/>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1" name="Google Shape;1361;p198"/>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2" name="Google Shape;1362;p198"/>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3" name="Google Shape;1363;p198"/>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4" name="Google Shape;1364;p198"/>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s and lists">
  <p:cSld name="4 titles and lists">
    <p:spTree>
      <p:nvGrpSpPr>
        <p:cNvPr id="1365" name="Shape 1365"/>
        <p:cNvGrpSpPr/>
        <p:nvPr/>
      </p:nvGrpSpPr>
      <p:grpSpPr>
        <a:xfrm>
          <a:off x="0" y="0"/>
          <a:ext cx="0" cy="0"/>
          <a:chOff x="0" y="0"/>
          <a:chExt cx="0" cy="0"/>
        </a:xfrm>
      </p:grpSpPr>
      <p:sp>
        <p:nvSpPr>
          <p:cNvPr id="1366" name="Google Shape;1366;p199"/>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7" name="Google Shape;1367;p199"/>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8" name="Google Shape;1368;p199"/>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9" name="Google Shape;1369;p199"/>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0" name="Google Shape;1370;p19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71" name="Google Shape;1371;p199"/>
          <p:cNvSpPr txBox="1"/>
          <p:nvPr>
            <p:ph idx="1" type="body"/>
          </p:nvPr>
        </p:nvSpPr>
        <p:spPr>
          <a:xfrm>
            <a:off x="301518" y="1533015"/>
            <a:ext cx="2279650" cy="2165188"/>
          </a:xfrm>
          <a:prstGeom prst="rect">
            <a:avLst/>
          </a:prstGeom>
          <a:no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1"/>
              </a:buClr>
              <a:buSzPts val="1400"/>
              <a:buChar char="•"/>
              <a:defRPr sz="1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2" name="Google Shape;1372;p199"/>
          <p:cNvSpPr txBox="1"/>
          <p:nvPr>
            <p:ph idx="2" type="body"/>
          </p:nvPr>
        </p:nvSpPr>
        <p:spPr>
          <a:xfrm>
            <a:off x="9652448" y="1533014"/>
            <a:ext cx="2279650" cy="2165189"/>
          </a:xfrm>
          <a:prstGeom prst="rect">
            <a:avLst/>
          </a:prstGeom>
          <a:no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1"/>
              </a:buClr>
              <a:buSzPts val="1400"/>
              <a:buChar char="•"/>
              <a:defRPr sz="1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3" name="Google Shape;1373;p199"/>
          <p:cNvSpPr txBox="1"/>
          <p:nvPr>
            <p:ph idx="3" type="body"/>
          </p:nvPr>
        </p:nvSpPr>
        <p:spPr>
          <a:xfrm>
            <a:off x="301518" y="3957340"/>
            <a:ext cx="2279650" cy="2165188"/>
          </a:xfrm>
          <a:prstGeom prst="rect">
            <a:avLst/>
          </a:prstGeom>
          <a:no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1"/>
              </a:buClr>
              <a:buSzPts val="1400"/>
              <a:buChar char="•"/>
              <a:defRPr sz="1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4" name="Google Shape;1374;p199"/>
          <p:cNvSpPr txBox="1"/>
          <p:nvPr>
            <p:ph idx="4" type="body"/>
          </p:nvPr>
        </p:nvSpPr>
        <p:spPr>
          <a:xfrm>
            <a:off x="9652448" y="3957339"/>
            <a:ext cx="2279650" cy="2165189"/>
          </a:xfrm>
          <a:prstGeom prst="rect">
            <a:avLst/>
          </a:prstGeom>
          <a:no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1"/>
              </a:buClr>
              <a:buSzPts val="1400"/>
              <a:buChar char="•"/>
              <a:defRPr sz="1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5" name="Google Shape;1375;p199"/>
          <p:cNvSpPr txBox="1"/>
          <p:nvPr>
            <p:ph idx="5" type="body"/>
          </p:nvPr>
        </p:nvSpPr>
        <p:spPr>
          <a:xfrm>
            <a:off x="301518" y="1533015"/>
            <a:ext cx="2279650" cy="49695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b="1" sz="1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6" name="Google Shape;1376;p199"/>
          <p:cNvSpPr txBox="1"/>
          <p:nvPr>
            <p:ph idx="6" type="body"/>
          </p:nvPr>
        </p:nvSpPr>
        <p:spPr>
          <a:xfrm>
            <a:off x="301518" y="3957340"/>
            <a:ext cx="2279650" cy="49695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b="1" sz="1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7" name="Google Shape;1377;p199"/>
          <p:cNvSpPr txBox="1"/>
          <p:nvPr>
            <p:ph idx="7" type="body"/>
          </p:nvPr>
        </p:nvSpPr>
        <p:spPr>
          <a:xfrm>
            <a:off x="9652448" y="1533014"/>
            <a:ext cx="2279650" cy="49695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b="1" sz="1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8" name="Google Shape;1378;p199"/>
          <p:cNvSpPr txBox="1"/>
          <p:nvPr>
            <p:ph idx="8" type="body"/>
          </p:nvPr>
        </p:nvSpPr>
        <p:spPr>
          <a:xfrm>
            <a:off x="9652448" y="3957339"/>
            <a:ext cx="2279650" cy="49695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b="1" sz="1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379" name="Google Shape;1379;p199"/>
          <p:cNvGrpSpPr/>
          <p:nvPr/>
        </p:nvGrpSpPr>
        <p:grpSpPr>
          <a:xfrm>
            <a:off x="0" y="6766560"/>
            <a:ext cx="12192000" cy="91440"/>
            <a:chOff x="0" y="4480421"/>
            <a:chExt cx="12192000" cy="91440"/>
          </a:xfrm>
        </p:grpSpPr>
        <p:sp>
          <p:nvSpPr>
            <p:cNvPr id="1380" name="Google Shape;1380;p19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1" name="Google Shape;1381;p199"/>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2" name="Google Shape;1382;p19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3" name="Google Shape;1383;p19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4" name="Google Shape;1384;p19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rix with titles">
  <p:cSld name="matrix with titles">
    <p:spTree>
      <p:nvGrpSpPr>
        <p:cNvPr id="1385" name="Shape 1385"/>
        <p:cNvGrpSpPr/>
        <p:nvPr/>
      </p:nvGrpSpPr>
      <p:grpSpPr>
        <a:xfrm>
          <a:off x="0" y="0"/>
          <a:ext cx="0" cy="0"/>
          <a:chOff x="0" y="0"/>
          <a:chExt cx="0" cy="0"/>
        </a:xfrm>
      </p:grpSpPr>
      <p:sp>
        <p:nvSpPr>
          <p:cNvPr id="1386" name="Google Shape;1386;p200"/>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7" name="Google Shape;1387;p200"/>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8" name="Google Shape;1388;p200"/>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9" name="Google Shape;1389;p200"/>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0" name="Google Shape;1390;p20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91" name="Google Shape;1391;p200"/>
          <p:cNvSpPr txBox="1"/>
          <p:nvPr>
            <p:ph idx="1" type="body"/>
          </p:nvPr>
        </p:nvSpPr>
        <p:spPr>
          <a:xfrm>
            <a:off x="1275617" y="2275983"/>
            <a:ext cx="4488882" cy="1667734"/>
          </a:xfrm>
          <a:prstGeom prst="rect">
            <a:avLst/>
          </a:prstGeom>
          <a:no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1"/>
              </a:buClr>
              <a:buSzPts val="1400"/>
              <a:buChar char="•"/>
              <a:defRPr sz="1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2" name="Google Shape;1392;p200"/>
          <p:cNvSpPr txBox="1"/>
          <p:nvPr>
            <p:ph idx="2" type="body"/>
          </p:nvPr>
        </p:nvSpPr>
        <p:spPr>
          <a:xfrm>
            <a:off x="6486966" y="2275982"/>
            <a:ext cx="4488882" cy="1667735"/>
          </a:xfrm>
          <a:prstGeom prst="rect">
            <a:avLst/>
          </a:prstGeom>
          <a:no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dk2"/>
              </a:buClr>
              <a:buSzPts val="1400"/>
              <a:buChar char="•"/>
              <a:defRPr sz="14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3" name="Google Shape;1393;p200"/>
          <p:cNvSpPr txBox="1"/>
          <p:nvPr>
            <p:ph idx="3" type="body"/>
          </p:nvPr>
        </p:nvSpPr>
        <p:spPr>
          <a:xfrm>
            <a:off x="1275617" y="4469484"/>
            <a:ext cx="4488882" cy="1667734"/>
          </a:xfrm>
          <a:prstGeom prst="rect">
            <a:avLst/>
          </a:prstGeom>
          <a:no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3"/>
              </a:buClr>
              <a:buSzPts val="1400"/>
              <a:buChar char="•"/>
              <a:defRPr sz="1400">
                <a:solidFill>
                  <a:schemeClr val="accent3"/>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4" name="Google Shape;1394;p200"/>
          <p:cNvSpPr txBox="1"/>
          <p:nvPr>
            <p:ph idx="4" type="body"/>
          </p:nvPr>
        </p:nvSpPr>
        <p:spPr>
          <a:xfrm>
            <a:off x="6486966" y="4469483"/>
            <a:ext cx="4488882" cy="1667735"/>
          </a:xfrm>
          <a:prstGeom prst="rect">
            <a:avLst/>
          </a:prstGeom>
          <a:no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4"/>
              </a:buClr>
              <a:buSzPts val="1400"/>
              <a:buChar char="•"/>
              <a:defRPr sz="1400">
                <a:solidFill>
                  <a:schemeClr val="accent4"/>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5" name="Google Shape;1395;p200"/>
          <p:cNvSpPr txBox="1"/>
          <p:nvPr>
            <p:ph idx="5" type="body"/>
          </p:nvPr>
        </p:nvSpPr>
        <p:spPr>
          <a:xfrm>
            <a:off x="1275617" y="2275983"/>
            <a:ext cx="4488882" cy="49695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6" name="Google Shape;1396;p200"/>
          <p:cNvSpPr txBox="1"/>
          <p:nvPr>
            <p:ph idx="6" type="body"/>
          </p:nvPr>
        </p:nvSpPr>
        <p:spPr>
          <a:xfrm>
            <a:off x="1275617" y="4469484"/>
            <a:ext cx="4488882" cy="496954"/>
          </a:xfrm>
          <a:prstGeom prst="rect">
            <a:avLst/>
          </a:prstGeom>
          <a:solidFill>
            <a:schemeClr val="accent3"/>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7" name="Google Shape;1397;p200"/>
          <p:cNvSpPr txBox="1"/>
          <p:nvPr>
            <p:ph idx="7" type="body"/>
          </p:nvPr>
        </p:nvSpPr>
        <p:spPr>
          <a:xfrm>
            <a:off x="6486966" y="2275982"/>
            <a:ext cx="4488882" cy="496954"/>
          </a:xfrm>
          <a:prstGeom prst="rect">
            <a:avLst/>
          </a:prstGeom>
          <a:solidFill>
            <a:schemeClr val="accent2"/>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8" name="Google Shape;1398;p200"/>
          <p:cNvSpPr txBox="1"/>
          <p:nvPr>
            <p:ph idx="8" type="body"/>
          </p:nvPr>
        </p:nvSpPr>
        <p:spPr>
          <a:xfrm>
            <a:off x="6486966" y="4469483"/>
            <a:ext cx="4488882" cy="496954"/>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b="1" sz="24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399" name="Google Shape;1399;p200"/>
          <p:cNvGrpSpPr/>
          <p:nvPr/>
        </p:nvGrpSpPr>
        <p:grpSpPr>
          <a:xfrm>
            <a:off x="1155573" y="2173119"/>
            <a:ext cx="9880854" cy="4123944"/>
            <a:chOff x="1155573" y="2173119"/>
            <a:chExt cx="9880854" cy="4123944"/>
          </a:xfrm>
        </p:grpSpPr>
        <p:cxnSp>
          <p:nvCxnSpPr>
            <p:cNvPr id="1400" name="Google Shape;1400;p200"/>
            <p:cNvCxnSpPr/>
            <p:nvPr/>
          </p:nvCxnSpPr>
          <p:spPr>
            <a:xfrm>
              <a:off x="6096000" y="2173119"/>
              <a:ext cx="0" cy="4123944"/>
            </a:xfrm>
            <a:prstGeom prst="straightConnector1">
              <a:avLst/>
            </a:prstGeom>
            <a:noFill/>
            <a:ln cap="flat" cmpd="sng" w="28575">
              <a:solidFill>
                <a:srgbClr val="AABBC4"/>
              </a:solidFill>
              <a:prstDash val="solid"/>
              <a:miter lim="800000"/>
              <a:headEnd len="med" w="med" type="triangle"/>
              <a:tailEnd len="med" w="med" type="triangle"/>
            </a:ln>
          </p:spPr>
        </p:cxnSp>
        <p:cxnSp>
          <p:nvCxnSpPr>
            <p:cNvPr id="1401" name="Google Shape;1401;p200"/>
            <p:cNvCxnSpPr/>
            <p:nvPr/>
          </p:nvCxnSpPr>
          <p:spPr>
            <a:xfrm>
              <a:off x="1155573" y="4235091"/>
              <a:ext cx="9880854" cy="0"/>
            </a:xfrm>
            <a:prstGeom prst="straightConnector1">
              <a:avLst/>
            </a:prstGeom>
            <a:noFill/>
            <a:ln cap="flat" cmpd="sng" w="28575">
              <a:solidFill>
                <a:srgbClr val="AABBC4"/>
              </a:solidFill>
              <a:prstDash val="solid"/>
              <a:miter lim="800000"/>
              <a:headEnd len="med" w="med" type="triangle"/>
              <a:tailEnd len="med" w="med" type="triangle"/>
            </a:ln>
          </p:spPr>
        </p:cxnSp>
      </p:grpSp>
      <p:sp>
        <p:nvSpPr>
          <p:cNvPr id="1402" name="Google Shape;1402;p200"/>
          <p:cNvSpPr txBox="1"/>
          <p:nvPr>
            <p:ph idx="9" type="body"/>
          </p:nvPr>
        </p:nvSpPr>
        <p:spPr>
          <a:xfrm rot="-5400000">
            <a:off x="-1475587" y="3897026"/>
            <a:ext cx="3861238" cy="619151"/>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800"/>
              <a:buNone/>
              <a:defRPr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3" name="Google Shape;1403;p200"/>
          <p:cNvSpPr txBox="1"/>
          <p:nvPr>
            <p:ph idx="13" type="body"/>
          </p:nvPr>
        </p:nvSpPr>
        <p:spPr>
          <a:xfrm>
            <a:off x="1275617" y="1888239"/>
            <a:ext cx="4488882"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4" name="Google Shape;1404;p200"/>
          <p:cNvSpPr txBox="1"/>
          <p:nvPr>
            <p:ph idx="14" type="body"/>
          </p:nvPr>
        </p:nvSpPr>
        <p:spPr>
          <a:xfrm>
            <a:off x="1275616" y="1209788"/>
            <a:ext cx="9700231" cy="619151"/>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800"/>
              <a:buNone/>
              <a:defRPr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5" name="Google Shape;1405;p200"/>
          <p:cNvSpPr txBox="1"/>
          <p:nvPr>
            <p:ph idx="15" type="body"/>
          </p:nvPr>
        </p:nvSpPr>
        <p:spPr>
          <a:xfrm>
            <a:off x="6486966" y="1888239"/>
            <a:ext cx="4488882"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6" name="Google Shape;1406;p200"/>
          <p:cNvSpPr txBox="1"/>
          <p:nvPr>
            <p:ph idx="16" type="body"/>
          </p:nvPr>
        </p:nvSpPr>
        <p:spPr>
          <a:xfrm rot="-5400000">
            <a:off x="186245" y="2915977"/>
            <a:ext cx="1667735"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7" name="Google Shape;1407;p200"/>
          <p:cNvSpPr txBox="1"/>
          <p:nvPr>
            <p:ph idx="17" type="body"/>
          </p:nvPr>
        </p:nvSpPr>
        <p:spPr>
          <a:xfrm rot="-5400000">
            <a:off x="186244" y="5109479"/>
            <a:ext cx="1667735"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8" name="Google Shape;1408;p200"/>
          <p:cNvSpPr/>
          <p:nvPr/>
        </p:nvSpPr>
        <p:spPr>
          <a:xfrm>
            <a:off x="5917678" y="4056769"/>
            <a:ext cx="356644" cy="356644"/>
          </a:xfrm>
          <a:prstGeom prst="ellipse">
            <a:avLst/>
          </a:prstGeom>
          <a:solidFill>
            <a:schemeClr val="lt1"/>
          </a:solidFill>
          <a:ln cap="flat" cmpd="sng" w="28575">
            <a:solidFill>
              <a:srgbClr val="AABB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09" name="Google Shape;1409;p200"/>
          <p:cNvGrpSpPr/>
          <p:nvPr/>
        </p:nvGrpSpPr>
        <p:grpSpPr>
          <a:xfrm>
            <a:off x="0" y="6766560"/>
            <a:ext cx="12192000" cy="91440"/>
            <a:chOff x="0" y="4480421"/>
            <a:chExt cx="12192000" cy="91440"/>
          </a:xfrm>
        </p:grpSpPr>
        <p:sp>
          <p:nvSpPr>
            <p:cNvPr id="1410" name="Google Shape;1410;p200"/>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1" name="Google Shape;1411;p200"/>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2" name="Google Shape;1412;p200"/>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3" name="Google Shape;1413;p200"/>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4" name="Google Shape;1414;p200"/>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x3 matrix">
  <p:cSld name="3x3 matrix">
    <p:spTree>
      <p:nvGrpSpPr>
        <p:cNvPr id="1415" name="Shape 1415"/>
        <p:cNvGrpSpPr/>
        <p:nvPr/>
      </p:nvGrpSpPr>
      <p:grpSpPr>
        <a:xfrm>
          <a:off x="0" y="0"/>
          <a:ext cx="0" cy="0"/>
          <a:chOff x="0" y="0"/>
          <a:chExt cx="0" cy="0"/>
        </a:xfrm>
      </p:grpSpPr>
      <p:sp>
        <p:nvSpPr>
          <p:cNvPr id="1416" name="Google Shape;1416;p201"/>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7" name="Google Shape;1417;p201"/>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8" name="Google Shape;1418;p201"/>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9" name="Google Shape;1419;p201"/>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0" name="Google Shape;1420;p201"/>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21" name="Google Shape;1421;p201"/>
          <p:cNvSpPr txBox="1"/>
          <p:nvPr>
            <p:ph idx="1" type="body"/>
          </p:nvPr>
        </p:nvSpPr>
        <p:spPr>
          <a:xfrm>
            <a:off x="1275616" y="4902777"/>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2" name="Google Shape;1422;p201"/>
          <p:cNvSpPr txBox="1"/>
          <p:nvPr>
            <p:ph idx="2" type="body"/>
          </p:nvPr>
        </p:nvSpPr>
        <p:spPr>
          <a:xfrm rot="-5400000">
            <a:off x="-1475587" y="3897026"/>
            <a:ext cx="3861238" cy="619151"/>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800"/>
              <a:buNone/>
              <a:defRPr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3" name="Google Shape;1423;p201"/>
          <p:cNvSpPr txBox="1"/>
          <p:nvPr>
            <p:ph idx="3" type="body"/>
          </p:nvPr>
        </p:nvSpPr>
        <p:spPr>
          <a:xfrm>
            <a:off x="1275617" y="1860807"/>
            <a:ext cx="3108960"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4" name="Google Shape;1424;p201"/>
          <p:cNvSpPr txBox="1"/>
          <p:nvPr>
            <p:ph idx="4" type="body"/>
          </p:nvPr>
        </p:nvSpPr>
        <p:spPr>
          <a:xfrm>
            <a:off x="1275616" y="1209788"/>
            <a:ext cx="9700232" cy="619151"/>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800"/>
              <a:buNone/>
              <a:defRPr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5" name="Google Shape;1425;p201"/>
          <p:cNvSpPr txBox="1"/>
          <p:nvPr>
            <p:ph idx="5" type="body"/>
          </p:nvPr>
        </p:nvSpPr>
        <p:spPr>
          <a:xfrm>
            <a:off x="7866888" y="1860807"/>
            <a:ext cx="3108960"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6" name="Google Shape;1426;p201"/>
          <p:cNvSpPr txBox="1"/>
          <p:nvPr>
            <p:ph idx="6" type="body"/>
          </p:nvPr>
        </p:nvSpPr>
        <p:spPr>
          <a:xfrm rot="-5400000">
            <a:off x="402894" y="5326125"/>
            <a:ext cx="1234440"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7" name="Google Shape;1427;p201"/>
          <p:cNvSpPr txBox="1"/>
          <p:nvPr>
            <p:ph idx="7" type="body"/>
          </p:nvPr>
        </p:nvSpPr>
        <p:spPr>
          <a:xfrm>
            <a:off x="1275616" y="2275982"/>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8" name="Google Shape;1428;p201"/>
          <p:cNvSpPr txBox="1"/>
          <p:nvPr>
            <p:ph idx="8" type="body"/>
          </p:nvPr>
        </p:nvSpPr>
        <p:spPr>
          <a:xfrm rot="-5400000">
            <a:off x="402894" y="2699330"/>
            <a:ext cx="1234440"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9" name="Google Shape;1429;p201"/>
          <p:cNvSpPr txBox="1"/>
          <p:nvPr>
            <p:ph idx="9" type="body"/>
          </p:nvPr>
        </p:nvSpPr>
        <p:spPr>
          <a:xfrm>
            <a:off x="1275617" y="3590099"/>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0" name="Google Shape;1430;p201"/>
          <p:cNvSpPr txBox="1"/>
          <p:nvPr>
            <p:ph idx="13" type="body"/>
          </p:nvPr>
        </p:nvSpPr>
        <p:spPr>
          <a:xfrm rot="-5400000">
            <a:off x="402895" y="4013447"/>
            <a:ext cx="1234440"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1" name="Google Shape;1431;p201"/>
          <p:cNvSpPr txBox="1"/>
          <p:nvPr>
            <p:ph idx="14" type="body"/>
          </p:nvPr>
        </p:nvSpPr>
        <p:spPr>
          <a:xfrm>
            <a:off x="7866888" y="4902777"/>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2" name="Google Shape;1432;p201"/>
          <p:cNvSpPr txBox="1"/>
          <p:nvPr>
            <p:ph idx="15" type="body"/>
          </p:nvPr>
        </p:nvSpPr>
        <p:spPr>
          <a:xfrm>
            <a:off x="7866888" y="2272087"/>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3" name="Google Shape;1433;p201"/>
          <p:cNvSpPr txBox="1"/>
          <p:nvPr>
            <p:ph idx="16" type="body"/>
          </p:nvPr>
        </p:nvSpPr>
        <p:spPr>
          <a:xfrm>
            <a:off x="7866888" y="3590099"/>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4" name="Google Shape;1434;p201"/>
          <p:cNvSpPr txBox="1"/>
          <p:nvPr>
            <p:ph idx="17" type="body"/>
          </p:nvPr>
        </p:nvSpPr>
        <p:spPr>
          <a:xfrm>
            <a:off x="4541520" y="2272087"/>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5" name="Google Shape;1435;p201"/>
          <p:cNvSpPr txBox="1"/>
          <p:nvPr>
            <p:ph idx="18" type="body"/>
          </p:nvPr>
        </p:nvSpPr>
        <p:spPr>
          <a:xfrm>
            <a:off x="4548392" y="3590099"/>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6" name="Google Shape;1436;p201"/>
          <p:cNvSpPr txBox="1"/>
          <p:nvPr>
            <p:ph idx="19" type="body"/>
          </p:nvPr>
        </p:nvSpPr>
        <p:spPr>
          <a:xfrm>
            <a:off x="4548392" y="4902777"/>
            <a:ext cx="3108960" cy="1234440"/>
          </a:xfrm>
          <a:prstGeom prst="rect">
            <a:avLst/>
          </a:prstGeom>
          <a:noFill/>
          <a:ln>
            <a:noFill/>
          </a:ln>
        </p:spPr>
        <p:txBody>
          <a:bodyPr anchorCtr="0" anchor="t" bIns="45700" lIns="91425" spcFirstLastPara="1" rIns="91425" wrap="square" tIns="365750">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7" name="Google Shape;1437;p201"/>
          <p:cNvSpPr txBox="1"/>
          <p:nvPr>
            <p:ph idx="20" type="body"/>
          </p:nvPr>
        </p:nvSpPr>
        <p:spPr>
          <a:xfrm>
            <a:off x="4541520" y="1860807"/>
            <a:ext cx="3108960" cy="387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438" name="Google Shape;1438;p201"/>
          <p:cNvCxnSpPr/>
          <p:nvPr/>
        </p:nvCxnSpPr>
        <p:spPr>
          <a:xfrm>
            <a:off x="11346928" y="1888239"/>
            <a:ext cx="0" cy="4422714"/>
          </a:xfrm>
          <a:prstGeom prst="straightConnector1">
            <a:avLst/>
          </a:prstGeom>
          <a:noFill/>
          <a:ln cap="flat" cmpd="sng" w="28575">
            <a:solidFill>
              <a:srgbClr val="AABBC4"/>
            </a:solidFill>
            <a:prstDash val="solid"/>
            <a:miter lim="800000"/>
            <a:headEnd len="med" w="med" type="triangle"/>
            <a:tailEnd len="sm" w="sm" type="none"/>
          </a:ln>
        </p:spPr>
      </p:cxnSp>
      <p:cxnSp>
        <p:nvCxnSpPr>
          <p:cNvPr id="1439" name="Google Shape;1439;p201"/>
          <p:cNvCxnSpPr/>
          <p:nvPr/>
        </p:nvCxnSpPr>
        <p:spPr>
          <a:xfrm>
            <a:off x="826244" y="6261228"/>
            <a:ext cx="10527556" cy="0"/>
          </a:xfrm>
          <a:prstGeom prst="straightConnector1">
            <a:avLst/>
          </a:prstGeom>
          <a:noFill/>
          <a:ln cap="flat" cmpd="sng" w="28575">
            <a:solidFill>
              <a:srgbClr val="AABBC4"/>
            </a:solidFill>
            <a:prstDash val="solid"/>
            <a:miter lim="800000"/>
            <a:headEnd len="med" w="med" type="triangle"/>
            <a:tailEnd len="sm" w="sm" type="none"/>
          </a:ln>
        </p:spPr>
      </p:cxnSp>
      <p:sp>
        <p:nvSpPr>
          <p:cNvPr id="1440" name="Google Shape;1440;p201"/>
          <p:cNvSpPr/>
          <p:nvPr/>
        </p:nvSpPr>
        <p:spPr>
          <a:xfrm>
            <a:off x="11168606" y="6082906"/>
            <a:ext cx="356644" cy="356644"/>
          </a:xfrm>
          <a:prstGeom prst="ellipse">
            <a:avLst/>
          </a:prstGeom>
          <a:solidFill>
            <a:schemeClr val="lt1"/>
          </a:solidFill>
          <a:ln cap="flat" cmpd="sng" w="28575">
            <a:solidFill>
              <a:srgbClr val="AABB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41" name="Google Shape;1441;p201"/>
          <p:cNvSpPr txBox="1"/>
          <p:nvPr>
            <p:ph idx="21" type="body"/>
          </p:nvPr>
        </p:nvSpPr>
        <p:spPr>
          <a:xfrm>
            <a:off x="1275617" y="2275983"/>
            <a:ext cx="3108959" cy="28306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2" name="Google Shape;1442;p201"/>
          <p:cNvSpPr txBox="1"/>
          <p:nvPr>
            <p:ph idx="22" type="body"/>
          </p:nvPr>
        </p:nvSpPr>
        <p:spPr>
          <a:xfrm>
            <a:off x="1275617" y="3590099"/>
            <a:ext cx="3108959" cy="28306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3" name="Google Shape;1443;p201"/>
          <p:cNvSpPr txBox="1"/>
          <p:nvPr>
            <p:ph idx="23" type="body"/>
          </p:nvPr>
        </p:nvSpPr>
        <p:spPr>
          <a:xfrm>
            <a:off x="1315228" y="4902777"/>
            <a:ext cx="3108959" cy="283062"/>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4" name="Google Shape;1444;p201"/>
          <p:cNvSpPr txBox="1"/>
          <p:nvPr>
            <p:ph idx="24" type="body"/>
          </p:nvPr>
        </p:nvSpPr>
        <p:spPr>
          <a:xfrm>
            <a:off x="4548392" y="2275982"/>
            <a:ext cx="3108959" cy="28306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5" name="Google Shape;1445;p201"/>
          <p:cNvSpPr txBox="1"/>
          <p:nvPr>
            <p:ph idx="25" type="body"/>
          </p:nvPr>
        </p:nvSpPr>
        <p:spPr>
          <a:xfrm>
            <a:off x="4548392" y="3590099"/>
            <a:ext cx="3108959" cy="283062"/>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6" name="Google Shape;1446;p201"/>
          <p:cNvSpPr txBox="1"/>
          <p:nvPr>
            <p:ph idx="26" type="body"/>
          </p:nvPr>
        </p:nvSpPr>
        <p:spPr>
          <a:xfrm>
            <a:off x="4548392" y="4902777"/>
            <a:ext cx="3108959" cy="283062"/>
          </a:xfrm>
          <a:prstGeom prst="rect">
            <a:avLst/>
          </a:prstGeom>
          <a:solidFill>
            <a:schemeClr val="accent3"/>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7" name="Google Shape;1447;p201"/>
          <p:cNvSpPr txBox="1"/>
          <p:nvPr>
            <p:ph idx="27" type="body"/>
          </p:nvPr>
        </p:nvSpPr>
        <p:spPr>
          <a:xfrm>
            <a:off x="7866888" y="2275982"/>
            <a:ext cx="3108959" cy="283062"/>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8" name="Google Shape;1448;p201"/>
          <p:cNvSpPr txBox="1"/>
          <p:nvPr>
            <p:ph idx="28" type="body"/>
          </p:nvPr>
        </p:nvSpPr>
        <p:spPr>
          <a:xfrm>
            <a:off x="7866888" y="3590099"/>
            <a:ext cx="3108959" cy="283062"/>
          </a:xfrm>
          <a:prstGeom prst="rect">
            <a:avLst/>
          </a:prstGeom>
          <a:solidFill>
            <a:schemeClr val="accent3"/>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9" name="Google Shape;1449;p201"/>
          <p:cNvSpPr txBox="1"/>
          <p:nvPr>
            <p:ph idx="29" type="body"/>
          </p:nvPr>
        </p:nvSpPr>
        <p:spPr>
          <a:xfrm>
            <a:off x="7866888" y="4902777"/>
            <a:ext cx="3108959" cy="283062"/>
          </a:xfrm>
          <a:prstGeom prst="rect">
            <a:avLst/>
          </a:prstGeom>
          <a:solidFill>
            <a:schemeClr val="accent3"/>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450" name="Google Shape;1450;p201"/>
          <p:cNvGrpSpPr/>
          <p:nvPr/>
        </p:nvGrpSpPr>
        <p:grpSpPr>
          <a:xfrm>
            <a:off x="0" y="6766560"/>
            <a:ext cx="12192000" cy="91440"/>
            <a:chOff x="0" y="4480421"/>
            <a:chExt cx="12192000" cy="91440"/>
          </a:xfrm>
        </p:grpSpPr>
        <p:sp>
          <p:nvSpPr>
            <p:cNvPr id="1451" name="Google Shape;1451;p201"/>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2" name="Google Shape;1452;p201"/>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3" name="Google Shape;1453;p201"/>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4" name="Google Shape;1454;p201"/>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5" name="Google Shape;1455;p201"/>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shbone 4 causes">
  <p:cSld name="fishbone 4 causes">
    <p:spTree>
      <p:nvGrpSpPr>
        <p:cNvPr id="1456" name="Shape 1456"/>
        <p:cNvGrpSpPr/>
        <p:nvPr/>
      </p:nvGrpSpPr>
      <p:grpSpPr>
        <a:xfrm>
          <a:off x="0" y="0"/>
          <a:ext cx="0" cy="0"/>
          <a:chOff x="0" y="0"/>
          <a:chExt cx="0" cy="0"/>
        </a:xfrm>
      </p:grpSpPr>
      <p:sp>
        <p:nvSpPr>
          <p:cNvPr id="1457" name="Google Shape;1457;p202"/>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8" name="Google Shape;1458;p202"/>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9" name="Google Shape;1459;p202"/>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0" name="Google Shape;1460;p202"/>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1" name="Google Shape;1461;p202"/>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62" name="Google Shape;1462;p202"/>
          <p:cNvSpPr txBox="1"/>
          <p:nvPr>
            <p:ph idx="1" type="body"/>
          </p:nvPr>
        </p:nvSpPr>
        <p:spPr>
          <a:xfrm>
            <a:off x="6547499" y="4239382"/>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3" name="Google Shape;1463;p202"/>
          <p:cNvSpPr txBox="1"/>
          <p:nvPr>
            <p:ph idx="2" type="body"/>
          </p:nvPr>
        </p:nvSpPr>
        <p:spPr>
          <a:xfrm>
            <a:off x="5970730" y="4915846"/>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4" name="Google Shape;1464;p202"/>
          <p:cNvSpPr txBox="1"/>
          <p:nvPr>
            <p:ph idx="3" type="body"/>
          </p:nvPr>
        </p:nvSpPr>
        <p:spPr>
          <a:xfrm>
            <a:off x="5393962" y="559230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5" name="Google Shape;1465;p202"/>
          <p:cNvSpPr txBox="1"/>
          <p:nvPr>
            <p:ph idx="4" type="body"/>
          </p:nvPr>
        </p:nvSpPr>
        <p:spPr>
          <a:xfrm>
            <a:off x="3722263" y="4239382"/>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6" name="Google Shape;1466;p202"/>
          <p:cNvSpPr txBox="1"/>
          <p:nvPr>
            <p:ph idx="5" type="body"/>
          </p:nvPr>
        </p:nvSpPr>
        <p:spPr>
          <a:xfrm>
            <a:off x="3145494" y="4915846"/>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7" name="Google Shape;1467;p202"/>
          <p:cNvSpPr txBox="1"/>
          <p:nvPr>
            <p:ph idx="6" type="body"/>
          </p:nvPr>
        </p:nvSpPr>
        <p:spPr>
          <a:xfrm>
            <a:off x="2568726" y="559230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8" name="Google Shape;1468;p202"/>
          <p:cNvSpPr/>
          <p:nvPr>
            <p:ph idx="7" type="body"/>
          </p:nvPr>
        </p:nvSpPr>
        <p:spPr>
          <a:xfrm rot="-2700000">
            <a:off x="3536016" y="4859874"/>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9" name="Google Shape;1469;p202"/>
          <p:cNvSpPr/>
          <p:nvPr>
            <p:ph idx="8" type="body"/>
          </p:nvPr>
        </p:nvSpPr>
        <p:spPr>
          <a:xfrm rot="-2700000">
            <a:off x="6432662" y="4859874"/>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0" name="Google Shape;1470;p202"/>
          <p:cNvSpPr/>
          <p:nvPr>
            <p:ph idx="9" type="body"/>
          </p:nvPr>
        </p:nvSpPr>
        <p:spPr>
          <a:xfrm rot="2700000">
            <a:off x="6432662" y="2292301"/>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1" name="Google Shape;1471;p202"/>
          <p:cNvSpPr/>
          <p:nvPr>
            <p:ph idx="13" type="body"/>
          </p:nvPr>
        </p:nvSpPr>
        <p:spPr>
          <a:xfrm rot="2700000">
            <a:off x="3536016" y="2292302"/>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2" name="Google Shape;1472;p202"/>
          <p:cNvSpPr txBox="1"/>
          <p:nvPr>
            <p:ph idx="14" type="body"/>
          </p:nvPr>
        </p:nvSpPr>
        <p:spPr>
          <a:xfrm>
            <a:off x="2568726" y="1484665"/>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3" name="Google Shape;1473;p202"/>
          <p:cNvSpPr txBox="1"/>
          <p:nvPr>
            <p:ph idx="15" type="body"/>
          </p:nvPr>
        </p:nvSpPr>
        <p:spPr>
          <a:xfrm>
            <a:off x="3145494" y="216112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4" name="Google Shape;1474;p202"/>
          <p:cNvSpPr txBox="1"/>
          <p:nvPr>
            <p:ph idx="16" type="body"/>
          </p:nvPr>
        </p:nvSpPr>
        <p:spPr>
          <a:xfrm>
            <a:off x="3722263" y="2837592"/>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5" name="Google Shape;1475;p202"/>
          <p:cNvSpPr txBox="1"/>
          <p:nvPr>
            <p:ph idx="17" type="body"/>
          </p:nvPr>
        </p:nvSpPr>
        <p:spPr>
          <a:xfrm>
            <a:off x="5393962" y="1496710"/>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6" name="Google Shape;1476;p202"/>
          <p:cNvSpPr txBox="1"/>
          <p:nvPr>
            <p:ph idx="18" type="body"/>
          </p:nvPr>
        </p:nvSpPr>
        <p:spPr>
          <a:xfrm>
            <a:off x="5970730" y="2173174"/>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7" name="Google Shape;1477;p202"/>
          <p:cNvSpPr txBox="1"/>
          <p:nvPr>
            <p:ph idx="19" type="body"/>
          </p:nvPr>
        </p:nvSpPr>
        <p:spPr>
          <a:xfrm>
            <a:off x="6547499" y="2849637"/>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8" name="Google Shape;1478;p202"/>
          <p:cNvSpPr txBox="1"/>
          <p:nvPr>
            <p:ph idx="20" type="body"/>
          </p:nvPr>
        </p:nvSpPr>
        <p:spPr>
          <a:xfrm>
            <a:off x="409002" y="284387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9" name="Google Shape;1479;p202"/>
          <p:cNvSpPr txBox="1"/>
          <p:nvPr>
            <p:ph idx="21" type="body"/>
          </p:nvPr>
        </p:nvSpPr>
        <p:spPr>
          <a:xfrm>
            <a:off x="401192" y="3540747"/>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0" name="Google Shape;1480;p202"/>
          <p:cNvSpPr txBox="1"/>
          <p:nvPr>
            <p:ph idx="22" type="body"/>
          </p:nvPr>
        </p:nvSpPr>
        <p:spPr>
          <a:xfrm>
            <a:off x="401192" y="4237617"/>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1" name="Google Shape;1481;p202"/>
          <p:cNvSpPr/>
          <p:nvPr>
            <p:ph idx="23" type="body"/>
          </p:nvPr>
        </p:nvSpPr>
        <p:spPr>
          <a:xfrm>
            <a:off x="1865376" y="3581099"/>
            <a:ext cx="1225296" cy="475488"/>
          </a:xfrm>
          <a:prstGeom prst="rightArrow">
            <a:avLst>
              <a:gd fmla="val 60684" name="adj1"/>
              <a:gd fmla="val 50000" name="adj2"/>
            </a:avLst>
          </a:prstGeom>
          <a:solidFill>
            <a:schemeClr val="accent4"/>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600"/>
              <a:buNone/>
              <a:defRPr b="1" sz="1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2" name="Google Shape;1482;p202"/>
          <p:cNvSpPr/>
          <p:nvPr>
            <p:ph idx="24" type="body"/>
          </p:nvPr>
        </p:nvSpPr>
        <p:spPr>
          <a:xfrm>
            <a:off x="3090672" y="3624716"/>
            <a:ext cx="6519672" cy="384048"/>
          </a:xfrm>
          <a:prstGeom prst="homePlate">
            <a:avLst>
              <a:gd fmla="val 50000" name="adj"/>
            </a:avLst>
          </a:prstGeom>
          <a:solidFill>
            <a:schemeClr val="accent2"/>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3" name="Google Shape;1483;p202"/>
          <p:cNvSpPr txBox="1"/>
          <p:nvPr>
            <p:ph idx="25" type="body"/>
          </p:nvPr>
        </p:nvSpPr>
        <p:spPr>
          <a:xfrm>
            <a:off x="9637781" y="3540747"/>
            <a:ext cx="2281936" cy="548640"/>
          </a:xfrm>
          <a:prstGeom prst="rect">
            <a:avLst/>
          </a:prstGeom>
          <a:solidFill>
            <a:schemeClr val="accent3"/>
          </a:solid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484" name="Google Shape;1484;p202"/>
          <p:cNvGrpSpPr/>
          <p:nvPr/>
        </p:nvGrpSpPr>
        <p:grpSpPr>
          <a:xfrm>
            <a:off x="0" y="6766560"/>
            <a:ext cx="12192000" cy="91440"/>
            <a:chOff x="0" y="4480421"/>
            <a:chExt cx="12192000" cy="91440"/>
          </a:xfrm>
        </p:grpSpPr>
        <p:sp>
          <p:nvSpPr>
            <p:cNvPr id="1485" name="Google Shape;1485;p202"/>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6" name="Google Shape;1486;p202"/>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7" name="Google Shape;1487;p202"/>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8" name="Google Shape;1488;p202"/>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9" name="Google Shape;1489;p20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shbone 6 causes">
  <p:cSld name="fishbone 6 causes">
    <p:spTree>
      <p:nvGrpSpPr>
        <p:cNvPr id="1490" name="Shape 1490"/>
        <p:cNvGrpSpPr/>
        <p:nvPr/>
      </p:nvGrpSpPr>
      <p:grpSpPr>
        <a:xfrm>
          <a:off x="0" y="0"/>
          <a:ext cx="0" cy="0"/>
          <a:chOff x="0" y="0"/>
          <a:chExt cx="0" cy="0"/>
        </a:xfrm>
      </p:grpSpPr>
      <p:sp>
        <p:nvSpPr>
          <p:cNvPr id="1491" name="Google Shape;1491;p20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2" name="Google Shape;1492;p20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3" name="Google Shape;1493;p203"/>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4" name="Google Shape;1494;p20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5" name="Google Shape;1495;p20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96" name="Google Shape;1496;p203"/>
          <p:cNvSpPr txBox="1"/>
          <p:nvPr>
            <p:ph idx="1" type="body"/>
          </p:nvPr>
        </p:nvSpPr>
        <p:spPr>
          <a:xfrm>
            <a:off x="6703908" y="4239382"/>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7" name="Google Shape;1497;p203"/>
          <p:cNvSpPr txBox="1"/>
          <p:nvPr>
            <p:ph idx="2" type="body"/>
          </p:nvPr>
        </p:nvSpPr>
        <p:spPr>
          <a:xfrm>
            <a:off x="6127139" y="4915846"/>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8" name="Google Shape;1498;p203"/>
          <p:cNvSpPr txBox="1"/>
          <p:nvPr>
            <p:ph idx="3" type="body"/>
          </p:nvPr>
        </p:nvSpPr>
        <p:spPr>
          <a:xfrm>
            <a:off x="5550371" y="559230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9" name="Google Shape;1499;p203"/>
          <p:cNvSpPr txBox="1"/>
          <p:nvPr>
            <p:ph idx="4" type="body"/>
          </p:nvPr>
        </p:nvSpPr>
        <p:spPr>
          <a:xfrm>
            <a:off x="3878672" y="4239382"/>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0" name="Google Shape;1500;p203"/>
          <p:cNvSpPr txBox="1"/>
          <p:nvPr>
            <p:ph idx="5" type="body"/>
          </p:nvPr>
        </p:nvSpPr>
        <p:spPr>
          <a:xfrm>
            <a:off x="3301903" y="4915846"/>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1" name="Google Shape;1501;p203"/>
          <p:cNvSpPr txBox="1"/>
          <p:nvPr>
            <p:ph idx="6" type="body"/>
          </p:nvPr>
        </p:nvSpPr>
        <p:spPr>
          <a:xfrm>
            <a:off x="2725135" y="559230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2" name="Google Shape;1502;p203"/>
          <p:cNvSpPr/>
          <p:nvPr>
            <p:ph idx="7" type="body"/>
          </p:nvPr>
        </p:nvSpPr>
        <p:spPr>
          <a:xfrm rot="-2700000">
            <a:off x="3692425" y="4859874"/>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3" name="Google Shape;1503;p203"/>
          <p:cNvSpPr/>
          <p:nvPr>
            <p:ph idx="8" type="body"/>
          </p:nvPr>
        </p:nvSpPr>
        <p:spPr>
          <a:xfrm rot="-2700000">
            <a:off x="6589071" y="4859874"/>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4" name="Google Shape;1504;p203"/>
          <p:cNvSpPr/>
          <p:nvPr>
            <p:ph idx="9" type="body"/>
          </p:nvPr>
        </p:nvSpPr>
        <p:spPr>
          <a:xfrm rot="2700000">
            <a:off x="6589071" y="2292301"/>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5" name="Google Shape;1505;p203"/>
          <p:cNvSpPr/>
          <p:nvPr>
            <p:ph idx="13" type="body"/>
          </p:nvPr>
        </p:nvSpPr>
        <p:spPr>
          <a:xfrm rot="2700000">
            <a:off x="3692425" y="2292302"/>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6" name="Google Shape;1506;p203"/>
          <p:cNvSpPr txBox="1"/>
          <p:nvPr>
            <p:ph idx="14" type="body"/>
          </p:nvPr>
        </p:nvSpPr>
        <p:spPr>
          <a:xfrm>
            <a:off x="2725135" y="1484665"/>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7" name="Google Shape;1507;p203"/>
          <p:cNvSpPr txBox="1"/>
          <p:nvPr>
            <p:ph idx="15" type="body"/>
          </p:nvPr>
        </p:nvSpPr>
        <p:spPr>
          <a:xfrm>
            <a:off x="3301903" y="216112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8" name="Google Shape;1508;p203"/>
          <p:cNvSpPr txBox="1"/>
          <p:nvPr>
            <p:ph idx="16" type="body"/>
          </p:nvPr>
        </p:nvSpPr>
        <p:spPr>
          <a:xfrm>
            <a:off x="3878672" y="2837592"/>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9" name="Google Shape;1509;p203"/>
          <p:cNvSpPr txBox="1"/>
          <p:nvPr>
            <p:ph idx="17" type="body"/>
          </p:nvPr>
        </p:nvSpPr>
        <p:spPr>
          <a:xfrm>
            <a:off x="5550371" y="1496710"/>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0" name="Google Shape;1510;p203"/>
          <p:cNvSpPr txBox="1"/>
          <p:nvPr>
            <p:ph idx="18" type="body"/>
          </p:nvPr>
        </p:nvSpPr>
        <p:spPr>
          <a:xfrm>
            <a:off x="6127139" y="2173174"/>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1" name="Google Shape;1511;p203"/>
          <p:cNvSpPr txBox="1"/>
          <p:nvPr>
            <p:ph idx="19" type="body"/>
          </p:nvPr>
        </p:nvSpPr>
        <p:spPr>
          <a:xfrm>
            <a:off x="6703908" y="2849637"/>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2" name="Google Shape;1512;p203"/>
          <p:cNvSpPr txBox="1"/>
          <p:nvPr>
            <p:ph idx="20" type="body"/>
          </p:nvPr>
        </p:nvSpPr>
        <p:spPr>
          <a:xfrm>
            <a:off x="9637781" y="3540747"/>
            <a:ext cx="2281936" cy="548640"/>
          </a:xfrm>
          <a:prstGeom prst="rect">
            <a:avLst/>
          </a:prstGeom>
          <a:solidFill>
            <a:schemeClr val="accent3"/>
          </a:solid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3" name="Google Shape;1513;p203"/>
          <p:cNvSpPr txBox="1"/>
          <p:nvPr>
            <p:ph idx="21" type="body"/>
          </p:nvPr>
        </p:nvSpPr>
        <p:spPr>
          <a:xfrm>
            <a:off x="1312517" y="4239382"/>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4" name="Google Shape;1514;p203"/>
          <p:cNvSpPr txBox="1"/>
          <p:nvPr>
            <p:ph idx="22" type="body"/>
          </p:nvPr>
        </p:nvSpPr>
        <p:spPr>
          <a:xfrm>
            <a:off x="735748" y="4915846"/>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5" name="Google Shape;1515;p203"/>
          <p:cNvSpPr txBox="1"/>
          <p:nvPr>
            <p:ph idx="23" type="body"/>
          </p:nvPr>
        </p:nvSpPr>
        <p:spPr>
          <a:xfrm>
            <a:off x="158980" y="559230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6" name="Google Shape;1516;p203"/>
          <p:cNvSpPr/>
          <p:nvPr>
            <p:ph idx="24" type="body"/>
          </p:nvPr>
        </p:nvSpPr>
        <p:spPr>
          <a:xfrm rot="-2700000">
            <a:off x="1126270" y="4859874"/>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7" name="Google Shape;1517;p203"/>
          <p:cNvSpPr/>
          <p:nvPr>
            <p:ph idx="25" type="body"/>
          </p:nvPr>
        </p:nvSpPr>
        <p:spPr>
          <a:xfrm rot="2700000">
            <a:off x="1126270" y="2292302"/>
            <a:ext cx="3026664" cy="475488"/>
          </a:xfrm>
          <a:prstGeom prst="rightArrow">
            <a:avLst>
              <a:gd fmla="val 60684" name="adj1"/>
              <a:gd fmla="val 50000" name="adj2"/>
            </a:avLst>
          </a:prstGeom>
          <a:solidFill>
            <a:schemeClr val="accent1"/>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8" name="Google Shape;1518;p203"/>
          <p:cNvSpPr txBox="1"/>
          <p:nvPr>
            <p:ph idx="26" type="body"/>
          </p:nvPr>
        </p:nvSpPr>
        <p:spPr>
          <a:xfrm>
            <a:off x="158980" y="1484665"/>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9" name="Google Shape;1519;p203"/>
          <p:cNvSpPr txBox="1"/>
          <p:nvPr>
            <p:ph idx="27" type="body"/>
          </p:nvPr>
        </p:nvSpPr>
        <p:spPr>
          <a:xfrm>
            <a:off x="735748" y="2161129"/>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0" name="Google Shape;1520;p203"/>
          <p:cNvSpPr txBox="1"/>
          <p:nvPr>
            <p:ph idx="28" type="body"/>
          </p:nvPr>
        </p:nvSpPr>
        <p:spPr>
          <a:xfrm>
            <a:off x="1312517" y="2837592"/>
            <a:ext cx="1164308" cy="556191"/>
          </a:xfrm>
          <a:prstGeom prst="rect">
            <a:avLst/>
          </a:prstGeom>
          <a:solidFill>
            <a:srgbClr val="E7EAEC"/>
          </a:solidFill>
          <a:ln>
            <a:noFill/>
          </a:ln>
        </p:spPr>
        <p:txBody>
          <a:bodyPr anchorCtr="0" anchor="t" bIns="91425" lIns="91425" spcFirstLastPara="1" rIns="91425" wrap="square" tIns="91425">
            <a:normAutofit/>
          </a:bodyPr>
          <a:lstStyle>
            <a:lvl1pPr indent="-317500" lvl="0" marL="457200" algn="l">
              <a:lnSpc>
                <a:spcPct val="90000"/>
              </a:lnSpc>
              <a:spcBef>
                <a:spcPts val="1000"/>
              </a:spcBef>
              <a:spcAft>
                <a:spcPts val="0"/>
              </a:spcAft>
              <a:buClr>
                <a:srgbClr val="647681"/>
              </a:buClr>
              <a:buSzPts val="1400"/>
              <a:buChar char="•"/>
              <a:defRPr sz="14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1" name="Google Shape;1521;p203"/>
          <p:cNvSpPr/>
          <p:nvPr>
            <p:ph idx="29" type="body"/>
          </p:nvPr>
        </p:nvSpPr>
        <p:spPr>
          <a:xfrm>
            <a:off x="1323289" y="3624716"/>
            <a:ext cx="8287056" cy="384048"/>
          </a:xfrm>
          <a:prstGeom prst="homePlate">
            <a:avLst>
              <a:gd fmla="val 50000" name="adj"/>
            </a:avLst>
          </a:prstGeom>
          <a:solidFill>
            <a:schemeClr val="accent2"/>
          </a:soli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800"/>
              <a:buNone/>
              <a:defRPr b="1" sz="18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522" name="Google Shape;1522;p203"/>
          <p:cNvGrpSpPr/>
          <p:nvPr/>
        </p:nvGrpSpPr>
        <p:grpSpPr>
          <a:xfrm>
            <a:off x="0" y="6766560"/>
            <a:ext cx="12192000" cy="91440"/>
            <a:chOff x="0" y="4480421"/>
            <a:chExt cx="12192000" cy="91440"/>
          </a:xfrm>
        </p:grpSpPr>
        <p:sp>
          <p:nvSpPr>
            <p:cNvPr id="1523" name="Google Shape;1523;p20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4" name="Google Shape;1524;p20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5" name="Google Shape;1525;p20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6" name="Google Shape;1526;p20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7" name="Google Shape;1527;p20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1">
  <p:cSld name="table 1">
    <p:spTree>
      <p:nvGrpSpPr>
        <p:cNvPr id="1528" name="Shape 1528"/>
        <p:cNvGrpSpPr/>
        <p:nvPr/>
      </p:nvGrpSpPr>
      <p:grpSpPr>
        <a:xfrm>
          <a:off x="0" y="0"/>
          <a:ext cx="0" cy="0"/>
          <a:chOff x="0" y="0"/>
          <a:chExt cx="0" cy="0"/>
        </a:xfrm>
      </p:grpSpPr>
      <p:sp>
        <p:nvSpPr>
          <p:cNvPr id="1529" name="Google Shape;1529;p204"/>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0" name="Google Shape;1530;p204"/>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1" name="Google Shape;1531;p204"/>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2" name="Google Shape;1532;p204"/>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3" name="Google Shape;1533;p20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34" name="Google Shape;1534;p204"/>
          <p:cNvSpPr txBox="1"/>
          <p:nvPr>
            <p:ph idx="1" type="body"/>
          </p:nvPr>
        </p:nvSpPr>
        <p:spPr>
          <a:xfrm>
            <a:off x="482600" y="2034398"/>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5" name="Google Shape;1535;p204"/>
          <p:cNvSpPr txBox="1"/>
          <p:nvPr>
            <p:ph idx="2" type="body"/>
          </p:nvPr>
        </p:nvSpPr>
        <p:spPr>
          <a:xfrm>
            <a:off x="482600" y="1780295"/>
            <a:ext cx="2594864" cy="607243"/>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6" name="Google Shape;1536;p204"/>
          <p:cNvSpPr txBox="1"/>
          <p:nvPr>
            <p:ph idx="3" type="body"/>
          </p:nvPr>
        </p:nvSpPr>
        <p:spPr>
          <a:xfrm>
            <a:off x="482600"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7" name="Google Shape;1537;p204"/>
          <p:cNvSpPr txBox="1"/>
          <p:nvPr>
            <p:ph idx="4" type="body"/>
          </p:nvPr>
        </p:nvSpPr>
        <p:spPr>
          <a:xfrm>
            <a:off x="482600"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8" name="Google Shape;1538;p204"/>
          <p:cNvSpPr txBox="1"/>
          <p:nvPr>
            <p:ph idx="5" type="body"/>
          </p:nvPr>
        </p:nvSpPr>
        <p:spPr>
          <a:xfrm>
            <a:off x="9114537" y="2040590"/>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9" name="Google Shape;1539;p204"/>
          <p:cNvSpPr txBox="1"/>
          <p:nvPr>
            <p:ph idx="6" type="body"/>
          </p:nvPr>
        </p:nvSpPr>
        <p:spPr>
          <a:xfrm>
            <a:off x="9114537" y="1780295"/>
            <a:ext cx="2594864" cy="607243"/>
          </a:xfrm>
          <a:prstGeom prst="rect">
            <a:avLst/>
          </a:prstGeom>
          <a:solidFill>
            <a:schemeClr val="accent5"/>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0" name="Google Shape;1540;p204"/>
          <p:cNvSpPr txBox="1"/>
          <p:nvPr>
            <p:ph idx="7" type="body"/>
          </p:nvPr>
        </p:nvSpPr>
        <p:spPr>
          <a:xfrm>
            <a:off x="9114537"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1" name="Google Shape;1541;p204"/>
          <p:cNvSpPr txBox="1"/>
          <p:nvPr>
            <p:ph idx="8" type="body"/>
          </p:nvPr>
        </p:nvSpPr>
        <p:spPr>
          <a:xfrm>
            <a:off x="9114537"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2" name="Google Shape;1542;p204"/>
          <p:cNvSpPr txBox="1"/>
          <p:nvPr>
            <p:ph idx="9" type="body"/>
          </p:nvPr>
        </p:nvSpPr>
        <p:spPr>
          <a:xfrm>
            <a:off x="6237224" y="2034398"/>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3" name="Google Shape;1543;p204"/>
          <p:cNvSpPr txBox="1"/>
          <p:nvPr>
            <p:ph idx="13" type="body"/>
          </p:nvPr>
        </p:nvSpPr>
        <p:spPr>
          <a:xfrm>
            <a:off x="6237224" y="1780295"/>
            <a:ext cx="2594864" cy="607243"/>
          </a:xfrm>
          <a:prstGeom prst="rect">
            <a:avLst/>
          </a:prstGeom>
          <a:solidFill>
            <a:schemeClr val="accent3"/>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4" name="Google Shape;1544;p204"/>
          <p:cNvSpPr txBox="1"/>
          <p:nvPr>
            <p:ph idx="14" type="body"/>
          </p:nvPr>
        </p:nvSpPr>
        <p:spPr>
          <a:xfrm>
            <a:off x="6237224"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5" name="Google Shape;1545;p204"/>
          <p:cNvSpPr txBox="1"/>
          <p:nvPr>
            <p:ph idx="15" type="body"/>
          </p:nvPr>
        </p:nvSpPr>
        <p:spPr>
          <a:xfrm>
            <a:off x="6237224"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6" name="Google Shape;1546;p204"/>
          <p:cNvSpPr txBox="1"/>
          <p:nvPr>
            <p:ph idx="16" type="body"/>
          </p:nvPr>
        </p:nvSpPr>
        <p:spPr>
          <a:xfrm>
            <a:off x="3359912" y="2034398"/>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7" name="Google Shape;1547;p204"/>
          <p:cNvSpPr txBox="1"/>
          <p:nvPr>
            <p:ph idx="17" type="body"/>
          </p:nvPr>
        </p:nvSpPr>
        <p:spPr>
          <a:xfrm>
            <a:off x="3359912" y="1780295"/>
            <a:ext cx="2594864" cy="607243"/>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8" name="Google Shape;1548;p204"/>
          <p:cNvSpPr txBox="1"/>
          <p:nvPr>
            <p:ph idx="18" type="body"/>
          </p:nvPr>
        </p:nvSpPr>
        <p:spPr>
          <a:xfrm>
            <a:off x="3359912"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9" name="Google Shape;1549;p204"/>
          <p:cNvSpPr txBox="1"/>
          <p:nvPr>
            <p:ph idx="19" type="body"/>
          </p:nvPr>
        </p:nvSpPr>
        <p:spPr>
          <a:xfrm>
            <a:off x="3359912"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550" name="Google Shape;1550;p204"/>
          <p:cNvGrpSpPr/>
          <p:nvPr/>
        </p:nvGrpSpPr>
        <p:grpSpPr>
          <a:xfrm>
            <a:off x="0" y="6766560"/>
            <a:ext cx="12192000" cy="91440"/>
            <a:chOff x="0" y="4480421"/>
            <a:chExt cx="12192000" cy="91440"/>
          </a:xfrm>
        </p:grpSpPr>
        <p:sp>
          <p:nvSpPr>
            <p:cNvPr id="1551" name="Google Shape;1551;p204"/>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2" name="Google Shape;1552;p204"/>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3" name="Google Shape;1553;p204"/>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4" name="Google Shape;1554;p204"/>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5" name="Google Shape;1555;p204"/>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2">
  <p:cSld name="table 2">
    <p:spTree>
      <p:nvGrpSpPr>
        <p:cNvPr id="1556" name="Shape 1556"/>
        <p:cNvGrpSpPr/>
        <p:nvPr/>
      </p:nvGrpSpPr>
      <p:grpSpPr>
        <a:xfrm>
          <a:off x="0" y="0"/>
          <a:ext cx="0" cy="0"/>
          <a:chOff x="0" y="0"/>
          <a:chExt cx="0" cy="0"/>
        </a:xfrm>
      </p:grpSpPr>
      <p:sp>
        <p:nvSpPr>
          <p:cNvPr id="1557" name="Google Shape;1557;p20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8" name="Google Shape;1558;p20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9" name="Google Shape;1559;p205"/>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0" name="Google Shape;1560;p20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1" name="Google Shape;1561;p20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62" name="Google Shape;1562;p205"/>
          <p:cNvSpPr txBox="1"/>
          <p:nvPr>
            <p:ph idx="1" type="body"/>
          </p:nvPr>
        </p:nvSpPr>
        <p:spPr>
          <a:xfrm>
            <a:off x="482600" y="2034398"/>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3" name="Google Shape;1563;p205"/>
          <p:cNvSpPr txBox="1"/>
          <p:nvPr>
            <p:ph idx="2" type="body"/>
          </p:nvPr>
        </p:nvSpPr>
        <p:spPr>
          <a:xfrm>
            <a:off x="482600" y="1780295"/>
            <a:ext cx="2594864" cy="607243"/>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4" name="Google Shape;1564;p205"/>
          <p:cNvSpPr txBox="1"/>
          <p:nvPr>
            <p:ph idx="3" type="body"/>
          </p:nvPr>
        </p:nvSpPr>
        <p:spPr>
          <a:xfrm>
            <a:off x="482600"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5" name="Google Shape;1565;p205"/>
          <p:cNvSpPr txBox="1"/>
          <p:nvPr>
            <p:ph idx="4" type="body"/>
          </p:nvPr>
        </p:nvSpPr>
        <p:spPr>
          <a:xfrm>
            <a:off x="482600"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6" name="Google Shape;1566;p205"/>
          <p:cNvSpPr txBox="1"/>
          <p:nvPr>
            <p:ph idx="5" type="body"/>
          </p:nvPr>
        </p:nvSpPr>
        <p:spPr>
          <a:xfrm>
            <a:off x="9114537" y="2040590"/>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7" name="Google Shape;1567;p205"/>
          <p:cNvSpPr txBox="1"/>
          <p:nvPr>
            <p:ph idx="6" type="body"/>
          </p:nvPr>
        </p:nvSpPr>
        <p:spPr>
          <a:xfrm>
            <a:off x="9114537" y="1780295"/>
            <a:ext cx="2594864" cy="607243"/>
          </a:xfrm>
          <a:prstGeom prst="rect">
            <a:avLst/>
          </a:prstGeom>
          <a:solidFill>
            <a:schemeClr val="accent5"/>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8" name="Google Shape;1568;p205"/>
          <p:cNvSpPr txBox="1"/>
          <p:nvPr>
            <p:ph idx="7" type="body"/>
          </p:nvPr>
        </p:nvSpPr>
        <p:spPr>
          <a:xfrm>
            <a:off x="9114537"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9" name="Google Shape;1569;p205"/>
          <p:cNvSpPr txBox="1"/>
          <p:nvPr>
            <p:ph idx="8" type="body"/>
          </p:nvPr>
        </p:nvSpPr>
        <p:spPr>
          <a:xfrm>
            <a:off x="9114537"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0" name="Google Shape;1570;p205"/>
          <p:cNvSpPr txBox="1"/>
          <p:nvPr>
            <p:ph idx="9" type="body"/>
          </p:nvPr>
        </p:nvSpPr>
        <p:spPr>
          <a:xfrm>
            <a:off x="6237224" y="2034398"/>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1" name="Google Shape;1571;p205"/>
          <p:cNvSpPr txBox="1"/>
          <p:nvPr>
            <p:ph idx="13" type="body"/>
          </p:nvPr>
        </p:nvSpPr>
        <p:spPr>
          <a:xfrm>
            <a:off x="6237224" y="1780295"/>
            <a:ext cx="2594864" cy="607243"/>
          </a:xfrm>
          <a:prstGeom prst="rect">
            <a:avLst/>
          </a:prstGeom>
          <a:solidFill>
            <a:schemeClr val="accent3"/>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2" name="Google Shape;1572;p205"/>
          <p:cNvSpPr txBox="1"/>
          <p:nvPr>
            <p:ph idx="14" type="body"/>
          </p:nvPr>
        </p:nvSpPr>
        <p:spPr>
          <a:xfrm>
            <a:off x="6237224"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3" name="Google Shape;1573;p205"/>
          <p:cNvSpPr txBox="1"/>
          <p:nvPr>
            <p:ph idx="15" type="body"/>
          </p:nvPr>
        </p:nvSpPr>
        <p:spPr>
          <a:xfrm>
            <a:off x="6237224"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4" name="Google Shape;1574;p205"/>
          <p:cNvSpPr txBox="1"/>
          <p:nvPr>
            <p:ph idx="16" type="body"/>
          </p:nvPr>
        </p:nvSpPr>
        <p:spPr>
          <a:xfrm>
            <a:off x="2864769" y="2034398"/>
            <a:ext cx="3585150" cy="2961648"/>
          </a:xfrm>
          <a:prstGeom prst="rect">
            <a:avLst/>
          </a:prstGeom>
          <a:solidFill>
            <a:srgbClr val="AABBC4"/>
          </a:solidFill>
          <a:ln>
            <a:noFill/>
          </a:ln>
        </p:spPr>
        <p:txBody>
          <a:bodyPr anchorCtr="0" anchor="t" bIns="45700" lIns="91425" spcFirstLastPara="1" rIns="91425" wrap="square" tIns="640075">
            <a:normAutofit/>
          </a:bodyPr>
          <a:lstStyle>
            <a:lvl1pPr indent="-342900" lvl="0" marL="457200" algn="l">
              <a:lnSpc>
                <a:spcPct val="90000"/>
              </a:lnSpc>
              <a:spcBef>
                <a:spcPts val="1000"/>
              </a:spcBef>
              <a:spcAft>
                <a:spcPts val="0"/>
              </a:spcAft>
              <a:buClr>
                <a:schemeClr val="accent2"/>
              </a:buClr>
              <a:buSzPts val="1800"/>
              <a:buChar char="•"/>
              <a:defRPr sz="1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5" name="Google Shape;1575;p205"/>
          <p:cNvSpPr txBox="1"/>
          <p:nvPr>
            <p:ph idx="17" type="body"/>
          </p:nvPr>
        </p:nvSpPr>
        <p:spPr>
          <a:xfrm>
            <a:off x="2864769" y="1548551"/>
            <a:ext cx="3585150" cy="838987"/>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3600"/>
              <a:buNone/>
              <a:defRPr b="1" sz="3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6" name="Google Shape;1576;p205"/>
          <p:cNvSpPr txBox="1"/>
          <p:nvPr>
            <p:ph idx="18" type="body"/>
          </p:nvPr>
        </p:nvSpPr>
        <p:spPr>
          <a:xfrm>
            <a:off x="2864769" y="5506854"/>
            <a:ext cx="3585150"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3600"/>
              <a:buNone/>
              <a:defRPr b="1" sz="36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7" name="Google Shape;1577;p205"/>
          <p:cNvSpPr txBox="1"/>
          <p:nvPr>
            <p:ph idx="19" type="body"/>
          </p:nvPr>
        </p:nvSpPr>
        <p:spPr>
          <a:xfrm>
            <a:off x="2864769" y="5129878"/>
            <a:ext cx="3585150"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800"/>
              <a:buNone/>
              <a:defRPr b="0"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578" name="Google Shape;1578;p205"/>
          <p:cNvGrpSpPr/>
          <p:nvPr/>
        </p:nvGrpSpPr>
        <p:grpSpPr>
          <a:xfrm>
            <a:off x="0" y="6766560"/>
            <a:ext cx="12192000" cy="91440"/>
            <a:chOff x="0" y="4480421"/>
            <a:chExt cx="12192000" cy="91440"/>
          </a:xfrm>
        </p:grpSpPr>
        <p:sp>
          <p:nvSpPr>
            <p:cNvPr id="1579" name="Google Shape;1579;p20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0" name="Google Shape;1580;p20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1" name="Google Shape;1581;p20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2" name="Google Shape;1582;p20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3" name="Google Shape;1583;p20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3">
  <p:cSld name="table 3">
    <p:spTree>
      <p:nvGrpSpPr>
        <p:cNvPr id="1584" name="Shape 1584"/>
        <p:cNvGrpSpPr/>
        <p:nvPr/>
      </p:nvGrpSpPr>
      <p:grpSpPr>
        <a:xfrm>
          <a:off x="0" y="0"/>
          <a:ext cx="0" cy="0"/>
          <a:chOff x="0" y="0"/>
          <a:chExt cx="0" cy="0"/>
        </a:xfrm>
      </p:grpSpPr>
      <p:sp>
        <p:nvSpPr>
          <p:cNvPr id="1585" name="Google Shape;1585;p206"/>
          <p:cNvSpPr txBox="1"/>
          <p:nvPr>
            <p:ph idx="1" type="body"/>
          </p:nvPr>
        </p:nvSpPr>
        <p:spPr>
          <a:xfrm>
            <a:off x="3359912" y="2034398"/>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6" name="Google Shape;1586;p206"/>
          <p:cNvSpPr txBox="1"/>
          <p:nvPr>
            <p:ph idx="2" type="body"/>
          </p:nvPr>
        </p:nvSpPr>
        <p:spPr>
          <a:xfrm>
            <a:off x="3359912" y="1780295"/>
            <a:ext cx="2594864" cy="607243"/>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7" name="Google Shape;1587;p206"/>
          <p:cNvSpPr txBox="1"/>
          <p:nvPr>
            <p:ph idx="3" type="body"/>
          </p:nvPr>
        </p:nvSpPr>
        <p:spPr>
          <a:xfrm>
            <a:off x="3359912"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8" name="Google Shape;1588;p206"/>
          <p:cNvSpPr txBox="1"/>
          <p:nvPr>
            <p:ph idx="4" type="body"/>
          </p:nvPr>
        </p:nvSpPr>
        <p:spPr>
          <a:xfrm>
            <a:off x="3359912"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9" name="Google Shape;1589;p206"/>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0" name="Google Shape;1590;p206"/>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1" name="Google Shape;1591;p206"/>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2" name="Google Shape;1592;p206"/>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3" name="Google Shape;1593;p20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94" name="Google Shape;1594;p206"/>
          <p:cNvSpPr txBox="1"/>
          <p:nvPr>
            <p:ph idx="5" type="body"/>
          </p:nvPr>
        </p:nvSpPr>
        <p:spPr>
          <a:xfrm>
            <a:off x="482600" y="2034398"/>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5" name="Google Shape;1595;p206"/>
          <p:cNvSpPr txBox="1"/>
          <p:nvPr>
            <p:ph idx="6" type="body"/>
          </p:nvPr>
        </p:nvSpPr>
        <p:spPr>
          <a:xfrm>
            <a:off x="482600" y="1780295"/>
            <a:ext cx="2594864" cy="607243"/>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6" name="Google Shape;1596;p206"/>
          <p:cNvSpPr txBox="1"/>
          <p:nvPr>
            <p:ph idx="7" type="body"/>
          </p:nvPr>
        </p:nvSpPr>
        <p:spPr>
          <a:xfrm>
            <a:off x="482600"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7" name="Google Shape;1597;p206"/>
          <p:cNvSpPr txBox="1"/>
          <p:nvPr>
            <p:ph idx="8" type="body"/>
          </p:nvPr>
        </p:nvSpPr>
        <p:spPr>
          <a:xfrm>
            <a:off x="482600"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8" name="Google Shape;1598;p206"/>
          <p:cNvSpPr txBox="1"/>
          <p:nvPr>
            <p:ph idx="9" type="body"/>
          </p:nvPr>
        </p:nvSpPr>
        <p:spPr>
          <a:xfrm>
            <a:off x="9114537" y="2040590"/>
            <a:ext cx="2594864" cy="2574178"/>
          </a:xfrm>
          <a:prstGeom prst="rect">
            <a:avLst/>
          </a:prstGeom>
          <a:solidFill>
            <a:srgbClr val="AABBC4"/>
          </a:solidFill>
          <a:ln>
            <a:noFill/>
          </a:ln>
        </p:spPr>
        <p:txBody>
          <a:bodyPr anchorCtr="0" anchor="t" bIns="45700" lIns="91425" spcFirstLastPara="1" rIns="91425" wrap="square" tIns="640075">
            <a:normAutofit/>
          </a:bodyPr>
          <a:lstStyle>
            <a:lvl1pPr indent="-317500" lvl="0" marL="457200" algn="l">
              <a:lnSpc>
                <a:spcPct val="90000"/>
              </a:lnSpc>
              <a:spcBef>
                <a:spcPts val="1000"/>
              </a:spcBef>
              <a:spcAft>
                <a:spcPts val="0"/>
              </a:spcAft>
              <a:buClr>
                <a:schemeClr val="accent2"/>
              </a:buClr>
              <a:buSzPts val="1400"/>
              <a:buChar char="•"/>
              <a:defRPr sz="14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9" name="Google Shape;1599;p206"/>
          <p:cNvSpPr txBox="1"/>
          <p:nvPr>
            <p:ph idx="13" type="body"/>
          </p:nvPr>
        </p:nvSpPr>
        <p:spPr>
          <a:xfrm>
            <a:off x="9114537" y="1780295"/>
            <a:ext cx="2594864" cy="607243"/>
          </a:xfrm>
          <a:prstGeom prst="rect">
            <a:avLst/>
          </a:prstGeom>
          <a:solidFill>
            <a:schemeClr val="accent5"/>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200"/>
              <a:buNone/>
              <a:defRPr b="1" sz="22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0" name="Google Shape;1600;p206"/>
          <p:cNvSpPr txBox="1"/>
          <p:nvPr>
            <p:ph idx="14" type="body"/>
          </p:nvPr>
        </p:nvSpPr>
        <p:spPr>
          <a:xfrm>
            <a:off x="9114537" y="5161362"/>
            <a:ext cx="2594864"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2800"/>
              <a:buNone/>
              <a:defRPr b="1"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1" name="Google Shape;1601;p206"/>
          <p:cNvSpPr txBox="1"/>
          <p:nvPr>
            <p:ph idx="15" type="body"/>
          </p:nvPr>
        </p:nvSpPr>
        <p:spPr>
          <a:xfrm>
            <a:off x="9114537" y="4784386"/>
            <a:ext cx="2594864"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000"/>
              <a:buNone/>
              <a:defRPr b="0" sz="20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2" name="Google Shape;1602;p206"/>
          <p:cNvSpPr txBox="1"/>
          <p:nvPr>
            <p:ph idx="16" type="body"/>
          </p:nvPr>
        </p:nvSpPr>
        <p:spPr>
          <a:xfrm>
            <a:off x="5742081" y="2034398"/>
            <a:ext cx="3585150" cy="2961648"/>
          </a:xfrm>
          <a:prstGeom prst="rect">
            <a:avLst/>
          </a:prstGeom>
          <a:solidFill>
            <a:srgbClr val="AABBC4"/>
          </a:solidFill>
          <a:ln>
            <a:noFill/>
          </a:ln>
        </p:spPr>
        <p:txBody>
          <a:bodyPr anchorCtr="0" anchor="t" bIns="45700" lIns="91425" spcFirstLastPara="1" rIns="91425" wrap="square" tIns="640075">
            <a:normAutofit/>
          </a:bodyPr>
          <a:lstStyle>
            <a:lvl1pPr indent="-342900" lvl="0" marL="457200" algn="l">
              <a:lnSpc>
                <a:spcPct val="90000"/>
              </a:lnSpc>
              <a:spcBef>
                <a:spcPts val="1000"/>
              </a:spcBef>
              <a:spcAft>
                <a:spcPts val="0"/>
              </a:spcAft>
              <a:buClr>
                <a:schemeClr val="accent2"/>
              </a:buClr>
              <a:buSzPts val="1800"/>
              <a:buChar char="•"/>
              <a:defRPr sz="1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3" name="Google Shape;1603;p206"/>
          <p:cNvSpPr txBox="1"/>
          <p:nvPr>
            <p:ph idx="17" type="body"/>
          </p:nvPr>
        </p:nvSpPr>
        <p:spPr>
          <a:xfrm>
            <a:off x="5742081" y="1548551"/>
            <a:ext cx="3585150" cy="838987"/>
          </a:xfrm>
          <a:prstGeom prst="rect">
            <a:avLst/>
          </a:prstGeom>
          <a:solidFill>
            <a:schemeClr val="accent3"/>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3600"/>
              <a:buNone/>
              <a:defRPr b="1" sz="3600" cap="none">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4" name="Google Shape;1604;p206"/>
          <p:cNvSpPr txBox="1"/>
          <p:nvPr>
            <p:ph idx="18" type="body"/>
          </p:nvPr>
        </p:nvSpPr>
        <p:spPr>
          <a:xfrm>
            <a:off x="5742081" y="5506854"/>
            <a:ext cx="3585150" cy="783448"/>
          </a:xfrm>
          <a:prstGeom prst="rect">
            <a:avLst/>
          </a:prstGeom>
          <a:solidFill>
            <a:srgbClr val="AABBC4"/>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accent2"/>
              </a:buClr>
              <a:buSzPts val="3600"/>
              <a:buNone/>
              <a:defRPr b="1" sz="36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5" name="Google Shape;1605;p206"/>
          <p:cNvSpPr txBox="1"/>
          <p:nvPr>
            <p:ph idx="19" type="body"/>
          </p:nvPr>
        </p:nvSpPr>
        <p:spPr>
          <a:xfrm>
            <a:off x="5742081" y="5129878"/>
            <a:ext cx="3585150" cy="387470"/>
          </a:xfrm>
          <a:prstGeom prst="rect">
            <a:avLst/>
          </a:prstGeom>
          <a:solidFill>
            <a:srgbClr val="D3DDE2"/>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accent2"/>
              </a:buClr>
              <a:buSzPts val="2800"/>
              <a:buNone/>
              <a:defRPr b="0" sz="2800">
                <a:solidFill>
                  <a:schemeClr val="accen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606" name="Google Shape;1606;p206"/>
          <p:cNvGrpSpPr/>
          <p:nvPr/>
        </p:nvGrpSpPr>
        <p:grpSpPr>
          <a:xfrm>
            <a:off x="0" y="6766560"/>
            <a:ext cx="12192000" cy="91440"/>
            <a:chOff x="0" y="4480421"/>
            <a:chExt cx="12192000" cy="91440"/>
          </a:xfrm>
        </p:grpSpPr>
        <p:sp>
          <p:nvSpPr>
            <p:cNvPr id="1607" name="Google Shape;1607;p206"/>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8" name="Google Shape;1608;p206"/>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9" name="Google Shape;1609;p206"/>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0" name="Google Shape;1610;p206"/>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1" name="Google Shape;1611;p206"/>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4">
  <p:cSld name="table 4">
    <p:spTree>
      <p:nvGrpSpPr>
        <p:cNvPr id="1612" name="Shape 1612"/>
        <p:cNvGrpSpPr/>
        <p:nvPr/>
      </p:nvGrpSpPr>
      <p:grpSpPr>
        <a:xfrm>
          <a:off x="0" y="0"/>
          <a:ext cx="0" cy="0"/>
          <a:chOff x="0" y="0"/>
          <a:chExt cx="0" cy="0"/>
        </a:xfrm>
      </p:grpSpPr>
      <p:sp>
        <p:nvSpPr>
          <p:cNvPr id="1613" name="Google Shape;1613;p207"/>
          <p:cNvSpPr/>
          <p:nvPr/>
        </p:nvSpPr>
        <p:spPr>
          <a:xfrm>
            <a:off x="482600" y="1773746"/>
            <a:ext cx="3242056" cy="4255070"/>
          </a:xfrm>
          <a:prstGeom prst="rect">
            <a:avLst/>
          </a:prstGeom>
          <a:solidFill>
            <a:schemeClr val="lt1"/>
          </a:solidFill>
          <a:ln cap="flat" cmpd="sng" w="12700">
            <a:solidFill>
              <a:srgbClr val="BFCDD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4" name="Google Shape;1614;p207"/>
          <p:cNvSpPr/>
          <p:nvPr/>
        </p:nvSpPr>
        <p:spPr>
          <a:xfrm>
            <a:off x="4474972" y="1773746"/>
            <a:ext cx="3242056" cy="4255070"/>
          </a:xfrm>
          <a:prstGeom prst="rect">
            <a:avLst/>
          </a:prstGeom>
          <a:solidFill>
            <a:schemeClr val="lt1"/>
          </a:solidFill>
          <a:ln cap="flat" cmpd="sng" w="12700">
            <a:solidFill>
              <a:srgbClr val="BFCDD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5" name="Google Shape;1615;p207"/>
          <p:cNvSpPr/>
          <p:nvPr/>
        </p:nvSpPr>
        <p:spPr>
          <a:xfrm>
            <a:off x="8467344" y="1773746"/>
            <a:ext cx="3242056" cy="4255070"/>
          </a:xfrm>
          <a:prstGeom prst="rect">
            <a:avLst/>
          </a:prstGeom>
          <a:solidFill>
            <a:schemeClr val="lt1"/>
          </a:solidFill>
          <a:ln cap="flat" cmpd="sng" w="12700">
            <a:solidFill>
              <a:srgbClr val="BFCDD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6" name="Google Shape;1616;p207"/>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7" name="Google Shape;1617;p207"/>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8" name="Google Shape;1618;p207"/>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9" name="Google Shape;1619;p207"/>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0" name="Google Shape;1620;p20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21" name="Google Shape;1621;p207"/>
          <p:cNvSpPr txBox="1"/>
          <p:nvPr>
            <p:ph idx="1" type="body"/>
          </p:nvPr>
        </p:nvSpPr>
        <p:spPr>
          <a:xfrm>
            <a:off x="482600" y="1780295"/>
            <a:ext cx="3242056" cy="6072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2" name="Google Shape;1622;p207"/>
          <p:cNvSpPr txBox="1"/>
          <p:nvPr>
            <p:ph idx="2" type="body"/>
          </p:nvPr>
        </p:nvSpPr>
        <p:spPr>
          <a:xfrm>
            <a:off x="482600" y="2406549"/>
            <a:ext cx="3242056" cy="783448"/>
          </a:xfrm>
          <a:prstGeom prst="rect">
            <a:avLst/>
          </a:prstGeom>
          <a:no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2800"/>
              <a:buNone/>
              <a:defRPr b="1" sz="28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3" name="Google Shape;1623;p207"/>
          <p:cNvSpPr txBox="1"/>
          <p:nvPr>
            <p:ph idx="3" type="body"/>
          </p:nvPr>
        </p:nvSpPr>
        <p:spPr>
          <a:xfrm>
            <a:off x="482600" y="3192136"/>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4" name="Google Shape;1624;p207"/>
          <p:cNvSpPr txBox="1"/>
          <p:nvPr>
            <p:ph idx="4" type="body"/>
          </p:nvPr>
        </p:nvSpPr>
        <p:spPr>
          <a:xfrm>
            <a:off x="8467345" y="1780295"/>
            <a:ext cx="3242056" cy="6072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5" name="Google Shape;1625;p207"/>
          <p:cNvSpPr txBox="1"/>
          <p:nvPr>
            <p:ph idx="5" type="body"/>
          </p:nvPr>
        </p:nvSpPr>
        <p:spPr>
          <a:xfrm>
            <a:off x="8467345" y="2406549"/>
            <a:ext cx="3242056" cy="783448"/>
          </a:xfrm>
          <a:prstGeom prst="rect">
            <a:avLst/>
          </a:prstGeom>
          <a:no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2800"/>
              <a:buNone/>
              <a:defRPr b="1" sz="28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6" name="Google Shape;1626;p207"/>
          <p:cNvSpPr txBox="1"/>
          <p:nvPr>
            <p:ph idx="6" type="body"/>
          </p:nvPr>
        </p:nvSpPr>
        <p:spPr>
          <a:xfrm>
            <a:off x="8467345" y="3192136"/>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7" name="Google Shape;1627;p207"/>
          <p:cNvSpPr txBox="1"/>
          <p:nvPr>
            <p:ph idx="7" type="body"/>
          </p:nvPr>
        </p:nvSpPr>
        <p:spPr>
          <a:xfrm>
            <a:off x="4474972" y="1780295"/>
            <a:ext cx="3242056" cy="6072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8" name="Google Shape;1628;p207"/>
          <p:cNvSpPr txBox="1"/>
          <p:nvPr>
            <p:ph idx="8" type="body"/>
          </p:nvPr>
        </p:nvSpPr>
        <p:spPr>
          <a:xfrm>
            <a:off x="4474972" y="2406549"/>
            <a:ext cx="3242056" cy="783448"/>
          </a:xfrm>
          <a:prstGeom prst="rect">
            <a:avLst/>
          </a:prstGeom>
          <a:no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2800"/>
              <a:buNone/>
              <a:defRPr b="1" sz="28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9" name="Google Shape;1629;p207"/>
          <p:cNvSpPr txBox="1"/>
          <p:nvPr>
            <p:ph idx="9" type="body"/>
          </p:nvPr>
        </p:nvSpPr>
        <p:spPr>
          <a:xfrm>
            <a:off x="4474972" y="3192136"/>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0" name="Google Shape;1630;p207"/>
          <p:cNvSpPr txBox="1"/>
          <p:nvPr>
            <p:ph idx="13" type="body"/>
          </p:nvPr>
        </p:nvSpPr>
        <p:spPr>
          <a:xfrm>
            <a:off x="482600" y="3588139"/>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1" name="Google Shape;1631;p207"/>
          <p:cNvSpPr txBox="1"/>
          <p:nvPr>
            <p:ph idx="14" type="body"/>
          </p:nvPr>
        </p:nvSpPr>
        <p:spPr>
          <a:xfrm>
            <a:off x="8467345" y="3588139"/>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2" name="Google Shape;1632;p207"/>
          <p:cNvSpPr txBox="1"/>
          <p:nvPr>
            <p:ph idx="15" type="body"/>
          </p:nvPr>
        </p:nvSpPr>
        <p:spPr>
          <a:xfrm>
            <a:off x="4474972" y="3588139"/>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3" name="Google Shape;1633;p207"/>
          <p:cNvSpPr txBox="1"/>
          <p:nvPr>
            <p:ph idx="16" type="body"/>
          </p:nvPr>
        </p:nvSpPr>
        <p:spPr>
          <a:xfrm>
            <a:off x="482600" y="3984141"/>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4" name="Google Shape;1634;p207"/>
          <p:cNvSpPr txBox="1"/>
          <p:nvPr>
            <p:ph idx="17" type="body"/>
          </p:nvPr>
        </p:nvSpPr>
        <p:spPr>
          <a:xfrm>
            <a:off x="8467345" y="3984141"/>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5" name="Google Shape;1635;p207"/>
          <p:cNvSpPr txBox="1"/>
          <p:nvPr>
            <p:ph idx="18" type="body"/>
          </p:nvPr>
        </p:nvSpPr>
        <p:spPr>
          <a:xfrm>
            <a:off x="4474972" y="3984141"/>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6" name="Google Shape;1636;p207"/>
          <p:cNvSpPr txBox="1"/>
          <p:nvPr>
            <p:ph idx="19" type="body"/>
          </p:nvPr>
        </p:nvSpPr>
        <p:spPr>
          <a:xfrm>
            <a:off x="482600" y="4380144"/>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7" name="Google Shape;1637;p207"/>
          <p:cNvSpPr txBox="1"/>
          <p:nvPr>
            <p:ph idx="20" type="body"/>
          </p:nvPr>
        </p:nvSpPr>
        <p:spPr>
          <a:xfrm>
            <a:off x="8467345" y="4380144"/>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8" name="Google Shape;1638;p207"/>
          <p:cNvSpPr txBox="1"/>
          <p:nvPr>
            <p:ph idx="21" type="body"/>
          </p:nvPr>
        </p:nvSpPr>
        <p:spPr>
          <a:xfrm>
            <a:off x="4474972" y="4380144"/>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9" name="Google Shape;1639;p207"/>
          <p:cNvSpPr txBox="1"/>
          <p:nvPr>
            <p:ph idx="22" type="body"/>
          </p:nvPr>
        </p:nvSpPr>
        <p:spPr>
          <a:xfrm>
            <a:off x="482600" y="4776146"/>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0" name="Google Shape;1640;p207"/>
          <p:cNvSpPr txBox="1"/>
          <p:nvPr>
            <p:ph idx="23" type="body"/>
          </p:nvPr>
        </p:nvSpPr>
        <p:spPr>
          <a:xfrm>
            <a:off x="8467345" y="4776146"/>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1" name="Google Shape;1641;p207"/>
          <p:cNvSpPr txBox="1"/>
          <p:nvPr>
            <p:ph idx="24" type="body"/>
          </p:nvPr>
        </p:nvSpPr>
        <p:spPr>
          <a:xfrm>
            <a:off x="4474972" y="4776146"/>
            <a:ext cx="3242056" cy="387470"/>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rgbClr val="647681"/>
              </a:buClr>
              <a:buSzPts val="1600"/>
              <a:buNone/>
              <a:defRPr b="0" sz="16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642" name="Google Shape;1642;p207"/>
          <p:cNvGrpSpPr/>
          <p:nvPr/>
        </p:nvGrpSpPr>
        <p:grpSpPr>
          <a:xfrm>
            <a:off x="482600" y="3192136"/>
            <a:ext cx="3242056" cy="1584010"/>
            <a:chOff x="482600" y="3192136"/>
            <a:chExt cx="3242056" cy="1584010"/>
          </a:xfrm>
        </p:grpSpPr>
        <p:cxnSp>
          <p:nvCxnSpPr>
            <p:cNvPr id="1643" name="Google Shape;1643;p207"/>
            <p:cNvCxnSpPr/>
            <p:nvPr/>
          </p:nvCxnSpPr>
          <p:spPr>
            <a:xfrm>
              <a:off x="482600" y="4776146"/>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44" name="Google Shape;1644;p207"/>
            <p:cNvCxnSpPr/>
            <p:nvPr/>
          </p:nvCxnSpPr>
          <p:spPr>
            <a:xfrm>
              <a:off x="482600" y="3192136"/>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45" name="Google Shape;1645;p207"/>
            <p:cNvCxnSpPr/>
            <p:nvPr/>
          </p:nvCxnSpPr>
          <p:spPr>
            <a:xfrm>
              <a:off x="482600" y="3588139"/>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46" name="Google Shape;1646;p207"/>
            <p:cNvCxnSpPr/>
            <p:nvPr/>
          </p:nvCxnSpPr>
          <p:spPr>
            <a:xfrm>
              <a:off x="482600" y="3984141"/>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47" name="Google Shape;1647;p207"/>
            <p:cNvCxnSpPr/>
            <p:nvPr/>
          </p:nvCxnSpPr>
          <p:spPr>
            <a:xfrm>
              <a:off x="482600" y="4380144"/>
              <a:ext cx="3242056" cy="0"/>
            </a:xfrm>
            <a:prstGeom prst="straightConnector1">
              <a:avLst/>
            </a:prstGeom>
            <a:noFill/>
            <a:ln cap="flat" cmpd="sng" w="9525">
              <a:solidFill>
                <a:srgbClr val="E7EAEC"/>
              </a:solidFill>
              <a:prstDash val="solid"/>
              <a:miter lim="800000"/>
              <a:headEnd len="sm" w="sm" type="none"/>
              <a:tailEnd len="sm" w="sm" type="none"/>
            </a:ln>
          </p:spPr>
        </p:cxnSp>
      </p:grpSp>
      <p:sp>
        <p:nvSpPr>
          <p:cNvPr id="1648" name="Google Shape;1648;p207"/>
          <p:cNvSpPr txBox="1"/>
          <p:nvPr>
            <p:ph idx="25" type="body"/>
          </p:nvPr>
        </p:nvSpPr>
        <p:spPr>
          <a:xfrm>
            <a:off x="4474972" y="5219609"/>
            <a:ext cx="3242056" cy="783448"/>
          </a:xfrm>
          <a:prstGeom prst="rect">
            <a:avLst/>
          </a:prstGeom>
          <a:no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rgbClr val="647681"/>
              </a:buClr>
              <a:buSzPts val="2000"/>
              <a:buNone/>
              <a:defRPr b="1" sz="20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9" name="Google Shape;1649;p207"/>
          <p:cNvSpPr txBox="1"/>
          <p:nvPr>
            <p:ph idx="26" type="body"/>
          </p:nvPr>
        </p:nvSpPr>
        <p:spPr>
          <a:xfrm>
            <a:off x="482600" y="5219609"/>
            <a:ext cx="3242056" cy="783448"/>
          </a:xfrm>
          <a:prstGeom prst="rect">
            <a:avLst/>
          </a:prstGeom>
          <a:no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rgbClr val="647681"/>
              </a:buClr>
              <a:buSzPts val="2000"/>
              <a:buNone/>
              <a:defRPr b="1" sz="20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0" name="Google Shape;1650;p207"/>
          <p:cNvSpPr txBox="1"/>
          <p:nvPr>
            <p:ph idx="27" type="body"/>
          </p:nvPr>
        </p:nvSpPr>
        <p:spPr>
          <a:xfrm>
            <a:off x="8467345" y="5219609"/>
            <a:ext cx="3242056" cy="783448"/>
          </a:xfrm>
          <a:prstGeom prst="rect">
            <a:avLst/>
          </a:prstGeom>
          <a:no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rgbClr val="647681"/>
              </a:buClr>
              <a:buSzPts val="2000"/>
              <a:buNone/>
              <a:defRPr b="1" sz="2000">
                <a:solidFill>
                  <a:srgbClr val="64768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651" name="Google Shape;1651;p207"/>
          <p:cNvGrpSpPr/>
          <p:nvPr/>
        </p:nvGrpSpPr>
        <p:grpSpPr>
          <a:xfrm>
            <a:off x="4474972" y="3192136"/>
            <a:ext cx="3242056" cy="1584010"/>
            <a:chOff x="482600" y="3192136"/>
            <a:chExt cx="3242056" cy="1584010"/>
          </a:xfrm>
        </p:grpSpPr>
        <p:cxnSp>
          <p:nvCxnSpPr>
            <p:cNvPr id="1652" name="Google Shape;1652;p207"/>
            <p:cNvCxnSpPr/>
            <p:nvPr/>
          </p:nvCxnSpPr>
          <p:spPr>
            <a:xfrm>
              <a:off x="482600" y="4776146"/>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53" name="Google Shape;1653;p207"/>
            <p:cNvCxnSpPr/>
            <p:nvPr/>
          </p:nvCxnSpPr>
          <p:spPr>
            <a:xfrm>
              <a:off x="482600" y="3192136"/>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54" name="Google Shape;1654;p207"/>
            <p:cNvCxnSpPr/>
            <p:nvPr/>
          </p:nvCxnSpPr>
          <p:spPr>
            <a:xfrm>
              <a:off x="482600" y="3588139"/>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55" name="Google Shape;1655;p207"/>
            <p:cNvCxnSpPr/>
            <p:nvPr/>
          </p:nvCxnSpPr>
          <p:spPr>
            <a:xfrm>
              <a:off x="482600" y="3984141"/>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56" name="Google Shape;1656;p207"/>
            <p:cNvCxnSpPr/>
            <p:nvPr/>
          </p:nvCxnSpPr>
          <p:spPr>
            <a:xfrm>
              <a:off x="482600" y="4380144"/>
              <a:ext cx="3242056" cy="0"/>
            </a:xfrm>
            <a:prstGeom prst="straightConnector1">
              <a:avLst/>
            </a:prstGeom>
            <a:noFill/>
            <a:ln cap="flat" cmpd="sng" w="9525">
              <a:solidFill>
                <a:srgbClr val="E7EAEC"/>
              </a:solidFill>
              <a:prstDash val="solid"/>
              <a:miter lim="800000"/>
              <a:headEnd len="sm" w="sm" type="none"/>
              <a:tailEnd len="sm" w="sm" type="none"/>
            </a:ln>
          </p:spPr>
        </p:cxnSp>
      </p:grpSp>
      <p:grpSp>
        <p:nvGrpSpPr>
          <p:cNvPr id="1657" name="Google Shape;1657;p207"/>
          <p:cNvGrpSpPr/>
          <p:nvPr/>
        </p:nvGrpSpPr>
        <p:grpSpPr>
          <a:xfrm>
            <a:off x="8467344" y="3192136"/>
            <a:ext cx="3242056" cy="1584010"/>
            <a:chOff x="482600" y="3192136"/>
            <a:chExt cx="3242056" cy="1584010"/>
          </a:xfrm>
        </p:grpSpPr>
        <p:cxnSp>
          <p:nvCxnSpPr>
            <p:cNvPr id="1658" name="Google Shape;1658;p207"/>
            <p:cNvCxnSpPr/>
            <p:nvPr/>
          </p:nvCxnSpPr>
          <p:spPr>
            <a:xfrm>
              <a:off x="482600" y="4776146"/>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59" name="Google Shape;1659;p207"/>
            <p:cNvCxnSpPr/>
            <p:nvPr/>
          </p:nvCxnSpPr>
          <p:spPr>
            <a:xfrm>
              <a:off x="482600" y="3192136"/>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60" name="Google Shape;1660;p207"/>
            <p:cNvCxnSpPr/>
            <p:nvPr/>
          </p:nvCxnSpPr>
          <p:spPr>
            <a:xfrm>
              <a:off x="482600" y="3588139"/>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61" name="Google Shape;1661;p207"/>
            <p:cNvCxnSpPr/>
            <p:nvPr/>
          </p:nvCxnSpPr>
          <p:spPr>
            <a:xfrm>
              <a:off x="482600" y="3984141"/>
              <a:ext cx="3242056" cy="0"/>
            </a:xfrm>
            <a:prstGeom prst="straightConnector1">
              <a:avLst/>
            </a:prstGeom>
            <a:noFill/>
            <a:ln cap="flat" cmpd="sng" w="9525">
              <a:solidFill>
                <a:srgbClr val="E7EAEC"/>
              </a:solidFill>
              <a:prstDash val="solid"/>
              <a:miter lim="800000"/>
              <a:headEnd len="sm" w="sm" type="none"/>
              <a:tailEnd len="sm" w="sm" type="none"/>
            </a:ln>
          </p:spPr>
        </p:cxnSp>
        <p:cxnSp>
          <p:nvCxnSpPr>
            <p:cNvPr id="1662" name="Google Shape;1662;p207"/>
            <p:cNvCxnSpPr/>
            <p:nvPr/>
          </p:nvCxnSpPr>
          <p:spPr>
            <a:xfrm>
              <a:off x="482600" y="4380144"/>
              <a:ext cx="3242056" cy="0"/>
            </a:xfrm>
            <a:prstGeom prst="straightConnector1">
              <a:avLst/>
            </a:prstGeom>
            <a:noFill/>
            <a:ln cap="flat" cmpd="sng" w="9525">
              <a:solidFill>
                <a:srgbClr val="E7EAEC"/>
              </a:solidFill>
              <a:prstDash val="solid"/>
              <a:miter lim="800000"/>
              <a:headEnd len="sm" w="sm" type="none"/>
              <a:tailEnd len="sm" w="sm" type="none"/>
            </a:ln>
          </p:spPr>
        </p:cxnSp>
      </p:grpSp>
      <p:grpSp>
        <p:nvGrpSpPr>
          <p:cNvPr id="1663" name="Google Shape;1663;p207"/>
          <p:cNvGrpSpPr/>
          <p:nvPr/>
        </p:nvGrpSpPr>
        <p:grpSpPr>
          <a:xfrm>
            <a:off x="0" y="6766560"/>
            <a:ext cx="12192000" cy="91440"/>
            <a:chOff x="0" y="4480421"/>
            <a:chExt cx="12192000" cy="91440"/>
          </a:xfrm>
        </p:grpSpPr>
        <p:sp>
          <p:nvSpPr>
            <p:cNvPr id="1664" name="Google Shape;1664;p207"/>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5" name="Google Shape;1665;p207"/>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6" name="Google Shape;1666;p207"/>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7" name="Google Shape;1667;p207"/>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8" name="Google Shape;1668;p207"/>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1669" name="Shape 1669"/>
        <p:cNvGrpSpPr/>
        <p:nvPr/>
      </p:nvGrpSpPr>
      <p:grpSpPr>
        <a:xfrm>
          <a:off x="0" y="0"/>
          <a:ext cx="0" cy="0"/>
          <a:chOff x="0" y="0"/>
          <a:chExt cx="0" cy="0"/>
        </a:xfrm>
      </p:grpSpPr>
      <p:sp>
        <p:nvSpPr>
          <p:cNvPr id="1670" name="Google Shape;1670;p208"/>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1" name="Google Shape;1671;p208"/>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2" name="Google Shape;1672;p208"/>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3" name="Google Shape;1673;p208"/>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4" name="Google Shape;1674;p20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1675" name="Google Shape;1675;p208"/>
          <p:cNvGrpSpPr/>
          <p:nvPr/>
        </p:nvGrpSpPr>
        <p:grpSpPr>
          <a:xfrm>
            <a:off x="0" y="6766560"/>
            <a:ext cx="12192000" cy="91440"/>
            <a:chOff x="0" y="4480421"/>
            <a:chExt cx="12192000" cy="91440"/>
          </a:xfrm>
        </p:grpSpPr>
        <p:sp>
          <p:nvSpPr>
            <p:cNvPr id="1676" name="Google Shape;1676;p208"/>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7" name="Google Shape;1677;p208"/>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8" name="Google Shape;1678;p208"/>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9" name="Google Shape;1679;p208"/>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0" name="Google Shape;1680;p208"/>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table">
  <p:cSld name="full width table">
    <p:spTree>
      <p:nvGrpSpPr>
        <p:cNvPr id="1681" name="Shape 1681"/>
        <p:cNvGrpSpPr/>
        <p:nvPr/>
      </p:nvGrpSpPr>
      <p:grpSpPr>
        <a:xfrm>
          <a:off x="0" y="0"/>
          <a:ext cx="0" cy="0"/>
          <a:chOff x="0" y="0"/>
          <a:chExt cx="0" cy="0"/>
        </a:xfrm>
      </p:grpSpPr>
      <p:sp>
        <p:nvSpPr>
          <p:cNvPr id="1682" name="Google Shape;1682;p209"/>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3" name="Google Shape;1683;p209"/>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4" name="Google Shape;1684;p209"/>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5" name="Google Shape;1685;p209"/>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6" name="Google Shape;1686;p20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1687" name="Google Shape;1687;p209"/>
          <p:cNvGrpSpPr/>
          <p:nvPr/>
        </p:nvGrpSpPr>
        <p:grpSpPr>
          <a:xfrm>
            <a:off x="0" y="6766560"/>
            <a:ext cx="12192000" cy="91440"/>
            <a:chOff x="0" y="4480421"/>
            <a:chExt cx="12192000" cy="91440"/>
          </a:xfrm>
        </p:grpSpPr>
        <p:sp>
          <p:nvSpPr>
            <p:cNvPr id="1688" name="Google Shape;1688;p20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9" name="Google Shape;1689;p209"/>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0" name="Google Shape;1690;p20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1" name="Google Shape;1691;p20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2" name="Google Shape;1692;p20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and chart">
  <p:cSld name="map and chart">
    <p:spTree>
      <p:nvGrpSpPr>
        <p:cNvPr id="1693" name="Shape 1693"/>
        <p:cNvGrpSpPr/>
        <p:nvPr/>
      </p:nvGrpSpPr>
      <p:grpSpPr>
        <a:xfrm>
          <a:off x="0" y="0"/>
          <a:ext cx="0" cy="0"/>
          <a:chOff x="0" y="0"/>
          <a:chExt cx="0" cy="0"/>
        </a:xfrm>
      </p:grpSpPr>
      <p:sp>
        <p:nvSpPr>
          <p:cNvPr id="1694" name="Google Shape;1694;p210"/>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5" name="Google Shape;1695;p210"/>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6" name="Google Shape;1696;p210"/>
          <p:cNvSpPr txBox="1"/>
          <p:nvPr>
            <p:ph idx="10" type="dt"/>
          </p:nvPr>
        </p:nvSpPr>
        <p:spPr>
          <a:xfrm>
            <a:off x="482598"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7" name="Google Shape;1697;p210"/>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8" name="Google Shape;1698;p210"/>
          <p:cNvSpPr txBox="1"/>
          <p:nvPr>
            <p:ph idx="12" type="sldNum"/>
          </p:nvPr>
        </p:nvSpPr>
        <p:spPr>
          <a:xfrm>
            <a:off x="8970265"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99" name="Google Shape;1699;p210"/>
          <p:cNvSpPr txBox="1"/>
          <p:nvPr>
            <p:ph idx="1" type="body"/>
          </p:nvPr>
        </p:nvSpPr>
        <p:spPr>
          <a:xfrm>
            <a:off x="482598" y="2967665"/>
            <a:ext cx="3246120" cy="607243"/>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0" name="Google Shape;1700;p210"/>
          <p:cNvSpPr txBox="1"/>
          <p:nvPr>
            <p:ph idx="2" type="body"/>
          </p:nvPr>
        </p:nvSpPr>
        <p:spPr>
          <a:xfrm>
            <a:off x="8467345" y="2967665"/>
            <a:ext cx="3246120" cy="607243"/>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1" name="Google Shape;1701;p210"/>
          <p:cNvSpPr txBox="1"/>
          <p:nvPr>
            <p:ph idx="3" type="body"/>
          </p:nvPr>
        </p:nvSpPr>
        <p:spPr>
          <a:xfrm>
            <a:off x="4472940" y="2967665"/>
            <a:ext cx="3246120" cy="607243"/>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2" name="Google Shape;1702;p210"/>
          <p:cNvSpPr txBox="1"/>
          <p:nvPr>
            <p:ph idx="4" type="body"/>
          </p:nvPr>
        </p:nvSpPr>
        <p:spPr>
          <a:xfrm>
            <a:off x="482598" y="3593919"/>
            <a:ext cx="3246120" cy="1117781"/>
          </a:xfrm>
          <a:prstGeom prst="rect">
            <a:avLst/>
          </a:prstGeom>
          <a:noFill/>
          <a:ln>
            <a:noFill/>
          </a:ln>
        </p:spPr>
        <p:txBody>
          <a:bodyPr anchorCtr="0" anchor="t" bIns="45700" lIns="91425" spcFirstLastPara="1" rIns="91425" wrap="square" tIns="45700">
            <a:noAutofit/>
          </a:bodyPr>
          <a:lstStyle>
            <a:lvl1pPr indent="-330200" lvl="0" marL="457200" algn="l">
              <a:lnSpc>
                <a:spcPct val="90000"/>
              </a:lnSpc>
              <a:spcBef>
                <a:spcPts val="1000"/>
              </a:spcBef>
              <a:spcAft>
                <a:spcPts val="0"/>
              </a:spcAft>
              <a:buClr>
                <a:schemeClr val="lt2"/>
              </a:buClr>
              <a:buSzPts val="1600"/>
              <a:buChar char="•"/>
              <a:defRPr sz="1600">
                <a:solidFill>
                  <a:schemeClr val="lt2"/>
                </a:solidFill>
              </a:defRPr>
            </a:lvl1pPr>
            <a:lvl2pPr indent="-330200" lvl="1" marL="914400" algn="l">
              <a:lnSpc>
                <a:spcPct val="90000"/>
              </a:lnSpc>
              <a:spcBef>
                <a:spcPts val="500"/>
              </a:spcBef>
              <a:spcAft>
                <a:spcPts val="0"/>
              </a:spcAft>
              <a:buClr>
                <a:schemeClr val="lt2"/>
              </a:buClr>
              <a:buSzPts val="1600"/>
              <a:buChar char="•"/>
              <a:defRPr sz="1600">
                <a:solidFill>
                  <a:schemeClr val="lt2"/>
                </a:solidFill>
              </a:defRPr>
            </a:lvl2pPr>
            <a:lvl3pPr indent="-330200" lvl="2" marL="1371600" algn="l">
              <a:lnSpc>
                <a:spcPct val="90000"/>
              </a:lnSpc>
              <a:spcBef>
                <a:spcPts val="500"/>
              </a:spcBef>
              <a:spcAft>
                <a:spcPts val="0"/>
              </a:spcAft>
              <a:buClr>
                <a:schemeClr val="lt2"/>
              </a:buClr>
              <a:buSzPts val="1600"/>
              <a:buChar char="•"/>
              <a:defRPr sz="1600">
                <a:solidFill>
                  <a:schemeClr val="lt2"/>
                </a:solidFill>
              </a:defRPr>
            </a:lvl3pPr>
            <a:lvl4pPr indent="-317500" lvl="3" marL="1828800" algn="l">
              <a:lnSpc>
                <a:spcPct val="90000"/>
              </a:lnSpc>
              <a:spcBef>
                <a:spcPts val="500"/>
              </a:spcBef>
              <a:spcAft>
                <a:spcPts val="0"/>
              </a:spcAft>
              <a:buClr>
                <a:schemeClr val="lt2"/>
              </a:buClr>
              <a:buSzPts val="1400"/>
              <a:buChar char="•"/>
              <a:defRPr sz="1400">
                <a:solidFill>
                  <a:schemeClr val="lt2"/>
                </a:solidFill>
              </a:defRPr>
            </a:lvl4pPr>
            <a:lvl5pPr indent="-317500" lvl="4" marL="2286000" algn="l">
              <a:lnSpc>
                <a:spcPct val="9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3" name="Google Shape;1703;p210"/>
          <p:cNvSpPr txBox="1"/>
          <p:nvPr>
            <p:ph idx="5" type="body"/>
          </p:nvPr>
        </p:nvSpPr>
        <p:spPr>
          <a:xfrm>
            <a:off x="4472940" y="3593919"/>
            <a:ext cx="3246120" cy="1117781"/>
          </a:xfrm>
          <a:prstGeom prst="rect">
            <a:avLst/>
          </a:prstGeom>
          <a:noFill/>
          <a:ln>
            <a:noFill/>
          </a:ln>
        </p:spPr>
        <p:txBody>
          <a:bodyPr anchorCtr="0" anchor="t" bIns="45700" lIns="91425" spcFirstLastPara="1" rIns="91425" wrap="square" tIns="45700">
            <a:noAutofit/>
          </a:bodyPr>
          <a:lstStyle>
            <a:lvl1pPr indent="-330200" lvl="0" marL="457200" algn="l">
              <a:lnSpc>
                <a:spcPct val="90000"/>
              </a:lnSpc>
              <a:spcBef>
                <a:spcPts val="1000"/>
              </a:spcBef>
              <a:spcAft>
                <a:spcPts val="0"/>
              </a:spcAft>
              <a:buClr>
                <a:schemeClr val="lt2"/>
              </a:buClr>
              <a:buSzPts val="1600"/>
              <a:buChar char="•"/>
              <a:defRPr sz="1600">
                <a:solidFill>
                  <a:schemeClr val="lt2"/>
                </a:solidFill>
              </a:defRPr>
            </a:lvl1pPr>
            <a:lvl2pPr indent="-330200" lvl="1" marL="914400" algn="l">
              <a:lnSpc>
                <a:spcPct val="90000"/>
              </a:lnSpc>
              <a:spcBef>
                <a:spcPts val="500"/>
              </a:spcBef>
              <a:spcAft>
                <a:spcPts val="0"/>
              </a:spcAft>
              <a:buClr>
                <a:schemeClr val="lt2"/>
              </a:buClr>
              <a:buSzPts val="1600"/>
              <a:buChar char="•"/>
              <a:defRPr sz="1600">
                <a:solidFill>
                  <a:schemeClr val="lt2"/>
                </a:solidFill>
              </a:defRPr>
            </a:lvl2pPr>
            <a:lvl3pPr indent="-330200" lvl="2" marL="1371600" algn="l">
              <a:lnSpc>
                <a:spcPct val="90000"/>
              </a:lnSpc>
              <a:spcBef>
                <a:spcPts val="500"/>
              </a:spcBef>
              <a:spcAft>
                <a:spcPts val="0"/>
              </a:spcAft>
              <a:buClr>
                <a:schemeClr val="lt2"/>
              </a:buClr>
              <a:buSzPts val="1600"/>
              <a:buChar char="•"/>
              <a:defRPr sz="1600">
                <a:solidFill>
                  <a:schemeClr val="lt2"/>
                </a:solidFill>
              </a:defRPr>
            </a:lvl3pPr>
            <a:lvl4pPr indent="-317500" lvl="3" marL="1828800" algn="l">
              <a:lnSpc>
                <a:spcPct val="90000"/>
              </a:lnSpc>
              <a:spcBef>
                <a:spcPts val="500"/>
              </a:spcBef>
              <a:spcAft>
                <a:spcPts val="0"/>
              </a:spcAft>
              <a:buClr>
                <a:schemeClr val="lt2"/>
              </a:buClr>
              <a:buSzPts val="1400"/>
              <a:buChar char="•"/>
              <a:defRPr sz="1400">
                <a:solidFill>
                  <a:schemeClr val="lt2"/>
                </a:solidFill>
              </a:defRPr>
            </a:lvl4pPr>
            <a:lvl5pPr indent="-317500" lvl="4" marL="2286000" algn="l">
              <a:lnSpc>
                <a:spcPct val="9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4" name="Google Shape;1704;p210"/>
          <p:cNvSpPr txBox="1"/>
          <p:nvPr>
            <p:ph idx="6" type="body"/>
          </p:nvPr>
        </p:nvSpPr>
        <p:spPr>
          <a:xfrm>
            <a:off x="8467345" y="3593919"/>
            <a:ext cx="3246120" cy="1117781"/>
          </a:xfrm>
          <a:prstGeom prst="rect">
            <a:avLst/>
          </a:prstGeom>
          <a:noFill/>
          <a:ln>
            <a:noFill/>
          </a:ln>
        </p:spPr>
        <p:txBody>
          <a:bodyPr anchorCtr="0" anchor="t" bIns="45700" lIns="91425" spcFirstLastPara="1" rIns="91425" wrap="square" tIns="45700">
            <a:noAutofit/>
          </a:bodyPr>
          <a:lstStyle>
            <a:lvl1pPr indent="-330200" lvl="0" marL="457200" algn="l">
              <a:lnSpc>
                <a:spcPct val="90000"/>
              </a:lnSpc>
              <a:spcBef>
                <a:spcPts val="1000"/>
              </a:spcBef>
              <a:spcAft>
                <a:spcPts val="0"/>
              </a:spcAft>
              <a:buClr>
                <a:schemeClr val="lt2"/>
              </a:buClr>
              <a:buSzPts val="1600"/>
              <a:buChar char="•"/>
              <a:defRPr sz="1600">
                <a:solidFill>
                  <a:schemeClr val="lt2"/>
                </a:solidFill>
              </a:defRPr>
            </a:lvl1pPr>
            <a:lvl2pPr indent="-330200" lvl="1" marL="914400" algn="l">
              <a:lnSpc>
                <a:spcPct val="90000"/>
              </a:lnSpc>
              <a:spcBef>
                <a:spcPts val="500"/>
              </a:spcBef>
              <a:spcAft>
                <a:spcPts val="0"/>
              </a:spcAft>
              <a:buClr>
                <a:schemeClr val="lt2"/>
              </a:buClr>
              <a:buSzPts val="1600"/>
              <a:buChar char="•"/>
              <a:defRPr sz="1600">
                <a:solidFill>
                  <a:schemeClr val="lt2"/>
                </a:solidFill>
              </a:defRPr>
            </a:lvl2pPr>
            <a:lvl3pPr indent="-330200" lvl="2" marL="1371600" algn="l">
              <a:lnSpc>
                <a:spcPct val="90000"/>
              </a:lnSpc>
              <a:spcBef>
                <a:spcPts val="500"/>
              </a:spcBef>
              <a:spcAft>
                <a:spcPts val="0"/>
              </a:spcAft>
              <a:buClr>
                <a:schemeClr val="lt2"/>
              </a:buClr>
              <a:buSzPts val="1600"/>
              <a:buChar char="•"/>
              <a:defRPr sz="1600">
                <a:solidFill>
                  <a:schemeClr val="lt2"/>
                </a:solidFill>
              </a:defRPr>
            </a:lvl3pPr>
            <a:lvl4pPr indent="-317500" lvl="3" marL="1828800" algn="l">
              <a:lnSpc>
                <a:spcPct val="90000"/>
              </a:lnSpc>
              <a:spcBef>
                <a:spcPts val="500"/>
              </a:spcBef>
              <a:spcAft>
                <a:spcPts val="0"/>
              </a:spcAft>
              <a:buClr>
                <a:schemeClr val="lt2"/>
              </a:buClr>
              <a:buSzPts val="1400"/>
              <a:buChar char="•"/>
              <a:defRPr sz="1400">
                <a:solidFill>
                  <a:schemeClr val="lt2"/>
                </a:solidFill>
              </a:defRPr>
            </a:lvl4pPr>
            <a:lvl5pPr indent="-317500" lvl="4" marL="2286000" algn="l">
              <a:lnSpc>
                <a:spcPct val="9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5" name="Google Shape;1705;p210"/>
          <p:cNvSpPr/>
          <p:nvPr>
            <p:ph idx="7" type="chart"/>
          </p:nvPr>
        </p:nvSpPr>
        <p:spPr>
          <a:xfrm>
            <a:off x="482598" y="4730711"/>
            <a:ext cx="3246120" cy="151768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6" name="Google Shape;1706;p210"/>
          <p:cNvSpPr/>
          <p:nvPr>
            <p:ph idx="8" type="chart"/>
          </p:nvPr>
        </p:nvSpPr>
        <p:spPr>
          <a:xfrm>
            <a:off x="4472940" y="4730711"/>
            <a:ext cx="3246120" cy="151768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7" name="Google Shape;1707;p210"/>
          <p:cNvSpPr/>
          <p:nvPr>
            <p:ph idx="9" type="chart"/>
          </p:nvPr>
        </p:nvSpPr>
        <p:spPr>
          <a:xfrm>
            <a:off x="8467345" y="4730711"/>
            <a:ext cx="3246120" cy="151768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708" name="Google Shape;1708;p210"/>
          <p:cNvGrpSpPr/>
          <p:nvPr/>
        </p:nvGrpSpPr>
        <p:grpSpPr>
          <a:xfrm>
            <a:off x="0" y="6766560"/>
            <a:ext cx="12192000" cy="91440"/>
            <a:chOff x="0" y="4480421"/>
            <a:chExt cx="12192000" cy="91440"/>
          </a:xfrm>
        </p:grpSpPr>
        <p:sp>
          <p:nvSpPr>
            <p:cNvPr id="1709" name="Google Shape;1709;p210"/>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0" name="Google Shape;1710;p210"/>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1" name="Google Shape;1711;p210"/>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2" name="Google Shape;1712;p210"/>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3" name="Google Shape;1713;p210"/>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and chart 2">
  <p:cSld name="map and chart 2">
    <p:spTree>
      <p:nvGrpSpPr>
        <p:cNvPr id="1714" name="Shape 1714"/>
        <p:cNvGrpSpPr/>
        <p:nvPr/>
      </p:nvGrpSpPr>
      <p:grpSpPr>
        <a:xfrm>
          <a:off x="0" y="0"/>
          <a:ext cx="0" cy="0"/>
          <a:chOff x="0" y="0"/>
          <a:chExt cx="0" cy="0"/>
        </a:xfrm>
      </p:grpSpPr>
      <p:sp>
        <p:nvSpPr>
          <p:cNvPr id="1715" name="Google Shape;1715;p211"/>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6" name="Google Shape;1716;p211"/>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7" name="Google Shape;1717;p211"/>
          <p:cNvSpPr txBox="1"/>
          <p:nvPr>
            <p:ph idx="10" type="dt"/>
          </p:nvPr>
        </p:nvSpPr>
        <p:spPr>
          <a:xfrm>
            <a:off x="482598"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8" name="Google Shape;1718;p211"/>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9" name="Google Shape;1719;p211"/>
          <p:cNvSpPr txBox="1"/>
          <p:nvPr>
            <p:ph idx="12" type="sldNum"/>
          </p:nvPr>
        </p:nvSpPr>
        <p:spPr>
          <a:xfrm>
            <a:off x="8970265"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20" name="Google Shape;1720;p211"/>
          <p:cNvSpPr txBox="1"/>
          <p:nvPr>
            <p:ph idx="1" type="body"/>
          </p:nvPr>
        </p:nvSpPr>
        <p:spPr>
          <a:xfrm>
            <a:off x="482598" y="4224965"/>
            <a:ext cx="5613402" cy="607243"/>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1" name="Google Shape;1721;p211"/>
          <p:cNvSpPr txBox="1"/>
          <p:nvPr>
            <p:ph idx="2" type="body"/>
          </p:nvPr>
        </p:nvSpPr>
        <p:spPr>
          <a:xfrm>
            <a:off x="482598" y="4851219"/>
            <a:ext cx="5613402" cy="1117781"/>
          </a:xfrm>
          <a:prstGeom prst="rect">
            <a:avLst/>
          </a:prstGeom>
          <a:noFill/>
          <a:ln>
            <a:noFill/>
          </a:ln>
        </p:spPr>
        <p:txBody>
          <a:bodyPr anchorCtr="0" anchor="t" bIns="45700" lIns="91425" spcFirstLastPara="1" rIns="91425" wrap="square" tIns="45700">
            <a:noAutofit/>
          </a:bodyPr>
          <a:lstStyle>
            <a:lvl1pPr indent="-330200" lvl="0" marL="457200" algn="l">
              <a:lnSpc>
                <a:spcPct val="90000"/>
              </a:lnSpc>
              <a:spcBef>
                <a:spcPts val="1000"/>
              </a:spcBef>
              <a:spcAft>
                <a:spcPts val="0"/>
              </a:spcAft>
              <a:buClr>
                <a:schemeClr val="lt2"/>
              </a:buClr>
              <a:buSzPts val="1600"/>
              <a:buChar char="•"/>
              <a:defRPr sz="1600">
                <a:solidFill>
                  <a:schemeClr val="lt2"/>
                </a:solidFill>
              </a:defRPr>
            </a:lvl1pPr>
            <a:lvl2pPr indent="-330200" lvl="1" marL="914400" algn="l">
              <a:lnSpc>
                <a:spcPct val="90000"/>
              </a:lnSpc>
              <a:spcBef>
                <a:spcPts val="500"/>
              </a:spcBef>
              <a:spcAft>
                <a:spcPts val="0"/>
              </a:spcAft>
              <a:buClr>
                <a:schemeClr val="lt2"/>
              </a:buClr>
              <a:buSzPts val="1600"/>
              <a:buChar char="•"/>
              <a:defRPr sz="1600">
                <a:solidFill>
                  <a:schemeClr val="lt2"/>
                </a:solidFill>
              </a:defRPr>
            </a:lvl2pPr>
            <a:lvl3pPr indent="-330200" lvl="2" marL="1371600" algn="l">
              <a:lnSpc>
                <a:spcPct val="90000"/>
              </a:lnSpc>
              <a:spcBef>
                <a:spcPts val="500"/>
              </a:spcBef>
              <a:spcAft>
                <a:spcPts val="0"/>
              </a:spcAft>
              <a:buClr>
                <a:schemeClr val="lt2"/>
              </a:buClr>
              <a:buSzPts val="1600"/>
              <a:buChar char="•"/>
              <a:defRPr sz="1600">
                <a:solidFill>
                  <a:schemeClr val="lt2"/>
                </a:solidFill>
              </a:defRPr>
            </a:lvl3pPr>
            <a:lvl4pPr indent="-317500" lvl="3" marL="1828800" algn="l">
              <a:lnSpc>
                <a:spcPct val="90000"/>
              </a:lnSpc>
              <a:spcBef>
                <a:spcPts val="500"/>
              </a:spcBef>
              <a:spcAft>
                <a:spcPts val="0"/>
              </a:spcAft>
              <a:buClr>
                <a:schemeClr val="lt2"/>
              </a:buClr>
              <a:buSzPts val="1400"/>
              <a:buChar char="•"/>
              <a:defRPr sz="1400">
                <a:solidFill>
                  <a:schemeClr val="lt2"/>
                </a:solidFill>
              </a:defRPr>
            </a:lvl4pPr>
            <a:lvl5pPr indent="-317500" lvl="4" marL="2286000" algn="l">
              <a:lnSpc>
                <a:spcPct val="9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2" name="Google Shape;1722;p211"/>
          <p:cNvSpPr/>
          <p:nvPr>
            <p:ph idx="3" type="chart"/>
          </p:nvPr>
        </p:nvSpPr>
        <p:spPr>
          <a:xfrm>
            <a:off x="6642100" y="3378201"/>
            <a:ext cx="5071365" cy="25908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23" name="Google Shape;1723;p211"/>
          <p:cNvSpPr txBox="1"/>
          <p:nvPr>
            <p:ph idx="4" type="body"/>
          </p:nvPr>
        </p:nvSpPr>
        <p:spPr>
          <a:xfrm>
            <a:off x="6642100" y="1668688"/>
            <a:ext cx="5067302" cy="1531712"/>
          </a:xfrm>
          <a:prstGeom prst="rect">
            <a:avLst/>
          </a:prstGeom>
          <a:noFill/>
          <a:ln>
            <a:noFill/>
          </a:ln>
        </p:spPr>
        <p:txBody>
          <a:bodyPr anchorCtr="0" anchor="t" bIns="45700" lIns="91425" spcFirstLastPara="1" rIns="91425" wrap="square" tIns="45700">
            <a:noAutofit/>
          </a:bodyPr>
          <a:lstStyle>
            <a:lvl1pPr indent="-330200" lvl="0" marL="457200" algn="l">
              <a:lnSpc>
                <a:spcPct val="90000"/>
              </a:lnSpc>
              <a:spcBef>
                <a:spcPts val="1000"/>
              </a:spcBef>
              <a:spcAft>
                <a:spcPts val="0"/>
              </a:spcAft>
              <a:buClr>
                <a:schemeClr val="lt2"/>
              </a:buClr>
              <a:buSzPts val="1600"/>
              <a:buChar char="•"/>
              <a:defRPr sz="1600">
                <a:solidFill>
                  <a:schemeClr val="lt2"/>
                </a:solidFill>
              </a:defRPr>
            </a:lvl1pPr>
            <a:lvl2pPr indent="-330200" lvl="1" marL="914400" algn="l">
              <a:lnSpc>
                <a:spcPct val="90000"/>
              </a:lnSpc>
              <a:spcBef>
                <a:spcPts val="500"/>
              </a:spcBef>
              <a:spcAft>
                <a:spcPts val="0"/>
              </a:spcAft>
              <a:buClr>
                <a:schemeClr val="lt2"/>
              </a:buClr>
              <a:buSzPts val="1600"/>
              <a:buChar char="•"/>
              <a:defRPr sz="1600">
                <a:solidFill>
                  <a:schemeClr val="lt2"/>
                </a:solidFill>
              </a:defRPr>
            </a:lvl2pPr>
            <a:lvl3pPr indent="-330200" lvl="2" marL="1371600" algn="l">
              <a:lnSpc>
                <a:spcPct val="90000"/>
              </a:lnSpc>
              <a:spcBef>
                <a:spcPts val="500"/>
              </a:spcBef>
              <a:spcAft>
                <a:spcPts val="0"/>
              </a:spcAft>
              <a:buClr>
                <a:schemeClr val="lt2"/>
              </a:buClr>
              <a:buSzPts val="1600"/>
              <a:buChar char="•"/>
              <a:defRPr sz="1600">
                <a:solidFill>
                  <a:schemeClr val="lt2"/>
                </a:solidFill>
              </a:defRPr>
            </a:lvl3pPr>
            <a:lvl4pPr indent="-317500" lvl="3" marL="1828800" algn="l">
              <a:lnSpc>
                <a:spcPct val="90000"/>
              </a:lnSpc>
              <a:spcBef>
                <a:spcPts val="500"/>
              </a:spcBef>
              <a:spcAft>
                <a:spcPts val="0"/>
              </a:spcAft>
              <a:buClr>
                <a:schemeClr val="lt2"/>
              </a:buClr>
              <a:buSzPts val="1400"/>
              <a:buChar char="•"/>
              <a:defRPr sz="1400">
                <a:solidFill>
                  <a:schemeClr val="lt2"/>
                </a:solidFill>
              </a:defRPr>
            </a:lvl4pPr>
            <a:lvl5pPr indent="-317500" lvl="4" marL="2286000" algn="l">
              <a:lnSpc>
                <a:spcPct val="9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724" name="Google Shape;1724;p211"/>
          <p:cNvGrpSpPr/>
          <p:nvPr/>
        </p:nvGrpSpPr>
        <p:grpSpPr>
          <a:xfrm>
            <a:off x="0" y="6766560"/>
            <a:ext cx="12192000" cy="91440"/>
            <a:chOff x="0" y="4480421"/>
            <a:chExt cx="12192000" cy="91440"/>
          </a:xfrm>
        </p:grpSpPr>
        <p:sp>
          <p:nvSpPr>
            <p:cNvPr id="1725" name="Google Shape;1725;p211"/>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6" name="Google Shape;1726;p211"/>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7" name="Google Shape;1727;p211"/>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8" name="Google Shape;1728;p211"/>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9" name="Google Shape;1729;p211"/>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and chart 3">
  <p:cSld name="map and chart 3">
    <p:spTree>
      <p:nvGrpSpPr>
        <p:cNvPr id="1730" name="Shape 1730"/>
        <p:cNvGrpSpPr/>
        <p:nvPr/>
      </p:nvGrpSpPr>
      <p:grpSpPr>
        <a:xfrm>
          <a:off x="0" y="0"/>
          <a:ext cx="0" cy="0"/>
          <a:chOff x="0" y="0"/>
          <a:chExt cx="0" cy="0"/>
        </a:xfrm>
      </p:grpSpPr>
      <p:sp>
        <p:nvSpPr>
          <p:cNvPr id="1731" name="Google Shape;1731;p212"/>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2" name="Google Shape;1732;p212"/>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3" name="Google Shape;1733;p212"/>
          <p:cNvSpPr txBox="1"/>
          <p:nvPr>
            <p:ph idx="10" type="dt"/>
          </p:nvPr>
        </p:nvSpPr>
        <p:spPr>
          <a:xfrm>
            <a:off x="482598"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4" name="Google Shape;1734;p212"/>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5" name="Google Shape;1735;p212"/>
          <p:cNvSpPr txBox="1"/>
          <p:nvPr>
            <p:ph idx="12" type="sldNum"/>
          </p:nvPr>
        </p:nvSpPr>
        <p:spPr>
          <a:xfrm>
            <a:off x="8970265"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36" name="Google Shape;1736;p212"/>
          <p:cNvSpPr txBox="1"/>
          <p:nvPr>
            <p:ph idx="1" type="body"/>
          </p:nvPr>
        </p:nvSpPr>
        <p:spPr>
          <a:xfrm>
            <a:off x="482598" y="2694810"/>
            <a:ext cx="2743200" cy="607243"/>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7" name="Google Shape;1737;p212"/>
          <p:cNvSpPr txBox="1"/>
          <p:nvPr>
            <p:ph idx="2" type="body"/>
          </p:nvPr>
        </p:nvSpPr>
        <p:spPr>
          <a:xfrm>
            <a:off x="482598" y="3302053"/>
            <a:ext cx="2743200" cy="2666947"/>
          </a:xfrm>
          <a:prstGeom prst="rect">
            <a:avLst/>
          </a:prstGeom>
          <a:noFill/>
          <a:ln>
            <a:noFill/>
          </a:ln>
        </p:spPr>
        <p:txBody>
          <a:bodyPr anchorCtr="0" anchor="t" bIns="45700" lIns="91425" spcFirstLastPara="1" rIns="91425" wrap="square" tIns="45700">
            <a:noAutofit/>
          </a:bodyPr>
          <a:lstStyle>
            <a:lvl1pPr indent="-330200" lvl="0" marL="457200" algn="l">
              <a:lnSpc>
                <a:spcPct val="90000"/>
              </a:lnSpc>
              <a:spcBef>
                <a:spcPts val="1000"/>
              </a:spcBef>
              <a:spcAft>
                <a:spcPts val="0"/>
              </a:spcAft>
              <a:buClr>
                <a:schemeClr val="lt2"/>
              </a:buClr>
              <a:buSzPts val="1600"/>
              <a:buChar char="•"/>
              <a:defRPr sz="1600">
                <a:solidFill>
                  <a:schemeClr val="lt2"/>
                </a:solidFill>
              </a:defRPr>
            </a:lvl1pPr>
            <a:lvl2pPr indent="-330200" lvl="1" marL="914400" algn="l">
              <a:lnSpc>
                <a:spcPct val="90000"/>
              </a:lnSpc>
              <a:spcBef>
                <a:spcPts val="500"/>
              </a:spcBef>
              <a:spcAft>
                <a:spcPts val="0"/>
              </a:spcAft>
              <a:buClr>
                <a:schemeClr val="lt2"/>
              </a:buClr>
              <a:buSzPts val="1600"/>
              <a:buChar char="•"/>
              <a:defRPr sz="1600">
                <a:solidFill>
                  <a:schemeClr val="lt2"/>
                </a:solidFill>
              </a:defRPr>
            </a:lvl2pPr>
            <a:lvl3pPr indent="-330200" lvl="2" marL="1371600" algn="l">
              <a:lnSpc>
                <a:spcPct val="90000"/>
              </a:lnSpc>
              <a:spcBef>
                <a:spcPts val="500"/>
              </a:spcBef>
              <a:spcAft>
                <a:spcPts val="0"/>
              </a:spcAft>
              <a:buClr>
                <a:schemeClr val="lt2"/>
              </a:buClr>
              <a:buSzPts val="1600"/>
              <a:buChar char="•"/>
              <a:defRPr sz="1600">
                <a:solidFill>
                  <a:schemeClr val="lt2"/>
                </a:solidFill>
              </a:defRPr>
            </a:lvl3pPr>
            <a:lvl4pPr indent="-317500" lvl="3" marL="1828800" algn="l">
              <a:lnSpc>
                <a:spcPct val="90000"/>
              </a:lnSpc>
              <a:spcBef>
                <a:spcPts val="500"/>
              </a:spcBef>
              <a:spcAft>
                <a:spcPts val="0"/>
              </a:spcAft>
              <a:buClr>
                <a:schemeClr val="lt2"/>
              </a:buClr>
              <a:buSzPts val="1400"/>
              <a:buChar char="•"/>
              <a:defRPr sz="1400">
                <a:solidFill>
                  <a:schemeClr val="lt2"/>
                </a:solidFill>
              </a:defRPr>
            </a:lvl4pPr>
            <a:lvl5pPr indent="-317500" lvl="4" marL="2286000" algn="l">
              <a:lnSpc>
                <a:spcPct val="9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8" name="Google Shape;1738;p212"/>
          <p:cNvSpPr/>
          <p:nvPr>
            <p:ph idx="3" type="chart"/>
          </p:nvPr>
        </p:nvSpPr>
        <p:spPr>
          <a:xfrm>
            <a:off x="6642100" y="3378201"/>
            <a:ext cx="5071365" cy="25908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9" name="Google Shape;1739;p212"/>
          <p:cNvSpPr txBox="1"/>
          <p:nvPr>
            <p:ph idx="4" type="body"/>
          </p:nvPr>
        </p:nvSpPr>
        <p:spPr>
          <a:xfrm>
            <a:off x="6642100" y="1668688"/>
            <a:ext cx="5067302" cy="1531712"/>
          </a:xfrm>
          <a:prstGeom prst="rect">
            <a:avLst/>
          </a:prstGeom>
          <a:noFill/>
          <a:ln>
            <a:noFill/>
          </a:ln>
        </p:spPr>
        <p:txBody>
          <a:bodyPr anchorCtr="0" anchor="t" bIns="45700" lIns="91425" spcFirstLastPara="1" rIns="91425" wrap="square" tIns="45700">
            <a:noAutofit/>
          </a:bodyPr>
          <a:lstStyle>
            <a:lvl1pPr indent="-330200" lvl="0" marL="457200" algn="l">
              <a:lnSpc>
                <a:spcPct val="90000"/>
              </a:lnSpc>
              <a:spcBef>
                <a:spcPts val="1000"/>
              </a:spcBef>
              <a:spcAft>
                <a:spcPts val="0"/>
              </a:spcAft>
              <a:buClr>
                <a:schemeClr val="lt2"/>
              </a:buClr>
              <a:buSzPts val="1600"/>
              <a:buChar char="•"/>
              <a:defRPr sz="1600">
                <a:solidFill>
                  <a:schemeClr val="lt2"/>
                </a:solidFill>
              </a:defRPr>
            </a:lvl1pPr>
            <a:lvl2pPr indent="-330200" lvl="1" marL="914400" algn="l">
              <a:lnSpc>
                <a:spcPct val="90000"/>
              </a:lnSpc>
              <a:spcBef>
                <a:spcPts val="500"/>
              </a:spcBef>
              <a:spcAft>
                <a:spcPts val="0"/>
              </a:spcAft>
              <a:buClr>
                <a:schemeClr val="lt2"/>
              </a:buClr>
              <a:buSzPts val="1600"/>
              <a:buChar char="•"/>
              <a:defRPr sz="1600">
                <a:solidFill>
                  <a:schemeClr val="lt2"/>
                </a:solidFill>
              </a:defRPr>
            </a:lvl2pPr>
            <a:lvl3pPr indent="-330200" lvl="2" marL="1371600" algn="l">
              <a:lnSpc>
                <a:spcPct val="90000"/>
              </a:lnSpc>
              <a:spcBef>
                <a:spcPts val="500"/>
              </a:spcBef>
              <a:spcAft>
                <a:spcPts val="0"/>
              </a:spcAft>
              <a:buClr>
                <a:schemeClr val="lt2"/>
              </a:buClr>
              <a:buSzPts val="1600"/>
              <a:buChar char="•"/>
              <a:defRPr sz="1600">
                <a:solidFill>
                  <a:schemeClr val="lt2"/>
                </a:solidFill>
              </a:defRPr>
            </a:lvl3pPr>
            <a:lvl4pPr indent="-317500" lvl="3" marL="1828800" algn="l">
              <a:lnSpc>
                <a:spcPct val="90000"/>
              </a:lnSpc>
              <a:spcBef>
                <a:spcPts val="500"/>
              </a:spcBef>
              <a:spcAft>
                <a:spcPts val="0"/>
              </a:spcAft>
              <a:buClr>
                <a:schemeClr val="lt2"/>
              </a:buClr>
              <a:buSzPts val="1400"/>
              <a:buChar char="•"/>
              <a:defRPr sz="1400">
                <a:solidFill>
                  <a:schemeClr val="lt2"/>
                </a:solidFill>
              </a:defRPr>
            </a:lvl4pPr>
            <a:lvl5pPr indent="-317500" lvl="4" marL="2286000" algn="l">
              <a:lnSpc>
                <a:spcPct val="9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740" name="Google Shape;1740;p212"/>
          <p:cNvGrpSpPr/>
          <p:nvPr/>
        </p:nvGrpSpPr>
        <p:grpSpPr>
          <a:xfrm>
            <a:off x="0" y="6766560"/>
            <a:ext cx="12192000" cy="91440"/>
            <a:chOff x="0" y="4480421"/>
            <a:chExt cx="12192000" cy="91440"/>
          </a:xfrm>
        </p:grpSpPr>
        <p:sp>
          <p:nvSpPr>
            <p:cNvPr id="1741" name="Google Shape;1741;p212"/>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2" name="Google Shape;1742;p212"/>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3" name="Google Shape;1743;p212"/>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4" name="Google Shape;1744;p212"/>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5" name="Google Shape;1745;p21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4">
  <p:cSld name="map 4">
    <p:spTree>
      <p:nvGrpSpPr>
        <p:cNvPr id="1746" name="Shape 1746"/>
        <p:cNvGrpSpPr/>
        <p:nvPr/>
      </p:nvGrpSpPr>
      <p:grpSpPr>
        <a:xfrm>
          <a:off x="0" y="0"/>
          <a:ext cx="0" cy="0"/>
          <a:chOff x="0" y="0"/>
          <a:chExt cx="0" cy="0"/>
        </a:xfrm>
      </p:grpSpPr>
      <p:sp>
        <p:nvSpPr>
          <p:cNvPr id="1747" name="Google Shape;1747;p21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8" name="Google Shape;1748;p21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9" name="Google Shape;1749;p213"/>
          <p:cNvSpPr txBox="1"/>
          <p:nvPr>
            <p:ph idx="10" type="dt"/>
          </p:nvPr>
        </p:nvSpPr>
        <p:spPr>
          <a:xfrm>
            <a:off x="482598"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0" name="Google Shape;1750;p21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1" name="Google Shape;1751;p213"/>
          <p:cNvSpPr txBox="1"/>
          <p:nvPr>
            <p:ph idx="12" type="sldNum"/>
          </p:nvPr>
        </p:nvSpPr>
        <p:spPr>
          <a:xfrm>
            <a:off x="8970265"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52" name="Google Shape;1752;p213"/>
          <p:cNvSpPr txBox="1"/>
          <p:nvPr>
            <p:ph idx="1" type="body"/>
          </p:nvPr>
        </p:nvSpPr>
        <p:spPr>
          <a:xfrm>
            <a:off x="482598" y="5361758"/>
            <a:ext cx="5613402" cy="607243"/>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2"/>
              </a:buClr>
              <a:buSzPts val="1600"/>
              <a:buNone/>
              <a:defRPr b="1" sz="1600" cap="none">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3" name="Google Shape;1753;p213"/>
          <p:cNvSpPr txBox="1"/>
          <p:nvPr>
            <p:ph idx="2" type="body"/>
          </p:nvPr>
        </p:nvSpPr>
        <p:spPr>
          <a:xfrm>
            <a:off x="6642100" y="1668688"/>
            <a:ext cx="5067302" cy="2890612"/>
          </a:xfrm>
          <a:prstGeom prst="rect">
            <a:avLst/>
          </a:prstGeom>
          <a:noFill/>
          <a:ln>
            <a:noFill/>
          </a:ln>
        </p:spPr>
        <p:txBody>
          <a:bodyPr anchorCtr="0" anchor="t" bIns="45700" lIns="91425" spcFirstLastPara="1" rIns="91425" wrap="square" tIns="45700">
            <a:noAutofit/>
          </a:bodyPr>
          <a:lstStyle>
            <a:lvl1pPr indent="-330200" lvl="0" marL="457200" algn="l">
              <a:lnSpc>
                <a:spcPct val="90000"/>
              </a:lnSpc>
              <a:spcBef>
                <a:spcPts val="1000"/>
              </a:spcBef>
              <a:spcAft>
                <a:spcPts val="0"/>
              </a:spcAft>
              <a:buClr>
                <a:schemeClr val="lt2"/>
              </a:buClr>
              <a:buSzPts val="1600"/>
              <a:buChar char="•"/>
              <a:defRPr sz="1600">
                <a:solidFill>
                  <a:schemeClr val="lt2"/>
                </a:solidFill>
              </a:defRPr>
            </a:lvl1pPr>
            <a:lvl2pPr indent="-330200" lvl="1" marL="914400" algn="l">
              <a:lnSpc>
                <a:spcPct val="90000"/>
              </a:lnSpc>
              <a:spcBef>
                <a:spcPts val="500"/>
              </a:spcBef>
              <a:spcAft>
                <a:spcPts val="0"/>
              </a:spcAft>
              <a:buClr>
                <a:schemeClr val="lt2"/>
              </a:buClr>
              <a:buSzPts val="1600"/>
              <a:buChar char="•"/>
              <a:defRPr sz="1600">
                <a:solidFill>
                  <a:schemeClr val="lt2"/>
                </a:solidFill>
              </a:defRPr>
            </a:lvl2pPr>
            <a:lvl3pPr indent="-330200" lvl="2" marL="1371600" algn="l">
              <a:lnSpc>
                <a:spcPct val="90000"/>
              </a:lnSpc>
              <a:spcBef>
                <a:spcPts val="500"/>
              </a:spcBef>
              <a:spcAft>
                <a:spcPts val="0"/>
              </a:spcAft>
              <a:buClr>
                <a:schemeClr val="lt2"/>
              </a:buClr>
              <a:buSzPts val="1600"/>
              <a:buChar char="•"/>
              <a:defRPr sz="1600">
                <a:solidFill>
                  <a:schemeClr val="lt2"/>
                </a:solidFill>
              </a:defRPr>
            </a:lvl3pPr>
            <a:lvl4pPr indent="-317500" lvl="3" marL="1828800" algn="l">
              <a:lnSpc>
                <a:spcPct val="90000"/>
              </a:lnSpc>
              <a:spcBef>
                <a:spcPts val="500"/>
              </a:spcBef>
              <a:spcAft>
                <a:spcPts val="0"/>
              </a:spcAft>
              <a:buClr>
                <a:schemeClr val="lt2"/>
              </a:buClr>
              <a:buSzPts val="1400"/>
              <a:buChar char="•"/>
              <a:defRPr sz="1400">
                <a:solidFill>
                  <a:schemeClr val="lt2"/>
                </a:solidFill>
              </a:defRPr>
            </a:lvl4pPr>
            <a:lvl5pPr indent="-317500" lvl="4" marL="2286000" algn="l">
              <a:lnSpc>
                <a:spcPct val="9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754" name="Google Shape;1754;p213"/>
          <p:cNvCxnSpPr/>
          <p:nvPr/>
        </p:nvCxnSpPr>
        <p:spPr>
          <a:xfrm>
            <a:off x="6642100" y="4714194"/>
            <a:ext cx="5067302" cy="0"/>
          </a:xfrm>
          <a:prstGeom prst="straightConnector1">
            <a:avLst/>
          </a:prstGeom>
          <a:noFill/>
          <a:ln cap="flat" cmpd="sng" w="9525">
            <a:solidFill>
              <a:srgbClr val="B9C3C9"/>
            </a:solidFill>
            <a:prstDash val="solid"/>
            <a:miter lim="800000"/>
            <a:headEnd len="sm" w="sm" type="none"/>
            <a:tailEnd len="sm" w="sm" type="none"/>
          </a:ln>
        </p:spPr>
      </p:cxnSp>
      <p:grpSp>
        <p:nvGrpSpPr>
          <p:cNvPr id="1755" name="Google Shape;1755;p213"/>
          <p:cNvGrpSpPr/>
          <p:nvPr/>
        </p:nvGrpSpPr>
        <p:grpSpPr>
          <a:xfrm>
            <a:off x="0" y="6766560"/>
            <a:ext cx="12192000" cy="91440"/>
            <a:chOff x="0" y="4480421"/>
            <a:chExt cx="12192000" cy="91440"/>
          </a:xfrm>
        </p:grpSpPr>
        <p:sp>
          <p:nvSpPr>
            <p:cNvPr id="1756" name="Google Shape;1756;p21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7" name="Google Shape;1757;p21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8" name="Google Shape;1758;p21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9" name="Google Shape;1759;p21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0" name="Google Shape;1760;p21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voice">
  <p:cSld name="invoice">
    <p:spTree>
      <p:nvGrpSpPr>
        <p:cNvPr id="1761" name="Shape 1761"/>
        <p:cNvGrpSpPr/>
        <p:nvPr/>
      </p:nvGrpSpPr>
      <p:grpSpPr>
        <a:xfrm>
          <a:off x="0" y="0"/>
          <a:ext cx="0" cy="0"/>
          <a:chOff x="0" y="0"/>
          <a:chExt cx="0" cy="0"/>
        </a:xfrm>
      </p:grpSpPr>
      <p:sp>
        <p:nvSpPr>
          <p:cNvPr id="1762" name="Google Shape;1762;p214"/>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3" name="Google Shape;1763;p214"/>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4" name="Google Shape;1764;p214"/>
          <p:cNvSpPr txBox="1"/>
          <p:nvPr>
            <p:ph idx="10" type="dt"/>
          </p:nvPr>
        </p:nvSpPr>
        <p:spPr>
          <a:xfrm>
            <a:off x="482598"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5" name="Google Shape;1765;p214"/>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6" name="Google Shape;1766;p214"/>
          <p:cNvSpPr txBox="1"/>
          <p:nvPr>
            <p:ph idx="12" type="sldNum"/>
          </p:nvPr>
        </p:nvSpPr>
        <p:spPr>
          <a:xfrm>
            <a:off x="8970265"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67" name="Google Shape;1767;p214"/>
          <p:cNvSpPr txBox="1"/>
          <p:nvPr>
            <p:ph idx="1" type="body"/>
          </p:nvPr>
        </p:nvSpPr>
        <p:spPr>
          <a:xfrm>
            <a:off x="482598" y="1981511"/>
            <a:ext cx="5236031" cy="189007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8" name="Google Shape;1768;p214"/>
          <p:cNvSpPr txBox="1"/>
          <p:nvPr>
            <p:ph idx="2" type="body"/>
          </p:nvPr>
        </p:nvSpPr>
        <p:spPr>
          <a:xfrm>
            <a:off x="482597" y="1630415"/>
            <a:ext cx="5236031" cy="332086"/>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1" sz="1800"/>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769" name="Google Shape;1769;p214"/>
          <p:cNvGrpSpPr/>
          <p:nvPr/>
        </p:nvGrpSpPr>
        <p:grpSpPr>
          <a:xfrm>
            <a:off x="0" y="6766560"/>
            <a:ext cx="12192000" cy="91440"/>
            <a:chOff x="0" y="4480421"/>
            <a:chExt cx="12192000" cy="91440"/>
          </a:xfrm>
        </p:grpSpPr>
        <p:sp>
          <p:nvSpPr>
            <p:cNvPr id="1770" name="Google Shape;1770;p214"/>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1" name="Google Shape;1771;p214"/>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2" name="Google Shape;1772;p214"/>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3" name="Google Shape;1773;p214"/>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4" name="Google Shape;1774;p214"/>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6 icons left">
  <p:cSld name="content and 6 icons left">
    <p:spTree>
      <p:nvGrpSpPr>
        <p:cNvPr id="1775" name="Shape 1775"/>
        <p:cNvGrpSpPr/>
        <p:nvPr/>
      </p:nvGrpSpPr>
      <p:grpSpPr>
        <a:xfrm>
          <a:off x="0" y="0"/>
          <a:ext cx="0" cy="0"/>
          <a:chOff x="0" y="0"/>
          <a:chExt cx="0" cy="0"/>
        </a:xfrm>
      </p:grpSpPr>
      <p:sp>
        <p:nvSpPr>
          <p:cNvPr id="1776" name="Google Shape;1776;p215"/>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7" name="Google Shape;1777;p215"/>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8" name="Google Shape;1778;p215"/>
          <p:cNvSpPr txBox="1"/>
          <p:nvPr>
            <p:ph idx="10" type="dt"/>
          </p:nvPr>
        </p:nvSpPr>
        <p:spPr>
          <a:xfrm>
            <a:off x="482598"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9" name="Google Shape;1779;p215"/>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0" name="Google Shape;1780;p215"/>
          <p:cNvSpPr txBox="1"/>
          <p:nvPr>
            <p:ph idx="12" type="sldNum"/>
          </p:nvPr>
        </p:nvSpPr>
        <p:spPr>
          <a:xfrm>
            <a:off x="8970265"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81" name="Google Shape;1781;p215"/>
          <p:cNvSpPr txBox="1"/>
          <p:nvPr>
            <p:ph idx="1" type="body"/>
          </p:nvPr>
        </p:nvSpPr>
        <p:spPr>
          <a:xfrm>
            <a:off x="482598" y="2295143"/>
            <a:ext cx="6939282" cy="12429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rgbClr val="647681"/>
              </a:buClr>
              <a:buSzPts val="1600"/>
              <a:buNone/>
              <a:defRPr sz="1600">
                <a:solidFill>
                  <a:srgbClr val="647681"/>
                </a:solidFil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2" name="Google Shape;1782;p215"/>
          <p:cNvSpPr txBox="1"/>
          <p:nvPr>
            <p:ph idx="2" type="body"/>
          </p:nvPr>
        </p:nvSpPr>
        <p:spPr>
          <a:xfrm>
            <a:off x="482598"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3" name="Google Shape;1783;p215"/>
          <p:cNvSpPr txBox="1"/>
          <p:nvPr>
            <p:ph idx="3" type="body"/>
          </p:nvPr>
        </p:nvSpPr>
        <p:spPr>
          <a:xfrm>
            <a:off x="1718562"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4" name="Google Shape;1784;p215"/>
          <p:cNvSpPr txBox="1"/>
          <p:nvPr>
            <p:ph idx="4" type="body"/>
          </p:nvPr>
        </p:nvSpPr>
        <p:spPr>
          <a:xfrm>
            <a:off x="2954526"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5" name="Google Shape;1785;p215"/>
          <p:cNvSpPr txBox="1"/>
          <p:nvPr>
            <p:ph idx="5" type="body"/>
          </p:nvPr>
        </p:nvSpPr>
        <p:spPr>
          <a:xfrm>
            <a:off x="4190490"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6" name="Google Shape;1786;p215"/>
          <p:cNvSpPr txBox="1"/>
          <p:nvPr>
            <p:ph idx="6" type="body"/>
          </p:nvPr>
        </p:nvSpPr>
        <p:spPr>
          <a:xfrm>
            <a:off x="5426454"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7" name="Google Shape;1787;p215"/>
          <p:cNvSpPr txBox="1"/>
          <p:nvPr>
            <p:ph idx="7" type="body"/>
          </p:nvPr>
        </p:nvSpPr>
        <p:spPr>
          <a:xfrm>
            <a:off x="6662418"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8" name="Google Shape;1788;p215"/>
          <p:cNvSpPr txBox="1"/>
          <p:nvPr>
            <p:ph idx="8" type="body"/>
          </p:nvPr>
        </p:nvSpPr>
        <p:spPr>
          <a:xfrm>
            <a:off x="482598"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9" name="Google Shape;1789;p215"/>
          <p:cNvSpPr txBox="1"/>
          <p:nvPr>
            <p:ph idx="9" type="body"/>
          </p:nvPr>
        </p:nvSpPr>
        <p:spPr>
          <a:xfrm>
            <a:off x="482598" y="4889678"/>
            <a:ext cx="6939282" cy="134842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rgbClr val="647681"/>
              </a:buClr>
              <a:buSzPts val="1600"/>
              <a:buNone/>
              <a:defRPr sz="1600">
                <a:solidFill>
                  <a:srgbClr val="647681"/>
                </a:solidFil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0" name="Google Shape;1790;p215"/>
          <p:cNvSpPr txBox="1"/>
          <p:nvPr>
            <p:ph idx="13" type="body"/>
          </p:nvPr>
        </p:nvSpPr>
        <p:spPr>
          <a:xfrm>
            <a:off x="1718562"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1" name="Google Shape;1791;p215"/>
          <p:cNvSpPr txBox="1"/>
          <p:nvPr>
            <p:ph idx="14" type="body"/>
          </p:nvPr>
        </p:nvSpPr>
        <p:spPr>
          <a:xfrm>
            <a:off x="2954526"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2" name="Google Shape;1792;p215"/>
          <p:cNvSpPr txBox="1"/>
          <p:nvPr>
            <p:ph idx="15" type="body"/>
          </p:nvPr>
        </p:nvSpPr>
        <p:spPr>
          <a:xfrm>
            <a:off x="4190490"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3" name="Google Shape;1793;p215"/>
          <p:cNvSpPr txBox="1"/>
          <p:nvPr>
            <p:ph idx="16" type="body"/>
          </p:nvPr>
        </p:nvSpPr>
        <p:spPr>
          <a:xfrm>
            <a:off x="5426454"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4" name="Google Shape;1794;p215"/>
          <p:cNvSpPr txBox="1"/>
          <p:nvPr>
            <p:ph idx="17" type="body"/>
          </p:nvPr>
        </p:nvSpPr>
        <p:spPr>
          <a:xfrm>
            <a:off x="6662418"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5" name="Google Shape;1795;p215"/>
          <p:cNvSpPr txBox="1"/>
          <p:nvPr>
            <p:ph idx="18" type="body"/>
          </p:nvPr>
        </p:nvSpPr>
        <p:spPr>
          <a:xfrm>
            <a:off x="482598" y="1766691"/>
            <a:ext cx="6939282" cy="4135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dk1"/>
              </a:buClr>
              <a:buSzPts val="2000"/>
              <a:buNone/>
              <a:defRPr b="1" sz="2000" cap="none"/>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796" name="Google Shape;1796;p215"/>
          <p:cNvGrpSpPr/>
          <p:nvPr/>
        </p:nvGrpSpPr>
        <p:grpSpPr>
          <a:xfrm>
            <a:off x="0" y="6766560"/>
            <a:ext cx="12192000" cy="91440"/>
            <a:chOff x="0" y="4480421"/>
            <a:chExt cx="12192000" cy="91440"/>
          </a:xfrm>
        </p:grpSpPr>
        <p:sp>
          <p:nvSpPr>
            <p:cNvPr id="1797" name="Google Shape;1797;p215"/>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8" name="Google Shape;1798;p215"/>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9" name="Google Shape;1799;p215"/>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0" name="Google Shape;1800;p215"/>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1" name="Google Shape;1801;p21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6 icons right">
  <p:cSld name="content and 6 icons right">
    <p:spTree>
      <p:nvGrpSpPr>
        <p:cNvPr id="1802" name="Shape 1802"/>
        <p:cNvGrpSpPr/>
        <p:nvPr/>
      </p:nvGrpSpPr>
      <p:grpSpPr>
        <a:xfrm>
          <a:off x="0" y="0"/>
          <a:ext cx="0" cy="0"/>
          <a:chOff x="0" y="0"/>
          <a:chExt cx="0" cy="0"/>
        </a:xfrm>
      </p:grpSpPr>
      <p:sp>
        <p:nvSpPr>
          <p:cNvPr id="1803" name="Google Shape;1803;p216"/>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4" name="Google Shape;1804;p216"/>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5" name="Google Shape;1805;p216"/>
          <p:cNvSpPr txBox="1"/>
          <p:nvPr>
            <p:ph idx="10" type="dt"/>
          </p:nvPr>
        </p:nvSpPr>
        <p:spPr>
          <a:xfrm>
            <a:off x="482598"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6" name="Google Shape;1806;p216"/>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7" name="Google Shape;1807;p216"/>
          <p:cNvSpPr txBox="1"/>
          <p:nvPr>
            <p:ph idx="12" type="sldNum"/>
          </p:nvPr>
        </p:nvSpPr>
        <p:spPr>
          <a:xfrm>
            <a:off x="8970265"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808" name="Google Shape;1808;p216"/>
          <p:cNvSpPr txBox="1"/>
          <p:nvPr>
            <p:ph idx="1" type="body"/>
          </p:nvPr>
        </p:nvSpPr>
        <p:spPr>
          <a:xfrm>
            <a:off x="4774183" y="2295143"/>
            <a:ext cx="6939282" cy="12429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rgbClr val="647681"/>
              </a:buClr>
              <a:buSzPts val="1600"/>
              <a:buNone/>
              <a:defRPr sz="1600">
                <a:solidFill>
                  <a:srgbClr val="647681"/>
                </a:solidFil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9" name="Google Shape;1809;p216"/>
          <p:cNvSpPr txBox="1"/>
          <p:nvPr>
            <p:ph idx="2" type="body"/>
          </p:nvPr>
        </p:nvSpPr>
        <p:spPr>
          <a:xfrm>
            <a:off x="4774183"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0" name="Google Shape;1810;p216"/>
          <p:cNvSpPr txBox="1"/>
          <p:nvPr>
            <p:ph idx="3" type="body"/>
          </p:nvPr>
        </p:nvSpPr>
        <p:spPr>
          <a:xfrm>
            <a:off x="6010147"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1" name="Google Shape;1811;p216"/>
          <p:cNvSpPr txBox="1"/>
          <p:nvPr>
            <p:ph idx="4" type="body"/>
          </p:nvPr>
        </p:nvSpPr>
        <p:spPr>
          <a:xfrm>
            <a:off x="7246111"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2" name="Google Shape;1812;p216"/>
          <p:cNvSpPr txBox="1"/>
          <p:nvPr>
            <p:ph idx="5" type="body"/>
          </p:nvPr>
        </p:nvSpPr>
        <p:spPr>
          <a:xfrm>
            <a:off x="8482075"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3" name="Google Shape;1813;p216"/>
          <p:cNvSpPr txBox="1"/>
          <p:nvPr>
            <p:ph idx="6" type="body"/>
          </p:nvPr>
        </p:nvSpPr>
        <p:spPr>
          <a:xfrm>
            <a:off x="9718039"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4" name="Google Shape;1814;p216"/>
          <p:cNvSpPr txBox="1"/>
          <p:nvPr>
            <p:ph idx="7" type="body"/>
          </p:nvPr>
        </p:nvSpPr>
        <p:spPr>
          <a:xfrm>
            <a:off x="10954003" y="3640616"/>
            <a:ext cx="759462" cy="75946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3600"/>
              <a:buNone/>
              <a:defRPr sz="3600">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5" name="Google Shape;1815;p216"/>
          <p:cNvSpPr txBox="1"/>
          <p:nvPr>
            <p:ph idx="8" type="body"/>
          </p:nvPr>
        </p:nvSpPr>
        <p:spPr>
          <a:xfrm>
            <a:off x="4774183"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6" name="Google Shape;1816;p216"/>
          <p:cNvSpPr txBox="1"/>
          <p:nvPr>
            <p:ph idx="9" type="body"/>
          </p:nvPr>
        </p:nvSpPr>
        <p:spPr>
          <a:xfrm>
            <a:off x="4774183" y="4889678"/>
            <a:ext cx="6939282" cy="134842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rgbClr val="647681"/>
              </a:buClr>
              <a:buSzPts val="1600"/>
              <a:buNone/>
              <a:defRPr sz="1600">
                <a:solidFill>
                  <a:srgbClr val="647681"/>
                </a:solidFil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7" name="Google Shape;1817;p216"/>
          <p:cNvSpPr txBox="1"/>
          <p:nvPr>
            <p:ph idx="13" type="body"/>
          </p:nvPr>
        </p:nvSpPr>
        <p:spPr>
          <a:xfrm>
            <a:off x="6010147"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8" name="Google Shape;1818;p216"/>
          <p:cNvSpPr txBox="1"/>
          <p:nvPr>
            <p:ph idx="14" type="body"/>
          </p:nvPr>
        </p:nvSpPr>
        <p:spPr>
          <a:xfrm>
            <a:off x="7246111"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9" name="Google Shape;1819;p216"/>
          <p:cNvSpPr txBox="1"/>
          <p:nvPr>
            <p:ph idx="15" type="body"/>
          </p:nvPr>
        </p:nvSpPr>
        <p:spPr>
          <a:xfrm>
            <a:off x="8482075"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0" name="Google Shape;1820;p216"/>
          <p:cNvSpPr txBox="1"/>
          <p:nvPr>
            <p:ph idx="16" type="body"/>
          </p:nvPr>
        </p:nvSpPr>
        <p:spPr>
          <a:xfrm>
            <a:off x="9718039"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1" name="Google Shape;1821;p216"/>
          <p:cNvSpPr txBox="1"/>
          <p:nvPr>
            <p:ph idx="17" type="body"/>
          </p:nvPr>
        </p:nvSpPr>
        <p:spPr>
          <a:xfrm>
            <a:off x="10954003" y="4419089"/>
            <a:ext cx="759462" cy="286232"/>
          </a:xfrm>
          <a:prstGeom prst="rect">
            <a:avLst/>
          </a:prstGeom>
          <a:solidFill>
            <a:srgbClr val="E7EAEC"/>
          </a:solidFill>
          <a:ln>
            <a:noFill/>
          </a:ln>
        </p:spPr>
        <p:txBody>
          <a:bodyPr anchorCtr="0" anchor="t" bIns="45700" lIns="0" spcFirstLastPara="1" rIns="0" wrap="square" tIns="45700">
            <a:spAutoFit/>
          </a:bodyPr>
          <a:lstStyle>
            <a:lvl1pPr indent="-228600" lvl="0" marL="457200" algn="ctr">
              <a:lnSpc>
                <a:spcPct val="90000"/>
              </a:lnSpc>
              <a:spcBef>
                <a:spcPts val="0"/>
              </a:spcBef>
              <a:spcAft>
                <a:spcPts val="0"/>
              </a:spcAft>
              <a:buClr>
                <a:schemeClr val="dk1"/>
              </a:buClr>
              <a:buSzPts val="1400"/>
              <a:buNone/>
              <a:defRPr b="1"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2" name="Google Shape;1822;p216"/>
          <p:cNvSpPr txBox="1"/>
          <p:nvPr>
            <p:ph idx="18" type="body"/>
          </p:nvPr>
        </p:nvSpPr>
        <p:spPr>
          <a:xfrm>
            <a:off x="4774183" y="1766691"/>
            <a:ext cx="6939282" cy="4135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dk1"/>
              </a:buClr>
              <a:buSzPts val="2000"/>
              <a:buNone/>
              <a:defRPr b="1" sz="2000" cap="none"/>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823" name="Google Shape;1823;p216"/>
          <p:cNvGrpSpPr/>
          <p:nvPr/>
        </p:nvGrpSpPr>
        <p:grpSpPr>
          <a:xfrm>
            <a:off x="0" y="6766560"/>
            <a:ext cx="12192000" cy="91440"/>
            <a:chOff x="0" y="4480421"/>
            <a:chExt cx="12192000" cy="91440"/>
          </a:xfrm>
        </p:grpSpPr>
        <p:sp>
          <p:nvSpPr>
            <p:cNvPr id="1824" name="Google Shape;1824;p216"/>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5" name="Google Shape;1825;p216"/>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6" name="Google Shape;1826;p216"/>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7" name="Google Shape;1827;p216"/>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8" name="Google Shape;1828;p216"/>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c">
  <p:cSld name="iMac">
    <p:spTree>
      <p:nvGrpSpPr>
        <p:cNvPr id="1829" name="Shape 1829"/>
        <p:cNvGrpSpPr/>
        <p:nvPr/>
      </p:nvGrpSpPr>
      <p:grpSpPr>
        <a:xfrm>
          <a:off x="0" y="0"/>
          <a:ext cx="0" cy="0"/>
          <a:chOff x="0" y="0"/>
          <a:chExt cx="0" cy="0"/>
        </a:xfrm>
      </p:grpSpPr>
      <p:grpSp>
        <p:nvGrpSpPr>
          <p:cNvPr id="1830" name="Google Shape;1830;p217"/>
          <p:cNvGrpSpPr/>
          <p:nvPr/>
        </p:nvGrpSpPr>
        <p:grpSpPr>
          <a:xfrm>
            <a:off x="1036776" y="1717358"/>
            <a:ext cx="5059198" cy="4416742"/>
            <a:chOff x="3742268" y="2033349"/>
            <a:chExt cx="4296282" cy="3750707"/>
          </a:xfrm>
        </p:grpSpPr>
        <p:sp>
          <p:nvSpPr>
            <p:cNvPr id="1831" name="Google Shape;1831;p217"/>
            <p:cNvSpPr/>
            <p:nvPr/>
          </p:nvSpPr>
          <p:spPr>
            <a:xfrm>
              <a:off x="5156233" y="5716335"/>
              <a:ext cx="1464334" cy="67721"/>
            </a:xfrm>
            <a:custGeom>
              <a:rect b="b" l="l" r="r" t="t"/>
              <a:pathLst>
                <a:path extrusionOk="0" h="21600" w="21600">
                  <a:moveTo>
                    <a:pt x="21518" y="7200"/>
                  </a:moveTo>
                  <a:lnTo>
                    <a:pt x="21600" y="0"/>
                  </a:lnTo>
                  <a:cubicBezTo>
                    <a:pt x="21575" y="2780"/>
                    <a:pt x="21355" y="12687"/>
                    <a:pt x="20651" y="13859"/>
                  </a:cubicBezTo>
                  <a:cubicBezTo>
                    <a:pt x="19347" y="16026"/>
                    <a:pt x="17405" y="15717"/>
                    <a:pt x="17405" y="15717"/>
                  </a:cubicBezTo>
                  <a:lnTo>
                    <a:pt x="12405" y="15717"/>
                  </a:lnTo>
                  <a:lnTo>
                    <a:pt x="9195" y="15717"/>
                  </a:lnTo>
                  <a:lnTo>
                    <a:pt x="4195" y="15717"/>
                  </a:lnTo>
                  <a:cubicBezTo>
                    <a:pt x="4195" y="15717"/>
                    <a:pt x="2253" y="16026"/>
                    <a:pt x="949" y="13859"/>
                  </a:cubicBezTo>
                  <a:cubicBezTo>
                    <a:pt x="245" y="12687"/>
                    <a:pt x="25" y="4217"/>
                    <a:pt x="0" y="1437"/>
                  </a:cubicBezTo>
                  <a:lnTo>
                    <a:pt x="82" y="5385"/>
                  </a:lnTo>
                  <a:cubicBezTo>
                    <a:pt x="82" y="5385"/>
                    <a:pt x="124" y="14404"/>
                    <a:pt x="496" y="17423"/>
                  </a:cubicBezTo>
                  <a:cubicBezTo>
                    <a:pt x="868" y="20442"/>
                    <a:pt x="2101" y="21600"/>
                    <a:pt x="2983" y="21600"/>
                  </a:cubicBezTo>
                  <a:cubicBezTo>
                    <a:pt x="3502" y="21600"/>
                    <a:pt x="6673" y="21600"/>
                    <a:pt x="9195" y="21600"/>
                  </a:cubicBezTo>
                  <a:cubicBezTo>
                    <a:pt x="10959" y="21600"/>
                    <a:pt x="12405" y="21600"/>
                    <a:pt x="12405" y="21600"/>
                  </a:cubicBezTo>
                  <a:cubicBezTo>
                    <a:pt x="14927" y="21600"/>
                    <a:pt x="18098" y="21600"/>
                    <a:pt x="18617" y="21600"/>
                  </a:cubicBezTo>
                  <a:cubicBezTo>
                    <a:pt x="19499" y="21600"/>
                    <a:pt x="20732" y="20442"/>
                    <a:pt x="21104" y="17423"/>
                  </a:cubicBezTo>
                  <a:cubicBezTo>
                    <a:pt x="21476" y="14404"/>
                    <a:pt x="21518" y="7200"/>
                    <a:pt x="21518" y="7200"/>
                  </a:cubicBezTo>
                  <a:close/>
                </a:path>
              </a:pathLst>
            </a:custGeom>
            <a:solidFill>
              <a:srgbClr val="32373C">
                <a:alpha val="9803"/>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2" name="Google Shape;1832;p217"/>
            <p:cNvSpPr/>
            <p:nvPr/>
          </p:nvSpPr>
          <p:spPr>
            <a:xfrm>
              <a:off x="5148520" y="5698509"/>
              <a:ext cx="1479760" cy="67721"/>
            </a:xfrm>
            <a:custGeom>
              <a:rect b="b" l="l" r="r" t="t"/>
              <a:pathLst>
                <a:path extrusionOk="0" h="21600" w="21600">
                  <a:moveTo>
                    <a:pt x="21518" y="7200"/>
                  </a:moveTo>
                  <a:lnTo>
                    <a:pt x="21600" y="0"/>
                  </a:lnTo>
                  <a:cubicBezTo>
                    <a:pt x="21575" y="2780"/>
                    <a:pt x="21355" y="12687"/>
                    <a:pt x="20651" y="13859"/>
                  </a:cubicBezTo>
                  <a:cubicBezTo>
                    <a:pt x="19347" y="16026"/>
                    <a:pt x="17405" y="15717"/>
                    <a:pt x="17405" y="15717"/>
                  </a:cubicBezTo>
                  <a:lnTo>
                    <a:pt x="12405" y="15717"/>
                  </a:lnTo>
                  <a:lnTo>
                    <a:pt x="9195" y="15717"/>
                  </a:lnTo>
                  <a:lnTo>
                    <a:pt x="4195" y="15717"/>
                  </a:lnTo>
                  <a:cubicBezTo>
                    <a:pt x="4195" y="15717"/>
                    <a:pt x="2253" y="16026"/>
                    <a:pt x="949" y="13859"/>
                  </a:cubicBezTo>
                  <a:cubicBezTo>
                    <a:pt x="245" y="12687"/>
                    <a:pt x="25" y="4217"/>
                    <a:pt x="0" y="1437"/>
                  </a:cubicBezTo>
                  <a:lnTo>
                    <a:pt x="82" y="5385"/>
                  </a:lnTo>
                  <a:cubicBezTo>
                    <a:pt x="82" y="5385"/>
                    <a:pt x="124" y="14404"/>
                    <a:pt x="496" y="17423"/>
                  </a:cubicBezTo>
                  <a:cubicBezTo>
                    <a:pt x="868" y="20442"/>
                    <a:pt x="2101" y="21600"/>
                    <a:pt x="2983" y="21600"/>
                  </a:cubicBezTo>
                  <a:cubicBezTo>
                    <a:pt x="3502" y="21600"/>
                    <a:pt x="6673" y="21600"/>
                    <a:pt x="9195" y="21600"/>
                  </a:cubicBezTo>
                  <a:cubicBezTo>
                    <a:pt x="10959" y="21600"/>
                    <a:pt x="12405" y="21600"/>
                    <a:pt x="12405" y="21600"/>
                  </a:cubicBezTo>
                  <a:cubicBezTo>
                    <a:pt x="14927" y="21600"/>
                    <a:pt x="18098" y="21600"/>
                    <a:pt x="18617" y="21600"/>
                  </a:cubicBezTo>
                  <a:cubicBezTo>
                    <a:pt x="19499" y="21600"/>
                    <a:pt x="20732" y="20442"/>
                    <a:pt x="21104" y="17423"/>
                  </a:cubicBezTo>
                  <a:cubicBezTo>
                    <a:pt x="21476" y="14404"/>
                    <a:pt x="21518" y="7200"/>
                    <a:pt x="21518" y="7200"/>
                  </a:cubicBezTo>
                  <a:close/>
                </a:path>
              </a:pathLst>
            </a:custGeom>
            <a:gradFill>
              <a:gsLst>
                <a:gs pos="0">
                  <a:srgbClr val="000000">
                    <a:alpha val="29803"/>
                  </a:srgbClr>
                </a:gs>
                <a:gs pos="17000">
                  <a:srgbClr val="000000">
                    <a:alpha val="29803"/>
                  </a:srgbClr>
                </a:gs>
                <a:gs pos="76000">
                  <a:srgbClr val="32373C">
                    <a:alpha val="80000"/>
                  </a:srgbClr>
                </a:gs>
                <a:gs pos="100000">
                  <a:srgbClr val="32373C">
                    <a:alpha val="80000"/>
                  </a:srgbClr>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3" name="Google Shape;1833;p217"/>
            <p:cNvSpPr/>
            <p:nvPr/>
          </p:nvSpPr>
          <p:spPr>
            <a:xfrm>
              <a:off x="3742268" y="4635867"/>
              <a:ext cx="4296281" cy="485675"/>
            </a:xfrm>
            <a:custGeom>
              <a:rect b="b" l="l" r="r" t="t"/>
              <a:pathLst>
                <a:path extrusionOk="0" h="21600" w="21600">
                  <a:moveTo>
                    <a:pt x="0" y="15382"/>
                  </a:moveTo>
                  <a:cubicBezTo>
                    <a:pt x="0" y="18816"/>
                    <a:pt x="315" y="21600"/>
                    <a:pt x="703" y="21600"/>
                  </a:cubicBezTo>
                  <a:lnTo>
                    <a:pt x="20897" y="21600"/>
                  </a:lnTo>
                  <a:cubicBezTo>
                    <a:pt x="21285" y="21600"/>
                    <a:pt x="21600" y="18816"/>
                    <a:pt x="21600" y="15382"/>
                  </a:cubicBezTo>
                  <a:lnTo>
                    <a:pt x="21600" y="0"/>
                  </a:lnTo>
                  <a:lnTo>
                    <a:pt x="0" y="0"/>
                  </a:lnTo>
                  <a:cubicBezTo>
                    <a:pt x="0" y="0"/>
                    <a:pt x="0" y="15382"/>
                    <a:pt x="0" y="15382"/>
                  </a:cubicBezTo>
                  <a:close/>
                </a:path>
              </a:pathLst>
            </a:custGeom>
            <a:gradFill>
              <a:gsLst>
                <a:gs pos="0">
                  <a:srgbClr val="C8CBCF"/>
                </a:gs>
                <a:gs pos="100000">
                  <a:srgbClr val="E7E7E8"/>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4" name="Google Shape;1834;p217"/>
            <p:cNvSpPr/>
            <p:nvPr/>
          </p:nvSpPr>
          <p:spPr>
            <a:xfrm>
              <a:off x="3742268" y="2033349"/>
              <a:ext cx="4296282" cy="2607645"/>
            </a:xfrm>
            <a:custGeom>
              <a:rect b="b" l="l" r="r" t="t"/>
              <a:pathLst>
                <a:path extrusionOk="0" h="21600" w="21600">
                  <a:moveTo>
                    <a:pt x="20575" y="19911"/>
                  </a:moveTo>
                  <a:lnTo>
                    <a:pt x="1025" y="19911"/>
                  </a:lnTo>
                  <a:lnTo>
                    <a:pt x="1025" y="1737"/>
                  </a:lnTo>
                  <a:lnTo>
                    <a:pt x="20575" y="1737"/>
                  </a:lnTo>
                  <a:cubicBezTo>
                    <a:pt x="20575" y="1737"/>
                    <a:pt x="20575" y="19911"/>
                    <a:pt x="20575" y="19911"/>
                  </a:cubicBezTo>
                  <a:close/>
                  <a:moveTo>
                    <a:pt x="20897" y="0"/>
                  </a:moveTo>
                  <a:lnTo>
                    <a:pt x="703" y="0"/>
                  </a:lnTo>
                  <a:cubicBezTo>
                    <a:pt x="315" y="0"/>
                    <a:pt x="0" y="518"/>
                    <a:pt x="0" y="1158"/>
                  </a:cubicBezTo>
                  <a:lnTo>
                    <a:pt x="0" y="21600"/>
                  </a:lnTo>
                  <a:lnTo>
                    <a:pt x="21600" y="21600"/>
                  </a:lnTo>
                  <a:lnTo>
                    <a:pt x="21600" y="1158"/>
                  </a:lnTo>
                  <a:cubicBezTo>
                    <a:pt x="21600" y="518"/>
                    <a:pt x="21285" y="0"/>
                    <a:pt x="20897" y="0"/>
                  </a:cubicBezTo>
                  <a:close/>
                </a:path>
              </a:pathLst>
            </a:custGeom>
            <a:gradFill>
              <a:gsLst>
                <a:gs pos="0">
                  <a:srgbClr val="32373C"/>
                </a:gs>
                <a:gs pos="6000">
                  <a:srgbClr val="32373C"/>
                </a:gs>
                <a:gs pos="62000">
                  <a:srgbClr val="000000"/>
                </a:gs>
                <a:gs pos="100000">
                  <a:srgbClr val="000000"/>
                </a:gs>
              </a:gsLst>
              <a:lin ang="18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5" name="Google Shape;1835;p217"/>
            <p:cNvSpPr/>
            <p:nvPr/>
          </p:nvSpPr>
          <p:spPr>
            <a:xfrm>
              <a:off x="5154883" y="5711236"/>
              <a:ext cx="1468712" cy="45147"/>
            </a:xfrm>
            <a:custGeom>
              <a:rect b="b" l="l" r="r" t="t"/>
              <a:pathLst>
                <a:path extrusionOk="0" h="21600" w="21516">
                  <a:moveTo>
                    <a:pt x="21512" y="0"/>
                  </a:moveTo>
                  <a:cubicBezTo>
                    <a:pt x="21499" y="3516"/>
                    <a:pt x="21438" y="9477"/>
                    <a:pt x="21185" y="12548"/>
                  </a:cubicBezTo>
                  <a:cubicBezTo>
                    <a:pt x="20811" y="17077"/>
                    <a:pt x="19488" y="18813"/>
                    <a:pt x="18603" y="18813"/>
                  </a:cubicBezTo>
                  <a:cubicBezTo>
                    <a:pt x="18082" y="18813"/>
                    <a:pt x="14899" y="18813"/>
                    <a:pt x="12368" y="18813"/>
                  </a:cubicBezTo>
                  <a:cubicBezTo>
                    <a:pt x="12368" y="18813"/>
                    <a:pt x="10917" y="18813"/>
                    <a:pt x="9148" y="18813"/>
                  </a:cubicBezTo>
                  <a:cubicBezTo>
                    <a:pt x="6617" y="18813"/>
                    <a:pt x="3434" y="18813"/>
                    <a:pt x="2913" y="18813"/>
                  </a:cubicBezTo>
                  <a:cubicBezTo>
                    <a:pt x="2028" y="18813"/>
                    <a:pt x="705" y="17077"/>
                    <a:pt x="331" y="12548"/>
                  </a:cubicBezTo>
                  <a:cubicBezTo>
                    <a:pt x="78" y="9477"/>
                    <a:pt x="17" y="3516"/>
                    <a:pt x="4" y="0"/>
                  </a:cubicBezTo>
                  <a:lnTo>
                    <a:pt x="2" y="0"/>
                  </a:lnTo>
                  <a:cubicBezTo>
                    <a:pt x="2" y="0"/>
                    <a:pt x="-42" y="10806"/>
                    <a:pt x="331" y="15335"/>
                  </a:cubicBezTo>
                  <a:cubicBezTo>
                    <a:pt x="705" y="19864"/>
                    <a:pt x="2028" y="21600"/>
                    <a:pt x="2913" y="21600"/>
                  </a:cubicBezTo>
                  <a:cubicBezTo>
                    <a:pt x="3434" y="21600"/>
                    <a:pt x="6617" y="21600"/>
                    <a:pt x="9148" y="21600"/>
                  </a:cubicBezTo>
                  <a:cubicBezTo>
                    <a:pt x="10917" y="21600"/>
                    <a:pt x="12368" y="21600"/>
                    <a:pt x="12368" y="21600"/>
                  </a:cubicBezTo>
                  <a:cubicBezTo>
                    <a:pt x="14899" y="21600"/>
                    <a:pt x="18082" y="21600"/>
                    <a:pt x="18603" y="21600"/>
                  </a:cubicBezTo>
                  <a:cubicBezTo>
                    <a:pt x="19488" y="21600"/>
                    <a:pt x="20811" y="19864"/>
                    <a:pt x="21185" y="15335"/>
                  </a:cubicBezTo>
                  <a:cubicBezTo>
                    <a:pt x="21558" y="10806"/>
                    <a:pt x="21514" y="0"/>
                    <a:pt x="21514" y="0"/>
                  </a:cubicBezTo>
                  <a:cubicBezTo>
                    <a:pt x="21514" y="0"/>
                    <a:pt x="21512" y="0"/>
                    <a:pt x="21512" y="0"/>
                  </a:cubicBezTo>
                  <a:close/>
                </a:path>
              </a:pathLst>
            </a:custGeom>
            <a:solidFill>
              <a:srgbClr val="000000">
                <a:alpha val="74901"/>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6" name="Google Shape;1836;p217"/>
            <p:cNvSpPr/>
            <p:nvPr/>
          </p:nvSpPr>
          <p:spPr>
            <a:xfrm>
              <a:off x="5148520" y="5119465"/>
              <a:ext cx="1480148" cy="610751"/>
            </a:xfrm>
            <a:custGeom>
              <a:rect b="b" l="l" r="r" t="t"/>
              <a:pathLst>
                <a:path extrusionOk="0" h="21568" w="20919">
                  <a:moveTo>
                    <a:pt x="20738" y="19920"/>
                  </a:moveTo>
                  <a:cubicBezTo>
                    <a:pt x="20559" y="19543"/>
                    <a:pt x="18693" y="15429"/>
                    <a:pt x="18281" y="13714"/>
                  </a:cubicBezTo>
                  <a:cubicBezTo>
                    <a:pt x="17870" y="12000"/>
                    <a:pt x="17568" y="0"/>
                    <a:pt x="17568" y="0"/>
                  </a:cubicBezTo>
                  <a:lnTo>
                    <a:pt x="12013" y="0"/>
                  </a:lnTo>
                  <a:lnTo>
                    <a:pt x="8905" y="0"/>
                  </a:lnTo>
                  <a:lnTo>
                    <a:pt x="3350" y="0"/>
                  </a:lnTo>
                  <a:cubicBezTo>
                    <a:pt x="3350" y="0"/>
                    <a:pt x="3048" y="12000"/>
                    <a:pt x="2637" y="13714"/>
                  </a:cubicBezTo>
                  <a:cubicBezTo>
                    <a:pt x="2225" y="15429"/>
                    <a:pt x="359" y="19543"/>
                    <a:pt x="180" y="19920"/>
                  </a:cubicBezTo>
                  <a:cubicBezTo>
                    <a:pt x="2" y="20297"/>
                    <a:pt x="-341" y="21120"/>
                    <a:pt x="921" y="21360"/>
                  </a:cubicBezTo>
                  <a:cubicBezTo>
                    <a:pt x="2184" y="21600"/>
                    <a:pt x="4064" y="21566"/>
                    <a:pt x="4064" y="21566"/>
                  </a:cubicBezTo>
                  <a:lnTo>
                    <a:pt x="8905" y="21566"/>
                  </a:lnTo>
                  <a:lnTo>
                    <a:pt x="12013" y="21566"/>
                  </a:lnTo>
                  <a:lnTo>
                    <a:pt x="16854" y="21566"/>
                  </a:lnTo>
                  <a:cubicBezTo>
                    <a:pt x="16854" y="21566"/>
                    <a:pt x="18734" y="21600"/>
                    <a:pt x="19997" y="21360"/>
                  </a:cubicBezTo>
                  <a:cubicBezTo>
                    <a:pt x="21259" y="21120"/>
                    <a:pt x="20916" y="20297"/>
                    <a:pt x="20738" y="19920"/>
                  </a:cubicBezTo>
                  <a:close/>
                </a:path>
              </a:pathLst>
            </a:custGeom>
            <a:gradFill>
              <a:gsLst>
                <a:gs pos="0">
                  <a:srgbClr val="A4A7A8"/>
                </a:gs>
                <a:gs pos="34000">
                  <a:srgbClr val="F5F8FA"/>
                </a:gs>
                <a:gs pos="66000">
                  <a:srgbClr val="A4A7A8"/>
                </a:gs>
                <a:gs pos="100000">
                  <a:srgbClr val="A4A7A8"/>
                </a:gs>
              </a:gsLst>
              <a:lin ang="54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7" name="Google Shape;1837;p217"/>
            <p:cNvSpPr/>
            <p:nvPr/>
          </p:nvSpPr>
          <p:spPr>
            <a:xfrm>
              <a:off x="5148520" y="5119465"/>
              <a:ext cx="1480148" cy="610751"/>
            </a:xfrm>
            <a:custGeom>
              <a:rect b="b" l="l" r="r" t="t"/>
              <a:pathLst>
                <a:path extrusionOk="0" h="21568" w="20919">
                  <a:moveTo>
                    <a:pt x="20738" y="19920"/>
                  </a:moveTo>
                  <a:cubicBezTo>
                    <a:pt x="20559" y="19543"/>
                    <a:pt x="18693" y="15429"/>
                    <a:pt x="18281" y="13714"/>
                  </a:cubicBezTo>
                  <a:cubicBezTo>
                    <a:pt x="17870" y="12000"/>
                    <a:pt x="17568" y="0"/>
                    <a:pt x="17568" y="0"/>
                  </a:cubicBezTo>
                  <a:lnTo>
                    <a:pt x="12013" y="0"/>
                  </a:lnTo>
                  <a:lnTo>
                    <a:pt x="8905" y="0"/>
                  </a:lnTo>
                  <a:lnTo>
                    <a:pt x="3350" y="0"/>
                  </a:lnTo>
                  <a:cubicBezTo>
                    <a:pt x="3350" y="0"/>
                    <a:pt x="3048" y="12000"/>
                    <a:pt x="2637" y="13714"/>
                  </a:cubicBezTo>
                  <a:cubicBezTo>
                    <a:pt x="2225" y="15429"/>
                    <a:pt x="359" y="19543"/>
                    <a:pt x="180" y="19920"/>
                  </a:cubicBezTo>
                  <a:cubicBezTo>
                    <a:pt x="2" y="20297"/>
                    <a:pt x="-341" y="21120"/>
                    <a:pt x="921" y="21360"/>
                  </a:cubicBezTo>
                  <a:cubicBezTo>
                    <a:pt x="2184" y="21600"/>
                    <a:pt x="4064" y="21566"/>
                    <a:pt x="4064" y="21566"/>
                  </a:cubicBezTo>
                  <a:lnTo>
                    <a:pt x="8905" y="21566"/>
                  </a:lnTo>
                  <a:lnTo>
                    <a:pt x="12013" y="21566"/>
                  </a:lnTo>
                  <a:lnTo>
                    <a:pt x="16854" y="21566"/>
                  </a:lnTo>
                  <a:cubicBezTo>
                    <a:pt x="16854" y="21566"/>
                    <a:pt x="18734" y="21600"/>
                    <a:pt x="19997" y="21360"/>
                  </a:cubicBezTo>
                  <a:cubicBezTo>
                    <a:pt x="21259" y="21120"/>
                    <a:pt x="20916" y="20297"/>
                    <a:pt x="20738" y="19920"/>
                  </a:cubicBezTo>
                  <a:close/>
                </a:path>
              </a:pathLst>
            </a:custGeom>
            <a:gradFill>
              <a:gsLst>
                <a:gs pos="0">
                  <a:srgbClr val="FFFFFF">
                    <a:alpha val="0"/>
                  </a:srgbClr>
                </a:gs>
                <a:gs pos="36000">
                  <a:srgbClr val="FFFFFF">
                    <a:alpha val="0"/>
                  </a:srgbClr>
                </a:gs>
                <a:gs pos="65000">
                  <a:srgbClr val="000000">
                    <a:alpha val="29803"/>
                  </a:srgbClr>
                </a:gs>
                <a:gs pos="95000">
                  <a:srgbClr val="FFFFFF">
                    <a:alpha val="0"/>
                  </a:srgbClr>
                </a:gs>
                <a:gs pos="100000">
                  <a:srgbClr val="FFFFFF">
                    <a:alpha val="0"/>
                  </a:srgbClr>
                </a:gs>
              </a:gsLst>
              <a:lin ang="54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8" name="Google Shape;1838;p217"/>
            <p:cNvSpPr/>
            <p:nvPr/>
          </p:nvSpPr>
          <p:spPr>
            <a:xfrm>
              <a:off x="5148520" y="5704872"/>
              <a:ext cx="1480363" cy="45147"/>
            </a:xfrm>
            <a:custGeom>
              <a:rect b="b" l="l" r="r" t="t"/>
              <a:pathLst>
                <a:path extrusionOk="0" h="21600" w="21516">
                  <a:moveTo>
                    <a:pt x="21515" y="0"/>
                  </a:moveTo>
                  <a:lnTo>
                    <a:pt x="21512" y="0"/>
                  </a:lnTo>
                  <a:cubicBezTo>
                    <a:pt x="21487" y="4170"/>
                    <a:pt x="21268" y="8231"/>
                    <a:pt x="20567" y="9989"/>
                  </a:cubicBezTo>
                  <a:cubicBezTo>
                    <a:pt x="19268" y="13239"/>
                    <a:pt x="17335" y="12776"/>
                    <a:pt x="17335" y="12776"/>
                  </a:cubicBezTo>
                  <a:lnTo>
                    <a:pt x="12356" y="12776"/>
                  </a:lnTo>
                  <a:lnTo>
                    <a:pt x="9160" y="12776"/>
                  </a:lnTo>
                  <a:lnTo>
                    <a:pt x="4181" y="12776"/>
                  </a:lnTo>
                  <a:cubicBezTo>
                    <a:pt x="4181" y="12776"/>
                    <a:pt x="2248" y="13239"/>
                    <a:pt x="949" y="9989"/>
                  </a:cubicBezTo>
                  <a:cubicBezTo>
                    <a:pt x="248" y="8231"/>
                    <a:pt x="29" y="4170"/>
                    <a:pt x="4" y="0"/>
                  </a:cubicBezTo>
                  <a:lnTo>
                    <a:pt x="1" y="0"/>
                  </a:lnTo>
                  <a:cubicBezTo>
                    <a:pt x="1" y="0"/>
                    <a:pt x="-42" y="10806"/>
                    <a:pt x="328" y="15335"/>
                  </a:cubicBezTo>
                  <a:cubicBezTo>
                    <a:pt x="699" y="19864"/>
                    <a:pt x="2096" y="21600"/>
                    <a:pt x="2974" y="21600"/>
                  </a:cubicBezTo>
                  <a:cubicBezTo>
                    <a:pt x="3491" y="21600"/>
                    <a:pt x="6649" y="21600"/>
                    <a:pt x="9160" y="21600"/>
                  </a:cubicBezTo>
                  <a:cubicBezTo>
                    <a:pt x="10916" y="21600"/>
                    <a:pt x="12356" y="21600"/>
                    <a:pt x="12356" y="21600"/>
                  </a:cubicBezTo>
                  <a:cubicBezTo>
                    <a:pt x="14867" y="21600"/>
                    <a:pt x="18025" y="21600"/>
                    <a:pt x="18542" y="21600"/>
                  </a:cubicBezTo>
                  <a:cubicBezTo>
                    <a:pt x="19420" y="21600"/>
                    <a:pt x="20817" y="19864"/>
                    <a:pt x="21188" y="15335"/>
                  </a:cubicBezTo>
                  <a:cubicBezTo>
                    <a:pt x="21558" y="10806"/>
                    <a:pt x="21515" y="0"/>
                    <a:pt x="21515" y="0"/>
                  </a:cubicBezTo>
                  <a:close/>
                </a:path>
              </a:pathLst>
            </a:custGeom>
            <a:gradFill>
              <a:gsLst>
                <a:gs pos="0">
                  <a:srgbClr val="6A6A6A"/>
                </a:gs>
                <a:gs pos="13000">
                  <a:srgbClr val="F5F8FA"/>
                </a:gs>
                <a:gs pos="87000">
                  <a:srgbClr val="F5F8FA"/>
                </a:gs>
                <a:gs pos="100000">
                  <a:srgbClr val="6A6A6A"/>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9" name="Google Shape;1839;p217"/>
            <p:cNvSpPr/>
            <p:nvPr/>
          </p:nvSpPr>
          <p:spPr>
            <a:xfrm>
              <a:off x="5148520" y="5342174"/>
              <a:ext cx="563717" cy="388408"/>
            </a:xfrm>
            <a:custGeom>
              <a:rect b="b" l="l" r="r" t="t"/>
              <a:pathLst>
                <a:path extrusionOk="0" h="21549" w="20714">
                  <a:moveTo>
                    <a:pt x="9190" y="0"/>
                  </a:moveTo>
                  <a:cubicBezTo>
                    <a:pt x="8788" y="0"/>
                    <a:pt x="8391" y="32"/>
                    <a:pt x="7999" y="92"/>
                  </a:cubicBezTo>
                  <a:cubicBezTo>
                    <a:pt x="7690" y="4243"/>
                    <a:pt x="7297" y="8100"/>
                    <a:pt x="6856" y="9211"/>
                  </a:cubicBezTo>
                  <a:cubicBezTo>
                    <a:pt x="5786" y="11904"/>
                    <a:pt x="933" y="18368"/>
                    <a:pt x="470" y="18961"/>
                  </a:cubicBezTo>
                  <a:cubicBezTo>
                    <a:pt x="6" y="19553"/>
                    <a:pt x="-886" y="20846"/>
                    <a:pt x="2396" y="21223"/>
                  </a:cubicBezTo>
                  <a:cubicBezTo>
                    <a:pt x="5678" y="21600"/>
                    <a:pt x="10566" y="21546"/>
                    <a:pt x="10566" y="21546"/>
                  </a:cubicBezTo>
                  <a:lnTo>
                    <a:pt x="20377" y="21546"/>
                  </a:lnTo>
                  <a:cubicBezTo>
                    <a:pt x="20596" y="20209"/>
                    <a:pt x="20714" y="18811"/>
                    <a:pt x="20714" y="17372"/>
                  </a:cubicBezTo>
                  <a:cubicBezTo>
                    <a:pt x="20714" y="7778"/>
                    <a:pt x="15555" y="0"/>
                    <a:pt x="9190" y="0"/>
                  </a:cubicBezTo>
                  <a:close/>
                </a:path>
              </a:pathLst>
            </a:custGeom>
            <a:gradFill>
              <a:gsLst>
                <a:gs pos="0">
                  <a:srgbClr val="FFFFFF">
                    <a:alpha val="0"/>
                  </a:srgbClr>
                </a:gs>
                <a:gs pos="35000">
                  <a:srgbClr val="FFFFFF">
                    <a:alpha val="0"/>
                  </a:srgbClr>
                </a:gs>
                <a:gs pos="94000">
                  <a:srgbClr val="F5F8FA"/>
                </a:gs>
                <a:gs pos="100000">
                  <a:srgbClr val="F5F8FA"/>
                </a:gs>
              </a:gsLst>
              <a:lin ang="9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0" name="Google Shape;1840;p217"/>
            <p:cNvSpPr/>
            <p:nvPr/>
          </p:nvSpPr>
          <p:spPr>
            <a:xfrm>
              <a:off x="6064811" y="5342174"/>
              <a:ext cx="563717" cy="388408"/>
            </a:xfrm>
            <a:custGeom>
              <a:rect b="b" l="l" r="r" t="t"/>
              <a:pathLst>
                <a:path extrusionOk="0" h="21549" w="20714">
                  <a:moveTo>
                    <a:pt x="11524" y="0"/>
                  </a:moveTo>
                  <a:cubicBezTo>
                    <a:pt x="11926" y="0"/>
                    <a:pt x="12323" y="32"/>
                    <a:pt x="12715" y="92"/>
                  </a:cubicBezTo>
                  <a:cubicBezTo>
                    <a:pt x="13024" y="4243"/>
                    <a:pt x="13417" y="8100"/>
                    <a:pt x="13858" y="9211"/>
                  </a:cubicBezTo>
                  <a:cubicBezTo>
                    <a:pt x="14928" y="11904"/>
                    <a:pt x="19781" y="18368"/>
                    <a:pt x="20244" y="18961"/>
                  </a:cubicBezTo>
                  <a:cubicBezTo>
                    <a:pt x="20708" y="19553"/>
                    <a:pt x="21600" y="20846"/>
                    <a:pt x="18318" y="21223"/>
                  </a:cubicBezTo>
                  <a:cubicBezTo>
                    <a:pt x="15036" y="21600"/>
                    <a:pt x="10148" y="21546"/>
                    <a:pt x="10148" y="21546"/>
                  </a:cubicBezTo>
                  <a:lnTo>
                    <a:pt x="337" y="21546"/>
                  </a:lnTo>
                  <a:cubicBezTo>
                    <a:pt x="118" y="20209"/>
                    <a:pt x="0" y="18811"/>
                    <a:pt x="0" y="17372"/>
                  </a:cubicBezTo>
                  <a:cubicBezTo>
                    <a:pt x="0" y="7778"/>
                    <a:pt x="5159" y="0"/>
                    <a:pt x="11524" y="0"/>
                  </a:cubicBezTo>
                  <a:close/>
                </a:path>
              </a:pathLst>
            </a:custGeom>
            <a:gradFill>
              <a:gsLst>
                <a:gs pos="0">
                  <a:srgbClr val="F5F8FA"/>
                </a:gs>
                <a:gs pos="21000">
                  <a:srgbClr val="F5F8FA"/>
                </a:gs>
                <a:gs pos="78000">
                  <a:srgbClr val="EEEFF1">
                    <a:alpha val="0"/>
                  </a:srgbClr>
                </a:gs>
                <a:gs pos="100000">
                  <a:srgbClr val="EEEFF1">
                    <a:alpha val="0"/>
                  </a:srgbClr>
                </a:gs>
              </a:gsLst>
              <a:path path="circle">
                <a:fillToRect b="0%" l="100%" r="0%" t="100%"/>
              </a:path>
              <a:tileRect b="-100%" l="0%" r="-100%" t="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1" name="Google Shape;1841;p217"/>
            <p:cNvSpPr/>
            <p:nvPr/>
          </p:nvSpPr>
          <p:spPr>
            <a:xfrm>
              <a:off x="3742268" y="4642230"/>
              <a:ext cx="4296281" cy="5826"/>
            </a:xfrm>
            <a:custGeom>
              <a:rect b="b" l="l" r="r" t="t"/>
              <a:pathLst>
                <a:path extrusionOk="0" h="21600" w="21600">
                  <a:moveTo>
                    <a:pt x="0" y="0"/>
                  </a:moveTo>
                  <a:lnTo>
                    <a:pt x="0" y="21600"/>
                  </a:lnTo>
                  <a:lnTo>
                    <a:pt x="21600" y="21600"/>
                  </a:lnTo>
                  <a:lnTo>
                    <a:pt x="21600" y="0"/>
                  </a:lnTo>
                  <a:cubicBezTo>
                    <a:pt x="21600" y="0"/>
                    <a:pt x="0" y="0"/>
                    <a:pt x="0" y="0"/>
                  </a:cubicBezTo>
                  <a:close/>
                </a:path>
              </a:pathLst>
            </a:custGeom>
            <a:gradFill>
              <a:gsLst>
                <a:gs pos="0">
                  <a:srgbClr val="E1E1E3">
                    <a:alpha val="0"/>
                  </a:srgbClr>
                </a:gs>
                <a:gs pos="100000">
                  <a:srgbClr val="9EA0A4">
                    <a:alpha val="0"/>
                  </a:srgbClr>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2" name="Google Shape;1842;p217"/>
            <p:cNvSpPr/>
            <p:nvPr/>
          </p:nvSpPr>
          <p:spPr>
            <a:xfrm>
              <a:off x="5861191" y="2084254"/>
              <a:ext cx="55723" cy="55723"/>
            </a:xfrm>
            <a:custGeom>
              <a:rect b="b" l="l" r="r" t="t"/>
              <a:pathLst>
                <a:path extrusionOk="0" h="19678" w="19678">
                  <a:moveTo>
                    <a:pt x="16797" y="2883"/>
                  </a:moveTo>
                  <a:cubicBezTo>
                    <a:pt x="12953" y="-961"/>
                    <a:pt x="6723" y="-961"/>
                    <a:pt x="2882" y="2883"/>
                  </a:cubicBezTo>
                  <a:cubicBezTo>
                    <a:pt x="-961" y="6723"/>
                    <a:pt x="-961" y="12953"/>
                    <a:pt x="2882" y="16797"/>
                  </a:cubicBezTo>
                  <a:cubicBezTo>
                    <a:pt x="6723" y="20639"/>
                    <a:pt x="12953" y="20638"/>
                    <a:pt x="16797" y="16797"/>
                  </a:cubicBezTo>
                  <a:cubicBezTo>
                    <a:pt x="20637" y="12953"/>
                    <a:pt x="20639" y="6723"/>
                    <a:pt x="16797" y="2883"/>
                  </a:cubicBezTo>
                  <a:close/>
                </a:path>
              </a:pathLst>
            </a:custGeom>
            <a:gradFill>
              <a:gsLst>
                <a:gs pos="0">
                  <a:srgbClr val="666666"/>
                </a:gs>
                <a:gs pos="28000">
                  <a:srgbClr val="666666"/>
                </a:gs>
                <a:gs pos="86000">
                  <a:srgbClr val="090909"/>
                </a:gs>
                <a:gs pos="100000">
                  <a:srgbClr val="090909"/>
                </a:gs>
              </a:gsLst>
              <a:lin ang="3558017"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3" name="Google Shape;1843;p217"/>
            <p:cNvSpPr/>
            <p:nvPr/>
          </p:nvSpPr>
          <p:spPr>
            <a:xfrm>
              <a:off x="5867554" y="2090617"/>
              <a:ext cx="43907" cy="43895"/>
            </a:xfrm>
            <a:custGeom>
              <a:rect b="b" l="l" r="r" t="t"/>
              <a:pathLst>
                <a:path extrusionOk="0" h="21600" w="21600">
                  <a:moveTo>
                    <a:pt x="21600" y="10803"/>
                  </a:moveTo>
                  <a:cubicBezTo>
                    <a:pt x="21600" y="16765"/>
                    <a:pt x="16776" y="21600"/>
                    <a:pt x="10800" y="21600"/>
                  </a:cubicBezTo>
                  <a:cubicBezTo>
                    <a:pt x="4840" y="21600"/>
                    <a:pt x="0" y="16765"/>
                    <a:pt x="0" y="10803"/>
                  </a:cubicBezTo>
                  <a:cubicBezTo>
                    <a:pt x="0" y="4835"/>
                    <a:pt x="4840" y="0"/>
                    <a:pt x="10800" y="0"/>
                  </a:cubicBezTo>
                  <a:cubicBezTo>
                    <a:pt x="16776" y="0"/>
                    <a:pt x="21600" y="4835"/>
                    <a:pt x="21600" y="10803"/>
                  </a:cubicBezTo>
                  <a:close/>
                </a:path>
              </a:pathLst>
            </a:custGeom>
            <a:gradFill>
              <a:gsLst>
                <a:gs pos="0">
                  <a:srgbClr val="474747"/>
                </a:gs>
                <a:gs pos="30000">
                  <a:srgbClr val="474747"/>
                </a:gs>
                <a:gs pos="70000">
                  <a:srgbClr val="060606"/>
                </a:gs>
                <a:gs pos="100000">
                  <a:srgbClr val="060606"/>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4" name="Google Shape;1844;p217"/>
            <p:cNvSpPr/>
            <p:nvPr/>
          </p:nvSpPr>
          <p:spPr>
            <a:xfrm>
              <a:off x="5883462" y="2106525"/>
              <a:ext cx="10795" cy="10792"/>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solidFill>
              <a:srgbClr val="55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45" name="Google Shape;1845;p217"/>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6" name="Google Shape;1846;p217"/>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7" name="Google Shape;1847;p217"/>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8" name="Google Shape;1848;p217"/>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9" name="Google Shape;1849;p21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850" name="Google Shape;1850;p217"/>
          <p:cNvSpPr txBox="1"/>
          <p:nvPr>
            <p:ph idx="1" type="body"/>
          </p:nvPr>
        </p:nvSpPr>
        <p:spPr>
          <a:xfrm>
            <a:off x="6565901" y="2640853"/>
            <a:ext cx="5143500" cy="3429324"/>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1000"/>
              </a:spcBef>
              <a:spcAft>
                <a:spcPts val="0"/>
              </a:spcAft>
              <a:buClr>
                <a:srgbClr val="47464B"/>
              </a:buClr>
              <a:buSzPts val="1800"/>
              <a:buFont typeface="Arial"/>
              <a:buChar char="•"/>
              <a:defRPr sz="18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1851" name="Google Shape;1851;p217"/>
          <p:cNvSpPr txBox="1"/>
          <p:nvPr>
            <p:ph idx="2" type="body"/>
          </p:nvPr>
        </p:nvSpPr>
        <p:spPr>
          <a:xfrm>
            <a:off x="6565901" y="1701835"/>
            <a:ext cx="5143500" cy="666924"/>
          </a:xfrm>
          <a:prstGeom prst="rect">
            <a:avLst/>
          </a:prstGeom>
          <a:solidFill>
            <a:srgbClr val="B9C3C9"/>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2" name="Google Shape;1852;p217"/>
          <p:cNvSpPr/>
          <p:nvPr>
            <p:ph idx="3" type="pic"/>
          </p:nvPr>
        </p:nvSpPr>
        <p:spPr>
          <a:xfrm>
            <a:off x="1273978" y="1965559"/>
            <a:ext cx="4581144" cy="2587752"/>
          </a:xfrm>
          <a:prstGeom prst="rect">
            <a:avLst/>
          </a:prstGeom>
          <a:noFill/>
          <a:ln>
            <a:noFill/>
          </a:ln>
        </p:spPr>
      </p:sp>
      <p:grpSp>
        <p:nvGrpSpPr>
          <p:cNvPr id="1853" name="Google Shape;1853;p217"/>
          <p:cNvGrpSpPr/>
          <p:nvPr/>
        </p:nvGrpSpPr>
        <p:grpSpPr>
          <a:xfrm>
            <a:off x="0" y="6766560"/>
            <a:ext cx="12192000" cy="91440"/>
            <a:chOff x="0" y="4480421"/>
            <a:chExt cx="12192000" cy="91440"/>
          </a:xfrm>
        </p:grpSpPr>
        <p:sp>
          <p:nvSpPr>
            <p:cNvPr id="1854" name="Google Shape;1854;p217"/>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5" name="Google Shape;1855;p217"/>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6" name="Google Shape;1856;p217"/>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7" name="Google Shape;1857;p217"/>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8" name="Google Shape;1858;p217"/>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cBook">
  <p:cSld name="MacBook">
    <p:spTree>
      <p:nvGrpSpPr>
        <p:cNvPr id="1859" name="Shape 1859"/>
        <p:cNvGrpSpPr/>
        <p:nvPr/>
      </p:nvGrpSpPr>
      <p:grpSpPr>
        <a:xfrm>
          <a:off x="0" y="0"/>
          <a:ext cx="0" cy="0"/>
          <a:chOff x="0" y="0"/>
          <a:chExt cx="0" cy="0"/>
        </a:xfrm>
      </p:grpSpPr>
      <p:sp>
        <p:nvSpPr>
          <p:cNvPr id="1860" name="Google Shape;1860;p218"/>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1" name="Google Shape;1861;p218"/>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2" name="Google Shape;1862;p218"/>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3" name="Google Shape;1863;p218"/>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4" name="Google Shape;1864;p21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865" name="Google Shape;1865;p218"/>
          <p:cNvSpPr txBox="1"/>
          <p:nvPr>
            <p:ph idx="1" type="body"/>
          </p:nvPr>
        </p:nvSpPr>
        <p:spPr>
          <a:xfrm>
            <a:off x="6565901" y="2640853"/>
            <a:ext cx="5143500" cy="3429324"/>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1000"/>
              </a:spcBef>
              <a:spcAft>
                <a:spcPts val="0"/>
              </a:spcAft>
              <a:buClr>
                <a:srgbClr val="47464B"/>
              </a:buClr>
              <a:buSzPts val="1800"/>
              <a:buFont typeface="Arial"/>
              <a:buChar char="•"/>
              <a:defRPr sz="18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1866" name="Google Shape;1866;p218"/>
          <p:cNvSpPr txBox="1"/>
          <p:nvPr>
            <p:ph idx="2" type="body"/>
          </p:nvPr>
        </p:nvSpPr>
        <p:spPr>
          <a:xfrm>
            <a:off x="6565901" y="1701835"/>
            <a:ext cx="5143500" cy="666924"/>
          </a:xfrm>
          <a:prstGeom prst="rect">
            <a:avLst/>
          </a:prstGeom>
          <a:solidFill>
            <a:srgbClr val="B9C3C9"/>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67" name="Google Shape;1867;p218"/>
          <p:cNvPicPr preferRelativeResize="0"/>
          <p:nvPr/>
        </p:nvPicPr>
        <p:blipFill rotWithShape="1">
          <a:blip r:embed="rId2">
            <a:alphaModFix/>
          </a:blip>
          <a:srcRect b="0" l="0" r="0" t="0"/>
          <a:stretch/>
        </p:blipFill>
        <p:spPr>
          <a:xfrm>
            <a:off x="202608" y="1801199"/>
            <a:ext cx="6167436" cy="3544456"/>
          </a:xfrm>
          <a:prstGeom prst="rect">
            <a:avLst/>
          </a:prstGeom>
          <a:noFill/>
          <a:ln>
            <a:noFill/>
          </a:ln>
        </p:spPr>
      </p:pic>
      <p:sp>
        <p:nvSpPr>
          <p:cNvPr id="1868" name="Google Shape;1868;p218"/>
          <p:cNvSpPr/>
          <p:nvPr>
            <p:ph idx="3" type="pic"/>
          </p:nvPr>
        </p:nvSpPr>
        <p:spPr>
          <a:xfrm>
            <a:off x="963750" y="2037929"/>
            <a:ext cx="4645152" cy="2895111"/>
          </a:xfrm>
          <a:prstGeom prst="rect">
            <a:avLst/>
          </a:prstGeom>
          <a:noFill/>
          <a:ln>
            <a:noFill/>
          </a:ln>
        </p:spPr>
      </p:sp>
      <p:grpSp>
        <p:nvGrpSpPr>
          <p:cNvPr id="1869" name="Google Shape;1869;p218"/>
          <p:cNvGrpSpPr/>
          <p:nvPr/>
        </p:nvGrpSpPr>
        <p:grpSpPr>
          <a:xfrm>
            <a:off x="0" y="6766560"/>
            <a:ext cx="12192000" cy="91440"/>
            <a:chOff x="0" y="4480421"/>
            <a:chExt cx="12192000" cy="91440"/>
          </a:xfrm>
        </p:grpSpPr>
        <p:sp>
          <p:nvSpPr>
            <p:cNvPr id="1870" name="Google Shape;1870;p218"/>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1" name="Google Shape;1871;p218"/>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2" name="Google Shape;1872;p218"/>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3" name="Google Shape;1873;p218"/>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4" name="Google Shape;1874;p218"/>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Pad black">
  <p:cSld name="iPad black">
    <p:spTree>
      <p:nvGrpSpPr>
        <p:cNvPr id="1875" name="Shape 1875"/>
        <p:cNvGrpSpPr/>
        <p:nvPr/>
      </p:nvGrpSpPr>
      <p:grpSpPr>
        <a:xfrm>
          <a:off x="0" y="0"/>
          <a:ext cx="0" cy="0"/>
          <a:chOff x="0" y="0"/>
          <a:chExt cx="0" cy="0"/>
        </a:xfrm>
      </p:grpSpPr>
      <p:sp>
        <p:nvSpPr>
          <p:cNvPr id="1876" name="Google Shape;1876;p219"/>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7" name="Google Shape;1877;p219"/>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8" name="Google Shape;1878;p219"/>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9" name="Google Shape;1879;p219"/>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0" name="Google Shape;1880;p21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881" name="Google Shape;1881;p219"/>
          <p:cNvSpPr txBox="1"/>
          <p:nvPr>
            <p:ph idx="1" type="body"/>
          </p:nvPr>
        </p:nvSpPr>
        <p:spPr>
          <a:xfrm>
            <a:off x="6565901" y="2640853"/>
            <a:ext cx="5143500" cy="3429324"/>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1000"/>
              </a:spcBef>
              <a:spcAft>
                <a:spcPts val="0"/>
              </a:spcAft>
              <a:buClr>
                <a:srgbClr val="47464B"/>
              </a:buClr>
              <a:buSzPts val="1800"/>
              <a:buFont typeface="Arial"/>
              <a:buChar char="•"/>
              <a:defRPr sz="18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1882" name="Google Shape;1882;p219"/>
          <p:cNvSpPr txBox="1"/>
          <p:nvPr>
            <p:ph idx="2" type="body"/>
          </p:nvPr>
        </p:nvSpPr>
        <p:spPr>
          <a:xfrm>
            <a:off x="6565901" y="1701835"/>
            <a:ext cx="5143500" cy="666924"/>
          </a:xfrm>
          <a:prstGeom prst="rect">
            <a:avLst/>
          </a:prstGeom>
          <a:solidFill>
            <a:srgbClr val="B9C3C9"/>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883" name="Google Shape;1883;p219"/>
          <p:cNvGrpSpPr/>
          <p:nvPr/>
        </p:nvGrpSpPr>
        <p:grpSpPr>
          <a:xfrm>
            <a:off x="1743159" y="1778377"/>
            <a:ext cx="3136689" cy="4080933"/>
            <a:chOff x="14427200" y="12090400"/>
            <a:chExt cx="15590475" cy="20283713"/>
          </a:xfrm>
        </p:grpSpPr>
        <p:sp>
          <p:nvSpPr>
            <p:cNvPr id="1884" name="Google Shape;1884;p219"/>
            <p:cNvSpPr/>
            <p:nvPr/>
          </p:nvSpPr>
          <p:spPr>
            <a:xfrm>
              <a:off x="14427200" y="12090400"/>
              <a:ext cx="15590475" cy="20283713"/>
            </a:xfrm>
            <a:custGeom>
              <a:rect b="b" l="l" r="r" t="t"/>
              <a:pathLst>
                <a:path extrusionOk="0" h="21600" w="21600">
                  <a:moveTo>
                    <a:pt x="19337" y="19571"/>
                  </a:moveTo>
                  <a:lnTo>
                    <a:pt x="2263" y="19571"/>
                  </a:lnTo>
                  <a:lnTo>
                    <a:pt x="2263" y="2006"/>
                  </a:lnTo>
                  <a:lnTo>
                    <a:pt x="19337" y="2006"/>
                  </a:lnTo>
                  <a:cubicBezTo>
                    <a:pt x="19337" y="2006"/>
                    <a:pt x="19337" y="19571"/>
                    <a:pt x="19337" y="19571"/>
                  </a:cubicBezTo>
                  <a:close/>
                  <a:moveTo>
                    <a:pt x="20539" y="0"/>
                  </a:moveTo>
                  <a:lnTo>
                    <a:pt x="1061" y="0"/>
                  </a:lnTo>
                  <a:cubicBezTo>
                    <a:pt x="476" y="0"/>
                    <a:pt x="0" y="366"/>
                    <a:pt x="0" y="815"/>
                  </a:cubicBezTo>
                  <a:lnTo>
                    <a:pt x="0" y="20785"/>
                  </a:lnTo>
                  <a:cubicBezTo>
                    <a:pt x="0" y="21234"/>
                    <a:pt x="476" y="21600"/>
                    <a:pt x="1061" y="21600"/>
                  </a:cubicBezTo>
                  <a:lnTo>
                    <a:pt x="20539" y="21600"/>
                  </a:lnTo>
                  <a:cubicBezTo>
                    <a:pt x="21124" y="21600"/>
                    <a:pt x="21600" y="21234"/>
                    <a:pt x="21600" y="20785"/>
                  </a:cubicBezTo>
                  <a:lnTo>
                    <a:pt x="21600" y="815"/>
                  </a:lnTo>
                  <a:cubicBezTo>
                    <a:pt x="21600" y="366"/>
                    <a:pt x="21124" y="0"/>
                    <a:pt x="20539" y="0"/>
                  </a:cubicBezTo>
                  <a:close/>
                </a:path>
              </a:pathLst>
            </a:custGeom>
            <a:solidFill>
              <a:schemeClr val="dk2"/>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5" name="Google Shape;1885;p219"/>
            <p:cNvSpPr/>
            <p:nvPr/>
          </p:nvSpPr>
          <p:spPr>
            <a:xfrm>
              <a:off x="14478000" y="12141200"/>
              <a:ext cx="15480431" cy="20173667"/>
            </a:xfrm>
            <a:custGeom>
              <a:rect b="b" l="l" r="r" t="t"/>
              <a:pathLst>
                <a:path extrusionOk="0" h="21600" w="21600">
                  <a:moveTo>
                    <a:pt x="2126" y="19678"/>
                  </a:moveTo>
                  <a:lnTo>
                    <a:pt x="19474" y="19678"/>
                  </a:lnTo>
                  <a:lnTo>
                    <a:pt x="19474" y="1900"/>
                  </a:lnTo>
                  <a:lnTo>
                    <a:pt x="2126" y="1900"/>
                  </a:lnTo>
                  <a:cubicBezTo>
                    <a:pt x="2126" y="1900"/>
                    <a:pt x="2126" y="19678"/>
                    <a:pt x="2126" y="19678"/>
                  </a:cubicBezTo>
                  <a:close/>
                  <a:moveTo>
                    <a:pt x="991" y="21600"/>
                  </a:moveTo>
                  <a:cubicBezTo>
                    <a:pt x="445" y="21600"/>
                    <a:pt x="0" y="21259"/>
                    <a:pt x="0" y="20839"/>
                  </a:cubicBezTo>
                  <a:lnTo>
                    <a:pt x="0" y="761"/>
                  </a:lnTo>
                  <a:cubicBezTo>
                    <a:pt x="0" y="341"/>
                    <a:pt x="445" y="0"/>
                    <a:pt x="991" y="0"/>
                  </a:cubicBezTo>
                  <a:lnTo>
                    <a:pt x="20609" y="0"/>
                  </a:lnTo>
                  <a:cubicBezTo>
                    <a:pt x="21155" y="0"/>
                    <a:pt x="21600" y="341"/>
                    <a:pt x="21600" y="761"/>
                  </a:cubicBezTo>
                  <a:lnTo>
                    <a:pt x="21600" y="20839"/>
                  </a:lnTo>
                  <a:cubicBezTo>
                    <a:pt x="21600" y="21259"/>
                    <a:pt x="21155" y="21600"/>
                    <a:pt x="20609" y="21600"/>
                  </a:cubicBezTo>
                  <a:cubicBezTo>
                    <a:pt x="20609" y="21600"/>
                    <a:pt x="991" y="21600"/>
                    <a:pt x="991" y="21600"/>
                  </a:cubicBezTo>
                  <a:close/>
                </a:path>
              </a:pathLst>
            </a:custGeom>
            <a:solidFill>
              <a:srgbClr val="FDFDFF"/>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6" name="Google Shape;1886;p219"/>
            <p:cNvSpPr/>
            <p:nvPr/>
          </p:nvSpPr>
          <p:spPr>
            <a:xfrm>
              <a:off x="14528800" y="12192000"/>
              <a:ext cx="15384020" cy="20077254"/>
            </a:xfrm>
            <a:custGeom>
              <a:rect b="b" l="l" r="r" t="t"/>
              <a:pathLst>
                <a:path extrusionOk="0" h="21600" w="21600">
                  <a:moveTo>
                    <a:pt x="19451" y="19661"/>
                  </a:moveTo>
                  <a:lnTo>
                    <a:pt x="2149" y="19661"/>
                  </a:lnTo>
                  <a:lnTo>
                    <a:pt x="2149" y="1916"/>
                  </a:lnTo>
                  <a:lnTo>
                    <a:pt x="19451" y="1916"/>
                  </a:lnTo>
                  <a:cubicBezTo>
                    <a:pt x="19451" y="1916"/>
                    <a:pt x="19451" y="19661"/>
                    <a:pt x="19451" y="19661"/>
                  </a:cubicBezTo>
                  <a:close/>
                  <a:moveTo>
                    <a:pt x="20670" y="0"/>
                  </a:moveTo>
                  <a:lnTo>
                    <a:pt x="930" y="0"/>
                  </a:lnTo>
                  <a:cubicBezTo>
                    <a:pt x="419" y="0"/>
                    <a:pt x="0" y="321"/>
                    <a:pt x="0" y="712"/>
                  </a:cubicBezTo>
                  <a:lnTo>
                    <a:pt x="0" y="20888"/>
                  </a:lnTo>
                  <a:cubicBezTo>
                    <a:pt x="0" y="21279"/>
                    <a:pt x="419" y="21600"/>
                    <a:pt x="930" y="21600"/>
                  </a:cubicBezTo>
                  <a:lnTo>
                    <a:pt x="20670" y="21600"/>
                  </a:lnTo>
                  <a:cubicBezTo>
                    <a:pt x="21182" y="21600"/>
                    <a:pt x="21600" y="21279"/>
                    <a:pt x="21600" y="20888"/>
                  </a:cubicBezTo>
                  <a:lnTo>
                    <a:pt x="21600" y="712"/>
                  </a:lnTo>
                  <a:cubicBezTo>
                    <a:pt x="21600" y="321"/>
                    <a:pt x="21182" y="0"/>
                    <a:pt x="20670" y="0"/>
                  </a:cubicBezTo>
                  <a:close/>
                </a:path>
              </a:pathLst>
            </a:custGeom>
            <a:gradFill>
              <a:gsLst>
                <a:gs pos="0">
                  <a:srgbClr val="000000"/>
                </a:gs>
                <a:gs pos="38000">
                  <a:srgbClr val="292A2E"/>
                </a:gs>
                <a:gs pos="85000">
                  <a:srgbClr val="46474B"/>
                </a:gs>
                <a:gs pos="100000">
                  <a:srgbClr val="46474B"/>
                </a:gs>
              </a:gsLst>
              <a:lin ang="18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7" name="Google Shape;1887;p219"/>
            <p:cNvSpPr/>
            <p:nvPr/>
          </p:nvSpPr>
          <p:spPr>
            <a:xfrm>
              <a:off x="14516100" y="12179300"/>
              <a:ext cx="15411091" cy="20104336"/>
            </a:xfrm>
            <a:custGeom>
              <a:rect b="b" l="l" r="r" t="t"/>
              <a:pathLst>
                <a:path extrusionOk="0" h="21600" w="21600">
                  <a:moveTo>
                    <a:pt x="947" y="29"/>
                  </a:moveTo>
                  <a:cubicBezTo>
                    <a:pt x="446" y="29"/>
                    <a:pt x="38" y="342"/>
                    <a:pt x="38" y="726"/>
                  </a:cubicBezTo>
                  <a:lnTo>
                    <a:pt x="38" y="20874"/>
                  </a:lnTo>
                  <a:cubicBezTo>
                    <a:pt x="38" y="21258"/>
                    <a:pt x="446" y="21571"/>
                    <a:pt x="947" y="21571"/>
                  </a:cubicBezTo>
                  <a:lnTo>
                    <a:pt x="20653" y="21571"/>
                  </a:lnTo>
                  <a:cubicBezTo>
                    <a:pt x="21154" y="21571"/>
                    <a:pt x="21562" y="21258"/>
                    <a:pt x="21562" y="20874"/>
                  </a:cubicBezTo>
                  <a:lnTo>
                    <a:pt x="21562" y="726"/>
                  </a:lnTo>
                  <a:cubicBezTo>
                    <a:pt x="21562" y="342"/>
                    <a:pt x="21154" y="29"/>
                    <a:pt x="20653" y="29"/>
                  </a:cubicBezTo>
                  <a:cubicBezTo>
                    <a:pt x="20653" y="29"/>
                    <a:pt x="947" y="29"/>
                    <a:pt x="947" y="29"/>
                  </a:cubicBezTo>
                  <a:close/>
                  <a:moveTo>
                    <a:pt x="20653" y="21600"/>
                  </a:moveTo>
                  <a:lnTo>
                    <a:pt x="947" y="21600"/>
                  </a:lnTo>
                  <a:cubicBezTo>
                    <a:pt x="425" y="21600"/>
                    <a:pt x="0" y="21274"/>
                    <a:pt x="0" y="20874"/>
                  </a:cubicBezTo>
                  <a:lnTo>
                    <a:pt x="0" y="726"/>
                  </a:lnTo>
                  <a:cubicBezTo>
                    <a:pt x="0" y="326"/>
                    <a:pt x="425" y="0"/>
                    <a:pt x="947" y="0"/>
                  </a:cubicBezTo>
                  <a:lnTo>
                    <a:pt x="20653" y="0"/>
                  </a:lnTo>
                  <a:cubicBezTo>
                    <a:pt x="21175" y="0"/>
                    <a:pt x="21600" y="326"/>
                    <a:pt x="21600" y="726"/>
                  </a:cubicBezTo>
                  <a:lnTo>
                    <a:pt x="21600" y="20874"/>
                  </a:lnTo>
                  <a:cubicBezTo>
                    <a:pt x="21600" y="21274"/>
                    <a:pt x="21175" y="21600"/>
                    <a:pt x="20653" y="21600"/>
                  </a:cubicBezTo>
                  <a:close/>
                </a:path>
              </a:pathLst>
            </a:custGeom>
            <a:solidFill>
              <a:srgbClr val="B5B5B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8" name="Google Shape;1888;p219"/>
            <p:cNvSpPr/>
            <p:nvPr/>
          </p:nvSpPr>
          <p:spPr>
            <a:xfrm>
              <a:off x="17602200" y="12090400"/>
              <a:ext cx="9555755" cy="89715"/>
            </a:xfrm>
            <a:custGeom>
              <a:rect b="b" l="l" r="r" t="t"/>
              <a:pathLst>
                <a:path extrusionOk="0" h="21600" w="21600">
                  <a:moveTo>
                    <a:pt x="21600" y="21600"/>
                  </a:moveTo>
                  <a:lnTo>
                    <a:pt x="0" y="21600"/>
                  </a:lnTo>
                  <a:lnTo>
                    <a:pt x="0" y="0"/>
                  </a:lnTo>
                  <a:lnTo>
                    <a:pt x="21600" y="0"/>
                  </a:lnTo>
                  <a:cubicBezTo>
                    <a:pt x="21600" y="0"/>
                    <a:pt x="21600" y="21600"/>
                    <a:pt x="21600" y="21600"/>
                  </a:cubicBezTo>
                  <a:close/>
                </a:path>
              </a:pathLst>
            </a:custGeom>
            <a:solidFill>
              <a:srgbClr val="1D1D2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9" name="Google Shape;1889;p219"/>
            <p:cNvSpPr/>
            <p:nvPr/>
          </p:nvSpPr>
          <p:spPr>
            <a:xfrm>
              <a:off x="16065500" y="13970000"/>
              <a:ext cx="12323458" cy="403728"/>
            </a:xfrm>
            <a:custGeom>
              <a:rect b="b" l="l" r="r" t="t"/>
              <a:pathLst>
                <a:path extrusionOk="0" h="21600" w="21600">
                  <a:moveTo>
                    <a:pt x="0" y="21600"/>
                  </a:moveTo>
                  <a:lnTo>
                    <a:pt x="21600" y="21600"/>
                  </a:lnTo>
                  <a:lnTo>
                    <a:pt x="21600" y="0"/>
                  </a:lnTo>
                  <a:lnTo>
                    <a:pt x="0" y="0"/>
                  </a:lnTo>
                  <a:cubicBezTo>
                    <a:pt x="0" y="0"/>
                    <a:pt x="0" y="21600"/>
                    <a:pt x="0" y="21600"/>
                  </a:cubicBezTo>
                  <a:close/>
                </a:path>
              </a:pathLst>
            </a:custGeom>
            <a:gradFill>
              <a:gsLst>
                <a:gs pos="0">
                  <a:srgbClr val="000000"/>
                </a:gs>
                <a:gs pos="38000">
                  <a:srgbClr val="292A2E"/>
                </a:gs>
                <a:gs pos="85000">
                  <a:srgbClr val="46474B"/>
                </a:gs>
                <a:gs pos="100000">
                  <a:srgbClr val="46474B"/>
                </a:gs>
              </a:gsLst>
              <a:lin ang="18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0" name="Google Shape;1890;p219"/>
            <p:cNvSpPr/>
            <p:nvPr/>
          </p:nvSpPr>
          <p:spPr>
            <a:xfrm>
              <a:off x="16254428" y="14061787"/>
              <a:ext cx="11950874" cy="215371"/>
            </a:xfrm>
            <a:custGeom>
              <a:rect b="b" l="l" r="r" t="t"/>
              <a:pathLst>
                <a:path extrusionOk="0" h="215371" w="11950874">
                  <a:moveTo>
                    <a:pt x="0" y="122970"/>
                  </a:moveTo>
                  <a:lnTo>
                    <a:pt x="42687" y="122970"/>
                  </a:lnTo>
                  <a:lnTo>
                    <a:pt x="42687" y="215370"/>
                  </a:lnTo>
                  <a:lnTo>
                    <a:pt x="0" y="215370"/>
                  </a:lnTo>
                  <a:close/>
                  <a:moveTo>
                    <a:pt x="11901472" y="98713"/>
                  </a:moveTo>
                  <a:lnTo>
                    <a:pt x="11901472" y="144861"/>
                  </a:lnTo>
                  <a:lnTo>
                    <a:pt x="11924532" y="144861"/>
                  </a:lnTo>
                  <a:cubicBezTo>
                    <a:pt x="11924532" y="144861"/>
                    <a:pt x="11924532" y="98713"/>
                    <a:pt x="11924532" y="98713"/>
                  </a:cubicBezTo>
                  <a:close/>
                  <a:moveTo>
                    <a:pt x="167288" y="75541"/>
                  </a:moveTo>
                  <a:lnTo>
                    <a:pt x="212884" y="75541"/>
                  </a:lnTo>
                  <a:lnTo>
                    <a:pt x="212884" y="215370"/>
                  </a:lnTo>
                  <a:lnTo>
                    <a:pt x="167288" y="215370"/>
                  </a:lnTo>
                  <a:close/>
                  <a:moveTo>
                    <a:pt x="85099" y="75541"/>
                  </a:moveTo>
                  <a:lnTo>
                    <a:pt x="124876" y="75541"/>
                  </a:lnTo>
                  <a:lnTo>
                    <a:pt x="124876" y="215371"/>
                  </a:lnTo>
                  <a:lnTo>
                    <a:pt x="85099" y="215371"/>
                  </a:lnTo>
                  <a:close/>
                  <a:moveTo>
                    <a:pt x="11582912" y="47913"/>
                  </a:moveTo>
                  <a:cubicBezTo>
                    <a:pt x="11576550" y="47913"/>
                    <a:pt x="11571272" y="53041"/>
                    <a:pt x="11571272" y="59456"/>
                  </a:cubicBezTo>
                  <a:lnTo>
                    <a:pt x="11571272" y="174845"/>
                  </a:lnTo>
                  <a:cubicBezTo>
                    <a:pt x="11571272" y="181196"/>
                    <a:pt x="11576550" y="186356"/>
                    <a:pt x="11582912" y="186356"/>
                  </a:cubicBezTo>
                  <a:lnTo>
                    <a:pt x="11859876" y="186356"/>
                  </a:lnTo>
                  <a:cubicBezTo>
                    <a:pt x="11866236" y="186356"/>
                    <a:pt x="11871308" y="181196"/>
                    <a:pt x="11871308" y="174845"/>
                  </a:cubicBezTo>
                  <a:cubicBezTo>
                    <a:pt x="11871308" y="174845"/>
                    <a:pt x="11871308" y="59456"/>
                    <a:pt x="11871308" y="59456"/>
                  </a:cubicBezTo>
                  <a:cubicBezTo>
                    <a:pt x="11871308" y="53041"/>
                    <a:pt x="11866236" y="47913"/>
                    <a:pt x="11859876" y="47913"/>
                  </a:cubicBezTo>
                  <a:close/>
                  <a:moveTo>
                    <a:pt x="255296" y="41048"/>
                  </a:moveTo>
                  <a:lnTo>
                    <a:pt x="295073" y="41048"/>
                  </a:lnTo>
                  <a:lnTo>
                    <a:pt x="295073" y="215371"/>
                  </a:lnTo>
                  <a:lnTo>
                    <a:pt x="255296" y="215371"/>
                  </a:lnTo>
                  <a:close/>
                  <a:moveTo>
                    <a:pt x="11593170" y="22513"/>
                  </a:moveTo>
                  <a:lnTo>
                    <a:pt x="11870162" y="22513"/>
                  </a:lnTo>
                  <a:cubicBezTo>
                    <a:pt x="11889178" y="22513"/>
                    <a:pt x="11904760" y="38052"/>
                    <a:pt x="11904760" y="57146"/>
                  </a:cubicBezTo>
                  <a:lnTo>
                    <a:pt x="11904760" y="68634"/>
                  </a:lnTo>
                  <a:cubicBezTo>
                    <a:pt x="11904760" y="68634"/>
                    <a:pt x="11950874" y="68634"/>
                    <a:pt x="11950874" y="68634"/>
                  </a:cubicBezTo>
                  <a:lnTo>
                    <a:pt x="11950874" y="160952"/>
                  </a:lnTo>
                  <a:lnTo>
                    <a:pt x="11904760" y="160952"/>
                  </a:lnTo>
                  <a:lnTo>
                    <a:pt x="11904760" y="172534"/>
                  </a:lnTo>
                  <a:cubicBezTo>
                    <a:pt x="11904760" y="191594"/>
                    <a:pt x="11889178" y="207133"/>
                    <a:pt x="11870162" y="207133"/>
                  </a:cubicBezTo>
                  <a:lnTo>
                    <a:pt x="11593170" y="207133"/>
                  </a:lnTo>
                  <a:cubicBezTo>
                    <a:pt x="11574028" y="207133"/>
                    <a:pt x="11558572" y="191594"/>
                    <a:pt x="11558572" y="172534"/>
                  </a:cubicBezTo>
                  <a:lnTo>
                    <a:pt x="11558572" y="57146"/>
                  </a:lnTo>
                  <a:cubicBezTo>
                    <a:pt x="11558572" y="38052"/>
                    <a:pt x="11574028" y="22513"/>
                    <a:pt x="11593170" y="22513"/>
                  </a:cubicBezTo>
                  <a:close/>
                  <a:moveTo>
                    <a:pt x="337485" y="0"/>
                  </a:moveTo>
                  <a:lnTo>
                    <a:pt x="383307" y="0"/>
                  </a:lnTo>
                  <a:lnTo>
                    <a:pt x="383307" y="215371"/>
                  </a:lnTo>
                  <a:lnTo>
                    <a:pt x="337485" y="215371"/>
                  </a:lnTo>
                  <a:close/>
                </a:path>
              </a:pathLst>
            </a:cu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1" name="Google Shape;1891;p219"/>
            <p:cNvSpPr/>
            <p:nvPr/>
          </p:nvSpPr>
          <p:spPr>
            <a:xfrm>
              <a:off x="21729700" y="30861000"/>
              <a:ext cx="989640" cy="989643"/>
            </a:xfrm>
            <a:custGeom>
              <a:rect b="b" l="l" r="r" t="t"/>
              <a:pathLst>
                <a:path extrusionOk="0" h="21600" w="21600">
                  <a:moveTo>
                    <a:pt x="10800" y="20564"/>
                  </a:moveTo>
                  <a:cubicBezTo>
                    <a:pt x="5408" y="20564"/>
                    <a:pt x="1036" y="16193"/>
                    <a:pt x="1036" y="10800"/>
                  </a:cubicBezTo>
                  <a:cubicBezTo>
                    <a:pt x="1036" y="5408"/>
                    <a:pt x="5408" y="1036"/>
                    <a:pt x="10800" y="1036"/>
                  </a:cubicBezTo>
                  <a:cubicBezTo>
                    <a:pt x="16192" y="1036"/>
                    <a:pt x="20564" y="5408"/>
                    <a:pt x="20564" y="10800"/>
                  </a:cubicBezTo>
                  <a:cubicBezTo>
                    <a:pt x="20564" y="16193"/>
                    <a:pt x="16192" y="20564"/>
                    <a:pt x="10800" y="20564"/>
                  </a:cubicBezTo>
                  <a:close/>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close/>
                </a:path>
              </a:pathLst>
            </a:custGeom>
            <a:gradFill>
              <a:gsLst>
                <a:gs pos="0">
                  <a:srgbClr val="647681"/>
                </a:gs>
                <a:gs pos="46000">
                  <a:srgbClr val="B5E65F"/>
                </a:gs>
                <a:gs pos="90000">
                  <a:schemeClr val="lt2"/>
                </a:gs>
                <a:gs pos="100000">
                  <a:schemeClr val="lt2"/>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2" name="Google Shape;1892;p219"/>
            <p:cNvSpPr/>
            <p:nvPr/>
          </p:nvSpPr>
          <p:spPr>
            <a:xfrm>
              <a:off x="21767800" y="30861000"/>
              <a:ext cx="809638" cy="321949"/>
            </a:xfrm>
            <a:custGeom>
              <a:rect b="b" l="l" r="r" t="t"/>
              <a:pathLst>
                <a:path extrusionOk="0" h="21600" w="21600">
                  <a:moveTo>
                    <a:pt x="1173" y="21600"/>
                  </a:moveTo>
                  <a:cubicBezTo>
                    <a:pt x="2977" y="10785"/>
                    <a:pt x="7227" y="3185"/>
                    <a:pt x="12183" y="3185"/>
                  </a:cubicBezTo>
                  <a:cubicBezTo>
                    <a:pt x="15317" y="3185"/>
                    <a:pt x="18167" y="6227"/>
                    <a:pt x="20296" y="11195"/>
                  </a:cubicBezTo>
                  <a:lnTo>
                    <a:pt x="21600" y="9940"/>
                  </a:lnTo>
                  <a:cubicBezTo>
                    <a:pt x="19205" y="3808"/>
                    <a:pt x="15871" y="0"/>
                    <a:pt x="12183" y="0"/>
                  </a:cubicBezTo>
                  <a:cubicBezTo>
                    <a:pt x="6697" y="0"/>
                    <a:pt x="1993" y="8418"/>
                    <a:pt x="0" y="20398"/>
                  </a:cubicBezTo>
                  <a:cubicBezTo>
                    <a:pt x="0" y="20398"/>
                    <a:pt x="1173" y="21600"/>
                    <a:pt x="1173" y="21600"/>
                  </a:cubicBezTo>
                  <a:close/>
                </a:path>
              </a:pathLst>
            </a:custGeom>
            <a:gradFill>
              <a:gsLst>
                <a:gs pos="0">
                  <a:schemeClr val="lt2"/>
                </a:gs>
                <a:gs pos="100000">
                  <a:srgbClr val="B5E65F"/>
                </a:gs>
              </a:gsLst>
              <a:lin ang="20718678"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3" name="Google Shape;1893;p219"/>
            <p:cNvSpPr/>
            <p:nvPr/>
          </p:nvSpPr>
          <p:spPr>
            <a:xfrm>
              <a:off x="21996400" y="12992100"/>
              <a:ext cx="272244" cy="272174"/>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gradFill>
              <a:gsLst>
                <a:gs pos="0">
                  <a:srgbClr val="464646"/>
                </a:gs>
                <a:gs pos="92000">
                  <a:srgbClr val="060606"/>
                </a:gs>
                <a:gs pos="100000">
                  <a:srgbClr val="060606"/>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4" name="Google Shape;1894;p219"/>
            <p:cNvSpPr/>
            <p:nvPr/>
          </p:nvSpPr>
          <p:spPr>
            <a:xfrm>
              <a:off x="22110700" y="13106400"/>
              <a:ext cx="66933" cy="66916"/>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solidFill>
              <a:srgbClr val="55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5" name="Google Shape;1895;p219"/>
            <p:cNvSpPr/>
            <p:nvPr/>
          </p:nvSpPr>
          <p:spPr>
            <a:xfrm>
              <a:off x="21704300" y="13068300"/>
              <a:ext cx="132873" cy="132874"/>
            </a:xfrm>
            <a:custGeom>
              <a:rect b="b" l="l" r="r" t="t"/>
              <a:pathLst>
                <a:path extrusionOk="0" h="21600" w="21600">
                  <a:moveTo>
                    <a:pt x="21600" y="10798"/>
                  </a:moveTo>
                  <a:cubicBezTo>
                    <a:pt x="21600" y="16757"/>
                    <a:pt x="16773" y="21600"/>
                    <a:pt x="10797" y="21600"/>
                  </a:cubicBezTo>
                  <a:cubicBezTo>
                    <a:pt x="4795" y="21600"/>
                    <a:pt x="0" y="16757"/>
                    <a:pt x="0" y="10798"/>
                  </a:cubicBezTo>
                  <a:cubicBezTo>
                    <a:pt x="0" y="4826"/>
                    <a:pt x="4795" y="0"/>
                    <a:pt x="10797" y="0"/>
                  </a:cubicBezTo>
                  <a:cubicBezTo>
                    <a:pt x="16773" y="0"/>
                    <a:pt x="21600" y="4826"/>
                    <a:pt x="21600" y="10798"/>
                  </a:cubicBezTo>
                  <a:close/>
                </a:path>
              </a:pathLst>
            </a:custGeom>
            <a:solidFill>
              <a:srgbClr val="BEBFC2"/>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96" name="Google Shape;1896;p219"/>
          <p:cNvSpPr/>
          <p:nvPr>
            <p:ph idx="3" type="pic"/>
          </p:nvPr>
        </p:nvSpPr>
        <p:spPr>
          <a:xfrm>
            <a:off x="2071808" y="2236803"/>
            <a:ext cx="2479390" cy="3233860"/>
          </a:xfrm>
          <a:prstGeom prst="rect">
            <a:avLst/>
          </a:prstGeom>
          <a:noFill/>
          <a:ln>
            <a:noFill/>
          </a:ln>
        </p:spPr>
      </p:sp>
      <p:grpSp>
        <p:nvGrpSpPr>
          <p:cNvPr id="1897" name="Google Shape;1897;p219"/>
          <p:cNvGrpSpPr/>
          <p:nvPr/>
        </p:nvGrpSpPr>
        <p:grpSpPr>
          <a:xfrm>
            <a:off x="0" y="6766560"/>
            <a:ext cx="12192000" cy="91440"/>
            <a:chOff x="0" y="4480421"/>
            <a:chExt cx="12192000" cy="91440"/>
          </a:xfrm>
        </p:grpSpPr>
        <p:sp>
          <p:nvSpPr>
            <p:cNvPr id="1898" name="Google Shape;1898;p21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9" name="Google Shape;1899;p219"/>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0" name="Google Shape;1900;p21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1" name="Google Shape;1901;p21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2" name="Google Shape;1902;p21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le watch">
  <p:cSld name="apple watch">
    <p:spTree>
      <p:nvGrpSpPr>
        <p:cNvPr id="1903" name="Shape 1903"/>
        <p:cNvGrpSpPr/>
        <p:nvPr/>
      </p:nvGrpSpPr>
      <p:grpSpPr>
        <a:xfrm>
          <a:off x="0" y="0"/>
          <a:ext cx="0" cy="0"/>
          <a:chOff x="0" y="0"/>
          <a:chExt cx="0" cy="0"/>
        </a:xfrm>
      </p:grpSpPr>
      <p:sp>
        <p:nvSpPr>
          <p:cNvPr id="1904" name="Google Shape;1904;p220"/>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5" name="Google Shape;1905;p220"/>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6" name="Google Shape;1906;p220"/>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7" name="Google Shape;1907;p220"/>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8" name="Google Shape;1908;p22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909" name="Google Shape;1909;p220"/>
          <p:cNvSpPr txBox="1"/>
          <p:nvPr>
            <p:ph idx="1" type="body"/>
          </p:nvPr>
        </p:nvSpPr>
        <p:spPr>
          <a:xfrm>
            <a:off x="6565901" y="2640853"/>
            <a:ext cx="5143500" cy="3429324"/>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1000"/>
              </a:spcBef>
              <a:spcAft>
                <a:spcPts val="0"/>
              </a:spcAft>
              <a:buClr>
                <a:srgbClr val="47464B"/>
              </a:buClr>
              <a:buSzPts val="1800"/>
              <a:buFont typeface="Arial"/>
              <a:buChar char="•"/>
              <a:defRPr sz="18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1910" name="Google Shape;1910;p220"/>
          <p:cNvSpPr txBox="1"/>
          <p:nvPr>
            <p:ph idx="2" type="body"/>
          </p:nvPr>
        </p:nvSpPr>
        <p:spPr>
          <a:xfrm>
            <a:off x="6565901" y="1701835"/>
            <a:ext cx="5143500" cy="666924"/>
          </a:xfrm>
          <a:prstGeom prst="rect">
            <a:avLst/>
          </a:prstGeom>
          <a:solidFill>
            <a:srgbClr val="B9C3C9"/>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1" name="Google Shape;1911;p220"/>
          <p:cNvSpPr/>
          <p:nvPr/>
        </p:nvSpPr>
        <p:spPr>
          <a:xfrm>
            <a:off x="4523145" y="2996164"/>
            <a:ext cx="177209" cy="410605"/>
          </a:xfrm>
          <a:custGeom>
            <a:rect b="b" l="l" r="r" t="t"/>
            <a:pathLst>
              <a:path extrusionOk="0" h="285" w="123">
                <a:moveTo>
                  <a:pt x="62" y="0"/>
                </a:moveTo>
                <a:lnTo>
                  <a:pt x="81" y="4"/>
                </a:lnTo>
                <a:lnTo>
                  <a:pt x="98" y="11"/>
                </a:lnTo>
                <a:lnTo>
                  <a:pt x="111" y="25"/>
                </a:lnTo>
                <a:lnTo>
                  <a:pt x="121" y="42"/>
                </a:lnTo>
                <a:lnTo>
                  <a:pt x="123" y="61"/>
                </a:lnTo>
                <a:lnTo>
                  <a:pt x="123" y="224"/>
                </a:lnTo>
                <a:lnTo>
                  <a:pt x="121" y="243"/>
                </a:lnTo>
                <a:lnTo>
                  <a:pt x="111" y="260"/>
                </a:lnTo>
                <a:lnTo>
                  <a:pt x="98" y="273"/>
                </a:lnTo>
                <a:lnTo>
                  <a:pt x="81" y="282"/>
                </a:lnTo>
                <a:lnTo>
                  <a:pt x="62" y="285"/>
                </a:lnTo>
                <a:lnTo>
                  <a:pt x="42" y="282"/>
                </a:lnTo>
                <a:lnTo>
                  <a:pt x="25" y="273"/>
                </a:lnTo>
                <a:lnTo>
                  <a:pt x="12" y="260"/>
                </a:lnTo>
                <a:lnTo>
                  <a:pt x="3" y="243"/>
                </a:lnTo>
                <a:lnTo>
                  <a:pt x="0" y="224"/>
                </a:lnTo>
                <a:lnTo>
                  <a:pt x="0" y="61"/>
                </a:lnTo>
                <a:lnTo>
                  <a:pt x="3" y="42"/>
                </a:lnTo>
                <a:lnTo>
                  <a:pt x="12" y="25"/>
                </a:lnTo>
                <a:lnTo>
                  <a:pt x="25" y="11"/>
                </a:lnTo>
                <a:lnTo>
                  <a:pt x="42" y="4"/>
                </a:lnTo>
                <a:lnTo>
                  <a:pt x="62"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2" name="Google Shape;1912;p220"/>
          <p:cNvSpPr/>
          <p:nvPr/>
        </p:nvSpPr>
        <p:spPr>
          <a:xfrm>
            <a:off x="4569248" y="4203183"/>
            <a:ext cx="122461" cy="609423"/>
          </a:xfrm>
          <a:custGeom>
            <a:rect b="b" l="l" r="r" t="t"/>
            <a:pathLst>
              <a:path extrusionOk="0" h="423" w="85">
                <a:moveTo>
                  <a:pt x="42" y="0"/>
                </a:moveTo>
                <a:lnTo>
                  <a:pt x="59" y="4"/>
                </a:lnTo>
                <a:lnTo>
                  <a:pt x="72" y="13"/>
                </a:lnTo>
                <a:lnTo>
                  <a:pt x="81" y="27"/>
                </a:lnTo>
                <a:lnTo>
                  <a:pt x="85" y="44"/>
                </a:lnTo>
                <a:lnTo>
                  <a:pt x="85" y="380"/>
                </a:lnTo>
                <a:lnTo>
                  <a:pt x="81" y="397"/>
                </a:lnTo>
                <a:lnTo>
                  <a:pt x="72" y="410"/>
                </a:lnTo>
                <a:lnTo>
                  <a:pt x="59" y="419"/>
                </a:lnTo>
                <a:lnTo>
                  <a:pt x="42" y="423"/>
                </a:lnTo>
                <a:lnTo>
                  <a:pt x="26" y="419"/>
                </a:lnTo>
                <a:lnTo>
                  <a:pt x="11" y="410"/>
                </a:lnTo>
                <a:lnTo>
                  <a:pt x="2" y="397"/>
                </a:lnTo>
                <a:lnTo>
                  <a:pt x="0" y="380"/>
                </a:lnTo>
                <a:lnTo>
                  <a:pt x="0" y="44"/>
                </a:lnTo>
                <a:lnTo>
                  <a:pt x="2" y="27"/>
                </a:lnTo>
                <a:lnTo>
                  <a:pt x="11" y="13"/>
                </a:lnTo>
                <a:lnTo>
                  <a:pt x="26" y="4"/>
                </a:lnTo>
                <a:lnTo>
                  <a:pt x="42"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3" name="Google Shape;1913;p220"/>
          <p:cNvSpPr/>
          <p:nvPr/>
        </p:nvSpPr>
        <p:spPr>
          <a:xfrm>
            <a:off x="1997569" y="1313407"/>
            <a:ext cx="2645155" cy="5077084"/>
          </a:xfrm>
          <a:custGeom>
            <a:rect b="b" l="l" r="r" t="t"/>
            <a:pathLst>
              <a:path extrusionOk="0" h="3524" w="1836">
                <a:moveTo>
                  <a:pt x="843" y="0"/>
                </a:moveTo>
                <a:lnTo>
                  <a:pt x="993" y="0"/>
                </a:lnTo>
                <a:lnTo>
                  <a:pt x="1141" y="5"/>
                </a:lnTo>
                <a:lnTo>
                  <a:pt x="1287" y="16"/>
                </a:lnTo>
                <a:lnTo>
                  <a:pt x="1319" y="18"/>
                </a:lnTo>
                <a:lnTo>
                  <a:pt x="1354" y="24"/>
                </a:lnTo>
                <a:lnTo>
                  <a:pt x="1385" y="31"/>
                </a:lnTo>
                <a:lnTo>
                  <a:pt x="1413" y="43"/>
                </a:lnTo>
                <a:lnTo>
                  <a:pt x="1436" y="59"/>
                </a:lnTo>
                <a:lnTo>
                  <a:pt x="1455" y="80"/>
                </a:lnTo>
                <a:lnTo>
                  <a:pt x="1469" y="103"/>
                </a:lnTo>
                <a:lnTo>
                  <a:pt x="1480" y="132"/>
                </a:lnTo>
                <a:lnTo>
                  <a:pt x="1486" y="166"/>
                </a:lnTo>
                <a:lnTo>
                  <a:pt x="1489" y="204"/>
                </a:lnTo>
                <a:lnTo>
                  <a:pt x="1489" y="221"/>
                </a:lnTo>
                <a:lnTo>
                  <a:pt x="1493" y="284"/>
                </a:lnTo>
                <a:lnTo>
                  <a:pt x="1498" y="334"/>
                </a:lnTo>
                <a:lnTo>
                  <a:pt x="1504" y="384"/>
                </a:lnTo>
                <a:lnTo>
                  <a:pt x="1515" y="432"/>
                </a:lnTo>
                <a:lnTo>
                  <a:pt x="1528" y="480"/>
                </a:lnTo>
                <a:lnTo>
                  <a:pt x="1545" y="528"/>
                </a:lnTo>
                <a:lnTo>
                  <a:pt x="1565" y="572"/>
                </a:lnTo>
                <a:lnTo>
                  <a:pt x="1590" y="614"/>
                </a:lnTo>
                <a:lnTo>
                  <a:pt x="1618" y="653"/>
                </a:lnTo>
                <a:lnTo>
                  <a:pt x="1652" y="689"/>
                </a:lnTo>
                <a:lnTo>
                  <a:pt x="1692" y="721"/>
                </a:lnTo>
                <a:lnTo>
                  <a:pt x="1697" y="725"/>
                </a:lnTo>
                <a:lnTo>
                  <a:pt x="1703" y="729"/>
                </a:lnTo>
                <a:lnTo>
                  <a:pt x="1732" y="750"/>
                </a:lnTo>
                <a:lnTo>
                  <a:pt x="1760" y="776"/>
                </a:lnTo>
                <a:lnTo>
                  <a:pt x="1785" y="805"/>
                </a:lnTo>
                <a:lnTo>
                  <a:pt x="1806" y="836"/>
                </a:lnTo>
                <a:lnTo>
                  <a:pt x="1821" y="871"/>
                </a:lnTo>
                <a:lnTo>
                  <a:pt x="1832" y="906"/>
                </a:lnTo>
                <a:lnTo>
                  <a:pt x="1836" y="943"/>
                </a:lnTo>
                <a:lnTo>
                  <a:pt x="1836" y="2546"/>
                </a:lnTo>
                <a:lnTo>
                  <a:pt x="1834" y="2568"/>
                </a:lnTo>
                <a:lnTo>
                  <a:pt x="1830" y="2589"/>
                </a:lnTo>
                <a:lnTo>
                  <a:pt x="1821" y="2630"/>
                </a:lnTo>
                <a:lnTo>
                  <a:pt x="1806" y="2669"/>
                </a:lnTo>
                <a:lnTo>
                  <a:pt x="1786" y="2705"/>
                </a:lnTo>
                <a:lnTo>
                  <a:pt x="1761" y="2739"/>
                </a:lnTo>
                <a:lnTo>
                  <a:pt x="1731" y="2769"/>
                </a:lnTo>
                <a:lnTo>
                  <a:pt x="1700" y="2796"/>
                </a:lnTo>
                <a:lnTo>
                  <a:pt x="1665" y="2821"/>
                </a:lnTo>
                <a:lnTo>
                  <a:pt x="1646" y="2835"/>
                </a:lnTo>
                <a:lnTo>
                  <a:pt x="1628" y="2850"/>
                </a:lnTo>
                <a:lnTo>
                  <a:pt x="1592" y="2896"/>
                </a:lnTo>
                <a:lnTo>
                  <a:pt x="1566" y="2941"/>
                </a:lnTo>
                <a:lnTo>
                  <a:pt x="1545" y="2987"/>
                </a:lnTo>
                <a:lnTo>
                  <a:pt x="1529" y="3033"/>
                </a:lnTo>
                <a:lnTo>
                  <a:pt x="1519" y="3079"/>
                </a:lnTo>
                <a:lnTo>
                  <a:pt x="1511" y="3125"/>
                </a:lnTo>
                <a:lnTo>
                  <a:pt x="1507" y="3168"/>
                </a:lnTo>
                <a:lnTo>
                  <a:pt x="1503" y="3211"/>
                </a:lnTo>
                <a:lnTo>
                  <a:pt x="1501" y="3253"/>
                </a:lnTo>
                <a:lnTo>
                  <a:pt x="1497" y="3294"/>
                </a:lnTo>
                <a:lnTo>
                  <a:pt x="1491" y="3332"/>
                </a:lnTo>
                <a:lnTo>
                  <a:pt x="1482" y="3367"/>
                </a:lnTo>
                <a:lnTo>
                  <a:pt x="1473" y="3392"/>
                </a:lnTo>
                <a:lnTo>
                  <a:pt x="1463" y="3415"/>
                </a:lnTo>
                <a:lnTo>
                  <a:pt x="1447" y="3436"/>
                </a:lnTo>
                <a:lnTo>
                  <a:pt x="1429" y="3455"/>
                </a:lnTo>
                <a:lnTo>
                  <a:pt x="1406" y="3470"/>
                </a:lnTo>
                <a:lnTo>
                  <a:pt x="1379" y="3483"/>
                </a:lnTo>
                <a:lnTo>
                  <a:pt x="1346" y="3494"/>
                </a:lnTo>
                <a:lnTo>
                  <a:pt x="1307" y="3500"/>
                </a:lnTo>
                <a:lnTo>
                  <a:pt x="1285" y="3503"/>
                </a:lnTo>
                <a:lnTo>
                  <a:pt x="1247" y="3508"/>
                </a:lnTo>
                <a:lnTo>
                  <a:pt x="1139" y="3517"/>
                </a:lnTo>
                <a:lnTo>
                  <a:pt x="1029" y="3523"/>
                </a:lnTo>
                <a:lnTo>
                  <a:pt x="918" y="3524"/>
                </a:lnTo>
                <a:lnTo>
                  <a:pt x="807" y="3523"/>
                </a:lnTo>
                <a:lnTo>
                  <a:pt x="697" y="3517"/>
                </a:lnTo>
                <a:lnTo>
                  <a:pt x="589" y="3508"/>
                </a:lnTo>
                <a:lnTo>
                  <a:pt x="551" y="3503"/>
                </a:lnTo>
                <a:lnTo>
                  <a:pt x="529" y="3500"/>
                </a:lnTo>
                <a:lnTo>
                  <a:pt x="490" y="3494"/>
                </a:lnTo>
                <a:lnTo>
                  <a:pt x="457" y="3483"/>
                </a:lnTo>
                <a:lnTo>
                  <a:pt x="430" y="3470"/>
                </a:lnTo>
                <a:lnTo>
                  <a:pt x="407" y="3455"/>
                </a:lnTo>
                <a:lnTo>
                  <a:pt x="389" y="3436"/>
                </a:lnTo>
                <a:lnTo>
                  <a:pt x="373" y="3415"/>
                </a:lnTo>
                <a:lnTo>
                  <a:pt x="363" y="3392"/>
                </a:lnTo>
                <a:lnTo>
                  <a:pt x="354" y="3367"/>
                </a:lnTo>
                <a:lnTo>
                  <a:pt x="345" y="3332"/>
                </a:lnTo>
                <a:lnTo>
                  <a:pt x="339" y="3294"/>
                </a:lnTo>
                <a:lnTo>
                  <a:pt x="335" y="3253"/>
                </a:lnTo>
                <a:lnTo>
                  <a:pt x="333" y="3211"/>
                </a:lnTo>
                <a:lnTo>
                  <a:pt x="329" y="3168"/>
                </a:lnTo>
                <a:lnTo>
                  <a:pt x="325" y="3125"/>
                </a:lnTo>
                <a:lnTo>
                  <a:pt x="317" y="3079"/>
                </a:lnTo>
                <a:lnTo>
                  <a:pt x="307" y="3033"/>
                </a:lnTo>
                <a:lnTo>
                  <a:pt x="291" y="2987"/>
                </a:lnTo>
                <a:lnTo>
                  <a:pt x="270" y="2941"/>
                </a:lnTo>
                <a:lnTo>
                  <a:pt x="244" y="2896"/>
                </a:lnTo>
                <a:lnTo>
                  <a:pt x="208" y="2850"/>
                </a:lnTo>
                <a:lnTo>
                  <a:pt x="190" y="2835"/>
                </a:lnTo>
                <a:lnTo>
                  <a:pt x="171" y="2821"/>
                </a:lnTo>
                <a:lnTo>
                  <a:pt x="142" y="2800"/>
                </a:lnTo>
                <a:lnTo>
                  <a:pt x="113" y="2774"/>
                </a:lnTo>
                <a:lnTo>
                  <a:pt x="87" y="2744"/>
                </a:lnTo>
                <a:lnTo>
                  <a:pt x="66" y="2724"/>
                </a:lnTo>
                <a:lnTo>
                  <a:pt x="47" y="2701"/>
                </a:lnTo>
                <a:lnTo>
                  <a:pt x="34" y="2676"/>
                </a:lnTo>
                <a:lnTo>
                  <a:pt x="23" y="2648"/>
                </a:lnTo>
                <a:lnTo>
                  <a:pt x="13" y="2619"/>
                </a:lnTo>
                <a:lnTo>
                  <a:pt x="6" y="2589"/>
                </a:lnTo>
                <a:lnTo>
                  <a:pt x="2" y="2568"/>
                </a:lnTo>
                <a:lnTo>
                  <a:pt x="0" y="2546"/>
                </a:lnTo>
                <a:lnTo>
                  <a:pt x="0" y="943"/>
                </a:lnTo>
                <a:lnTo>
                  <a:pt x="4" y="906"/>
                </a:lnTo>
                <a:lnTo>
                  <a:pt x="15" y="871"/>
                </a:lnTo>
                <a:lnTo>
                  <a:pt x="30" y="836"/>
                </a:lnTo>
                <a:lnTo>
                  <a:pt x="51" y="805"/>
                </a:lnTo>
                <a:lnTo>
                  <a:pt x="76" y="776"/>
                </a:lnTo>
                <a:lnTo>
                  <a:pt x="104" y="750"/>
                </a:lnTo>
                <a:lnTo>
                  <a:pt x="133" y="729"/>
                </a:lnTo>
                <a:lnTo>
                  <a:pt x="139" y="725"/>
                </a:lnTo>
                <a:lnTo>
                  <a:pt x="144" y="721"/>
                </a:lnTo>
                <a:lnTo>
                  <a:pt x="180" y="692"/>
                </a:lnTo>
                <a:lnTo>
                  <a:pt x="210" y="662"/>
                </a:lnTo>
                <a:lnTo>
                  <a:pt x="240" y="623"/>
                </a:lnTo>
                <a:lnTo>
                  <a:pt x="266" y="581"/>
                </a:lnTo>
                <a:lnTo>
                  <a:pt x="288" y="535"/>
                </a:lnTo>
                <a:lnTo>
                  <a:pt x="305" y="487"/>
                </a:lnTo>
                <a:lnTo>
                  <a:pt x="320" y="437"/>
                </a:lnTo>
                <a:lnTo>
                  <a:pt x="330" y="386"/>
                </a:lnTo>
                <a:lnTo>
                  <a:pt x="338" y="335"/>
                </a:lnTo>
                <a:lnTo>
                  <a:pt x="343" y="284"/>
                </a:lnTo>
                <a:lnTo>
                  <a:pt x="347" y="221"/>
                </a:lnTo>
                <a:lnTo>
                  <a:pt x="347" y="204"/>
                </a:lnTo>
                <a:lnTo>
                  <a:pt x="350" y="166"/>
                </a:lnTo>
                <a:lnTo>
                  <a:pt x="356" y="132"/>
                </a:lnTo>
                <a:lnTo>
                  <a:pt x="367" y="103"/>
                </a:lnTo>
                <a:lnTo>
                  <a:pt x="381" y="80"/>
                </a:lnTo>
                <a:lnTo>
                  <a:pt x="400" y="59"/>
                </a:lnTo>
                <a:lnTo>
                  <a:pt x="423" y="43"/>
                </a:lnTo>
                <a:lnTo>
                  <a:pt x="451" y="31"/>
                </a:lnTo>
                <a:lnTo>
                  <a:pt x="482" y="24"/>
                </a:lnTo>
                <a:lnTo>
                  <a:pt x="517" y="18"/>
                </a:lnTo>
                <a:lnTo>
                  <a:pt x="549" y="16"/>
                </a:lnTo>
                <a:lnTo>
                  <a:pt x="695" y="5"/>
                </a:lnTo>
                <a:lnTo>
                  <a:pt x="843" y="0"/>
                </a:lnTo>
                <a:close/>
              </a:path>
            </a:pathLst>
          </a:custGeom>
          <a:solidFill>
            <a:srgbClr val="D0E54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4" name="Google Shape;1914;p220"/>
          <p:cNvSpPr/>
          <p:nvPr/>
        </p:nvSpPr>
        <p:spPr>
          <a:xfrm>
            <a:off x="1997569" y="2277247"/>
            <a:ext cx="2645155" cy="3149406"/>
          </a:xfrm>
          <a:custGeom>
            <a:rect b="b" l="l" r="r" t="t"/>
            <a:pathLst>
              <a:path extrusionOk="0" h="2186" w="1836">
                <a:moveTo>
                  <a:pt x="345" y="0"/>
                </a:moveTo>
                <a:lnTo>
                  <a:pt x="1498" y="0"/>
                </a:lnTo>
                <a:lnTo>
                  <a:pt x="1533" y="0"/>
                </a:lnTo>
                <a:lnTo>
                  <a:pt x="1563" y="1"/>
                </a:lnTo>
                <a:lnTo>
                  <a:pt x="1590" y="5"/>
                </a:lnTo>
                <a:lnTo>
                  <a:pt x="1614" y="10"/>
                </a:lnTo>
                <a:lnTo>
                  <a:pt x="1639" y="21"/>
                </a:lnTo>
                <a:lnTo>
                  <a:pt x="1664" y="34"/>
                </a:lnTo>
                <a:lnTo>
                  <a:pt x="1692" y="52"/>
                </a:lnTo>
                <a:lnTo>
                  <a:pt x="1697" y="56"/>
                </a:lnTo>
                <a:lnTo>
                  <a:pt x="1703" y="60"/>
                </a:lnTo>
                <a:lnTo>
                  <a:pt x="1732" y="81"/>
                </a:lnTo>
                <a:lnTo>
                  <a:pt x="1760" y="107"/>
                </a:lnTo>
                <a:lnTo>
                  <a:pt x="1785" y="136"/>
                </a:lnTo>
                <a:lnTo>
                  <a:pt x="1806" y="167"/>
                </a:lnTo>
                <a:lnTo>
                  <a:pt x="1821" y="202"/>
                </a:lnTo>
                <a:lnTo>
                  <a:pt x="1832" y="237"/>
                </a:lnTo>
                <a:lnTo>
                  <a:pt x="1836" y="274"/>
                </a:lnTo>
                <a:lnTo>
                  <a:pt x="1836" y="1877"/>
                </a:lnTo>
                <a:lnTo>
                  <a:pt x="1834" y="1899"/>
                </a:lnTo>
                <a:lnTo>
                  <a:pt x="1830" y="1920"/>
                </a:lnTo>
                <a:lnTo>
                  <a:pt x="1821" y="1961"/>
                </a:lnTo>
                <a:lnTo>
                  <a:pt x="1806" y="2000"/>
                </a:lnTo>
                <a:lnTo>
                  <a:pt x="1786" y="2036"/>
                </a:lnTo>
                <a:lnTo>
                  <a:pt x="1761" y="2070"/>
                </a:lnTo>
                <a:lnTo>
                  <a:pt x="1731" y="2100"/>
                </a:lnTo>
                <a:lnTo>
                  <a:pt x="1700" y="2127"/>
                </a:lnTo>
                <a:lnTo>
                  <a:pt x="1665" y="2152"/>
                </a:lnTo>
                <a:lnTo>
                  <a:pt x="1635" y="2168"/>
                </a:lnTo>
                <a:lnTo>
                  <a:pt x="1604" y="2178"/>
                </a:lnTo>
                <a:lnTo>
                  <a:pt x="1571" y="2183"/>
                </a:lnTo>
                <a:lnTo>
                  <a:pt x="1537" y="2186"/>
                </a:lnTo>
                <a:lnTo>
                  <a:pt x="1502" y="2186"/>
                </a:lnTo>
                <a:lnTo>
                  <a:pt x="338" y="2186"/>
                </a:lnTo>
                <a:lnTo>
                  <a:pt x="282" y="2183"/>
                </a:lnTo>
                <a:lnTo>
                  <a:pt x="231" y="2176"/>
                </a:lnTo>
                <a:lnTo>
                  <a:pt x="185" y="2163"/>
                </a:lnTo>
                <a:lnTo>
                  <a:pt x="177" y="2157"/>
                </a:lnTo>
                <a:lnTo>
                  <a:pt x="171" y="2152"/>
                </a:lnTo>
                <a:lnTo>
                  <a:pt x="136" y="2127"/>
                </a:lnTo>
                <a:lnTo>
                  <a:pt x="105" y="2100"/>
                </a:lnTo>
                <a:lnTo>
                  <a:pt x="75" y="2070"/>
                </a:lnTo>
                <a:lnTo>
                  <a:pt x="50" y="2036"/>
                </a:lnTo>
                <a:lnTo>
                  <a:pt x="30" y="2000"/>
                </a:lnTo>
                <a:lnTo>
                  <a:pt x="15" y="1961"/>
                </a:lnTo>
                <a:lnTo>
                  <a:pt x="6" y="1920"/>
                </a:lnTo>
                <a:lnTo>
                  <a:pt x="2" y="1899"/>
                </a:lnTo>
                <a:lnTo>
                  <a:pt x="0" y="1877"/>
                </a:lnTo>
                <a:lnTo>
                  <a:pt x="0" y="274"/>
                </a:lnTo>
                <a:lnTo>
                  <a:pt x="4" y="237"/>
                </a:lnTo>
                <a:lnTo>
                  <a:pt x="15" y="202"/>
                </a:lnTo>
                <a:lnTo>
                  <a:pt x="30" y="167"/>
                </a:lnTo>
                <a:lnTo>
                  <a:pt x="51" y="136"/>
                </a:lnTo>
                <a:lnTo>
                  <a:pt x="76" y="107"/>
                </a:lnTo>
                <a:lnTo>
                  <a:pt x="104" y="81"/>
                </a:lnTo>
                <a:lnTo>
                  <a:pt x="133" y="60"/>
                </a:lnTo>
                <a:lnTo>
                  <a:pt x="139" y="56"/>
                </a:lnTo>
                <a:lnTo>
                  <a:pt x="144" y="52"/>
                </a:lnTo>
                <a:lnTo>
                  <a:pt x="176" y="31"/>
                </a:lnTo>
                <a:lnTo>
                  <a:pt x="207" y="17"/>
                </a:lnTo>
                <a:lnTo>
                  <a:pt x="239" y="8"/>
                </a:lnTo>
                <a:lnTo>
                  <a:pt x="271" y="3"/>
                </a:lnTo>
                <a:lnTo>
                  <a:pt x="307" y="0"/>
                </a:lnTo>
                <a:lnTo>
                  <a:pt x="345" y="0"/>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5" name="Google Shape;1915;p220"/>
          <p:cNvSpPr/>
          <p:nvPr/>
        </p:nvSpPr>
        <p:spPr>
          <a:xfrm>
            <a:off x="2068165" y="2344960"/>
            <a:ext cx="2503965" cy="3013978"/>
          </a:xfrm>
          <a:custGeom>
            <a:rect b="b" l="l" r="r" t="t"/>
            <a:pathLst>
              <a:path extrusionOk="0" h="2092" w="1738">
                <a:moveTo>
                  <a:pt x="296" y="0"/>
                </a:moveTo>
                <a:lnTo>
                  <a:pt x="1449" y="0"/>
                </a:lnTo>
                <a:lnTo>
                  <a:pt x="1479" y="1"/>
                </a:lnTo>
                <a:lnTo>
                  <a:pt x="1504" y="1"/>
                </a:lnTo>
                <a:lnTo>
                  <a:pt x="1527" y="4"/>
                </a:lnTo>
                <a:lnTo>
                  <a:pt x="1548" y="9"/>
                </a:lnTo>
                <a:lnTo>
                  <a:pt x="1569" y="17"/>
                </a:lnTo>
                <a:lnTo>
                  <a:pt x="1592" y="29"/>
                </a:lnTo>
                <a:lnTo>
                  <a:pt x="1615" y="45"/>
                </a:lnTo>
                <a:lnTo>
                  <a:pt x="1619" y="47"/>
                </a:lnTo>
                <a:lnTo>
                  <a:pt x="1620" y="48"/>
                </a:lnTo>
                <a:lnTo>
                  <a:pt x="1622" y="48"/>
                </a:lnTo>
                <a:lnTo>
                  <a:pt x="1628" y="54"/>
                </a:lnTo>
                <a:lnTo>
                  <a:pt x="1656" y="73"/>
                </a:lnTo>
                <a:lnTo>
                  <a:pt x="1682" y="98"/>
                </a:lnTo>
                <a:lnTo>
                  <a:pt x="1704" y="128"/>
                </a:lnTo>
                <a:lnTo>
                  <a:pt x="1723" y="160"/>
                </a:lnTo>
                <a:lnTo>
                  <a:pt x="1734" y="192"/>
                </a:lnTo>
                <a:lnTo>
                  <a:pt x="1738" y="227"/>
                </a:lnTo>
                <a:lnTo>
                  <a:pt x="1738" y="1830"/>
                </a:lnTo>
                <a:lnTo>
                  <a:pt x="1734" y="1863"/>
                </a:lnTo>
                <a:lnTo>
                  <a:pt x="1734" y="1864"/>
                </a:lnTo>
                <a:lnTo>
                  <a:pt x="1734" y="1867"/>
                </a:lnTo>
                <a:lnTo>
                  <a:pt x="1726" y="1902"/>
                </a:lnTo>
                <a:lnTo>
                  <a:pt x="1712" y="1935"/>
                </a:lnTo>
                <a:lnTo>
                  <a:pt x="1694" y="1966"/>
                </a:lnTo>
                <a:lnTo>
                  <a:pt x="1671" y="1994"/>
                </a:lnTo>
                <a:lnTo>
                  <a:pt x="1647" y="2020"/>
                </a:lnTo>
                <a:lnTo>
                  <a:pt x="1619" y="2044"/>
                </a:lnTo>
                <a:lnTo>
                  <a:pt x="1590" y="2064"/>
                </a:lnTo>
                <a:lnTo>
                  <a:pt x="1565" y="2078"/>
                </a:lnTo>
                <a:lnTo>
                  <a:pt x="1538" y="2085"/>
                </a:lnTo>
                <a:lnTo>
                  <a:pt x="1510" y="2089"/>
                </a:lnTo>
                <a:lnTo>
                  <a:pt x="1482" y="2091"/>
                </a:lnTo>
                <a:lnTo>
                  <a:pt x="1453" y="2092"/>
                </a:lnTo>
                <a:lnTo>
                  <a:pt x="289" y="2092"/>
                </a:lnTo>
                <a:lnTo>
                  <a:pt x="245" y="2089"/>
                </a:lnTo>
                <a:lnTo>
                  <a:pt x="201" y="2083"/>
                </a:lnTo>
                <a:lnTo>
                  <a:pt x="158" y="2072"/>
                </a:lnTo>
                <a:lnTo>
                  <a:pt x="148" y="2064"/>
                </a:lnTo>
                <a:lnTo>
                  <a:pt x="119" y="2044"/>
                </a:lnTo>
                <a:lnTo>
                  <a:pt x="91" y="2020"/>
                </a:lnTo>
                <a:lnTo>
                  <a:pt x="67" y="1994"/>
                </a:lnTo>
                <a:lnTo>
                  <a:pt x="44" y="1965"/>
                </a:lnTo>
                <a:lnTo>
                  <a:pt x="26" y="1934"/>
                </a:lnTo>
                <a:lnTo>
                  <a:pt x="12" y="1901"/>
                </a:lnTo>
                <a:lnTo>
                  <a:pt x="4" y="1867"/>
                </a:lnTo>
                <a:lnTo>
                  <a:pt x="4" y="1864"/>
                </a:lnTo>
                <a:lnTo>
                  <a:pt x="4" y="1863"/>
                </a:lnTo>
                <a:lnTo>
                  <a:pt x="0" y="1830"/>
                </a:lnTo>
                <a:lnTo>
                  <a:pt x="0" y="227"/>
                </a:lnTo>
                <a:lnTo>
                  <a:pt x="4" y="192"/>
                </a:lnTo>
                <a:lnTo>
                  <a:pt x="15" y="160"/>
                </a:lnTo>
                <a:lnTo>
                  <a:pt x="34" y="128"/>
                </a:lnTo>
                <a:lnTo>
                  <a:pt x="56" y="98"/>
                </a:lnTo>
                <a:lnTo>
                  <a:pt x="82" y="73"/>
                </a:lnTo>
                <a:lnTo>
                  <a:pt x="110" y="54"/>
                </a:lnTo>
                <a:lnTo>
                  <a:pt x="116" y="48"/>
                </a:lnTo>
                <a:lnTo>
                  <a:pt x="118" y="48"/>
                </a:lnTo>
                <a:lnTo>
                  <a:pt x="119" y="47"/>
                </a:lnTo>
                <a:lnTo>
                  <a:pt x="123" y="45"/>
                </a:lnTo>
                <a:lnTo>
                  <a:pt x="150" y="26"/>
                </a:lnTo>
                <a:lnTo>
                  <a:pt x="178" y="14"/>
                </a:lnTo>
                <a:lnTo>
                  <a:pt x="204" y="7"/>
                </a:lnTo>
                <a:lnTo>
                  <a:pt x="233" y="3"/>
                </a:lnTo>
                <a:lnTo>
                  <a:pt x="263" y="1"/>
                </a:lnTo>
                <a:lnTo>
                  <a:pt x="296" y="0"/>
                </a:lnTo>
                <a:close/>
              </a:path>
            </a:pathLst>
          </a:custGeom>
          <a:solidFill>
            <a:srgbClr val="FFFFF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6" name="Google Shape;1916;p220"/>
          <p:cNvSpPr/>
          <p:nvPr>
            <p:ph idx="3" type="pic"/>
          </p:nvPr>
        </p:nvSpPr>
        <p:spPr>
          <a:xfrm>
            <a:off x="2144522" y="2424200"/>
            <a:ext cx="2350008" cy="2852928"/>
          </a:xfrm>
          <a:prstGeom prst="roundRect">
            <a:avLst>
              <a:gd fmla="val 12344" name="adj"/>
            </a:avLst>
          </a:prstGeom>
          <a:solidFill>
            <a:schemeClr val="dk1"/>
          </a:solidFill>
          <a:ln>
            <a:noFill/>
          </a:ln>
        </p:spPr>
      </p:sp>
      <p:grpSp>
        <p:nvGrpSpPr>
          <p:cNvPr id="1917" name="Google Shape;1917;p220"/>
          <p:cNvGrpSpPr/>
          <p:nvPr/>
        </p:nvGrpSpPr>
        <p:grpSpPr>
          <a:xfrm>
            <a:off x="0" y="6766560"/>
            <a:ext cx="12192000" cy="91440"/>
            <a:chOff x="0" y="4480421"/>
            <a:chExt cx="12192000" cy="91440"/>
          </a:xfrm>
        </p:grpSpPr>
        <p:sp>
          <p:nvSpPr>
            <p:cNvPr id="1918" name="Google Shape;1918;p220"/>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9" name="Google Shape;1919;p220"/>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0" name="Google Shape;1920;p220"/>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1" name="Google Shape;1921;p220"/>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2" name="Google Shape;1922;p220"/>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Pad white">
  <p:cSld name="iPad white">
    <p:bg>
      <p:bgPr>
        <a:solidFill>
          <a:schemeClr val="lt2"/>
        </a:solidFill>
      </p:bgPr>
    </p:bg>
    <p:spTree>
      <p:nvGrpSpPr>
        <p:cNvPr id="1923" name="Shape 1923"/>
        <p:cNvGrpSpPr/>
        <p:nvPr/>
      </p:nvGrpSpPr>
      <p:grpSpPr>
        <a:xfrm>
          <a:off x="0" y="0"/>
          <a:ext cx="0" cy="0"/>
          <a:chOff x="0" y="0"/>
          <a:chExt cx="0" cy="0"/>
        </a:xfrm>
      </p:grpSpPr>
      <p:sp>
        <p:nvSpPr>
          <p:cNvPr id="1924" name="Google Shape;1924;p221"/>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5" name="Google Shape;1925;p221"/>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6" name="Google Shape;1926;p221"/>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7" name="Google Shape;1927;p221"/>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8" name="Google Shape;1928;p221"/>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929" name="Google Shape;1929;p221"/>
          <p:cNvSpPr txBox="1"/>
          <p:nvPr>
            <p:ph idx="1" type="body"/>
          </p:nvPr>
        </p:nvSpPr>
        <p:spPr>
          <a:xfrm>
            <a:off x="6565901" y="2640853"/>
            <a:ext cx="5143500" cy="3429324"/>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1000"/>
              </a:spcBef>
              <a:spcAft>
                <a:spcPts val="0"/>
              </a:spcAft>
              <a:buClr>
                <a:srgbClr val="47464B"/>
              </a:buClr>
              <a:buSzPts val="1800"/>
              <a:buFont typeface="Arial"/>
              <a:buChar char="•"/>
              <a:defRPr sz="1800">
                <a:solidFill>
                  <a:srgbClr val="47464B"/>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1930" name="Google Shape;1930;p221"/>
          <p:cNvSpPr txBox="1"/>
          <p:nvPr>
            <p:ph idx="2" type="body"/>
          </p:nvPr>
        </p:nvSpPr>
        <p:spPr>
          <a:xfrm>
            <a:off x="6565901" y="1701835"/>
            <a:ext cx="5143500" cy="666924"/>
          </a:xfrm>
          <a:prstGeom prst="rect">
            <a:avLst/>
          </a:prstGeom>
          <a:solidFill>
            <a:srgbClr val="D0D7DB"/>
          </a:solid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2400"/>
              <a:buNone/>
              <a:defRPr b="1" sz="2400" cap="none">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931" name="Google Shape;1931;p221"/>
          <p:cNvGrpSpPr/>
          <p:nvPr/>
        </p:nvGrpSpPr>
        <p:grpSpPr>
          <a:xfrm>
            <a:off x="1743159" y="1778377"/>
            <a:ext cx="3136689" cy="4080933"/>
            <a:chOff x="14427200" y="12090400"/>
            <a:chExt cx="15590475" cy="20283713"/>
          </a:xfrm>
        </p:grpSpPr>
        <p:sp>
          <p:nvSpPr>
            <p:cNvPr id="1932" name="Google Shape;1932;p221"/>
            <p:cNvSpPr/>
            <p:nvPr/>
          </p:nvSpPr>
          <p:spPr>
            <a:xfrm>
              <a:off x="14427200" y="12090400"/>
              <a:ext cx="15590475" cy="20283713"/>
            </a:xfrm>
            <a:custGeom>
              <a:rect b="b" l="l" r="r" t="t"/>
              <a:pathLst>
                <a:path extrusionOk="0" h="21600" w="21600">
                  <a:moveTo>
                    <a:pt x="19337" y="19571"/>
                  </a:moveTo>
                  <a:lnTo>
                    <a:pt x="2263" y="19571"/>
                  </a:lnTo>
                  <a:lnTo>
                    <a:pt x="2263" y="2006"/>
                  </a:lnTo>
                  <a:lnTo>
                    <a:pt x="19337" y="2006"/>
                  </a:lnTo>
                  <a:cubicBezTo>
                    <a:pt x="19337" y="2006"/>
                    <a:pt x="19337" y="19571"/>
                    <a:pt x="19337" y="19571"/>
                  </a:cubicBezTo>
                  <a:close/>
                  <a:moveTo>
                    <a:pt x="20539" y="0"/>
                  </a:moveTo>
                  <a:lnTo>
                    <a:pt x="1061" y="0"/>
                  </a:lnTo>
                  <a:cubicBezTo>
                    <a:pt x="476" y="0"/>
                    <a:pt x="0" y="366"/>
                    <a:pt x="0" y="815"/>
                  </a:cubicBezTo>
                  <a:lnTo>
                    <a:pt x="0" y="20785"/>
                  </a:lnTo>
                  <a:cubicBezTo>
                    <a:pt x="0" y="21234"/>
                    <a:pt x="476" y="21600"/>
                    <a:pt x="1061" y="21600"/>
                  </a:cubicBezTo>
                  <a:lnTo>
                    <a:pt x="20539" y="21600"/>
                  </a:lnTo>
                  <a:cubicBezTo>
                    <a:pt x="21124" y="21600"/>
                    <a:pt x="21600" y="21234"/>
                    <a:pt x="21600" y="20785"/>
                  </a:cubicBezTo>
                  <a:lnTo>
                    <a:pt x="21600" y="815"/>
                  </a:lnTo>
                  <a:cubicBezTo>
                    <a:pt x="21600" y="366"/>
                    <a:pt x="21124" y="0"/>
                    <a:pt x="20539" y="0"/>
                  </a:cubicBezTo>
                  <a:close/>
                </a:path>
              </a:pathLst>
            </a:custGeom>
            <a:solidFill>
              <a:srgbClr val="E4E4E4"/>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3" name="Google Shape;1933;p221"/>
            <p:cNvSpPr/>
            <p:nvPr/>
          </p:nvSpPr>
          <p:spPr>
            <a:xfrm>
              <a:off x="14478000" y="12141200"/>
              <a:ext cx="15480431" cy="20173667"/>
            </a:xfrm>
            <a:custGeom>
              <a:rect b="b" l="l" r="r" t="t"/>
              <a:pathLst>
                <a:path extrusionOk="0" h="21600" w="21600">
                  <a:moveTo>
                    <a:pt x="2126" y="19678"/>
                  </a:moveTo>
                  <a:lnTo>
                    <a:pt x="19474" y="19678"/>
                  </a:lnTo>
                  <a:lnTo>
                    <a:pt x="19474" y="1900"/>
                  </a:lnTo>
                  <a:lnTo>
                    <a:pt x="2126" y="1900"/>
                  </a:lnTo>
                  <a:cubicBezTo>
                    <a:pt x="2126" y="1900"/>
                    <a:pt x="2126" y="19678"/>
                    <a:pt x="2126" y="19678"/>
                  </a:cubicBezTo>
                  <a:close/>
                  <a:moveTo>
                    <a:pt x="991" y="21600"/>
                  </a:moveTo>
                  <a:cubicBezTo>
                    <a:pt x="445" y="21600"/>
                    <a:pt x="0" y="21259"/>
                    <a:pt x="0" y="20839"/>
                  </a:cubicBezTo>
                  <a:lnTo>
                    <a:pt x="0" y="761"/>
                  </a:lnTo>
                  <a:cubicBezTo>
                    <a:pt x="0" y="341"/>
                    <a:pt x="445" y="0"/>
                    <a:pt x="991" y="0"/>
                  </a:cubicBezTo>
                  <a:lnTo>
                    <a:pt x="20609" y="0"/>
                  </a:lnTo>
                  <a:cubicBezTo>
                    <a:pt x="21155" y="0"/>
                    <a:pt x="21600" y="341"/>
                    <a:pt x="21600" y="761"/>
                  </a:cubicBezTo>
                  <a:lnTo>
                    <a:pt x="21600" y="20839"/>
                  </a:lnTo>
                  <a:cubicBezTo>
                    <a:pt x="21600" y="21259"/>
                    <a:pt x="21155" y="21600"/>
                    <a:pt x="20609" y="21600"/>
                  </a:cubicBezTo>
                  <a:cubicBezTo>
                    <a:pt x="20609" y="21600"/>
                    <a:pt x="991" y="21600"/>
                    <a:pt x="991" y="21600"/>
                  </a:cubicBezTo>
                  <a:close/>
                </a:path>
              </a:pathLst>
            </a:custGeom>
            <a:solidFill>
              <a:srgbClr val="FDFDFF"/>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4" name="Google Shape;1934;p221"/>
            <p:cNvSpPr/>
            <p:nvPr/>
          </p:nvSpPr>
          <p:spPr>
            <a:xfrm>
              <a:off x="14528800" y="12192000"/>
              <a:ext cx="15384020" cy="20077254"/>
            </a:xfrm>
            <a:custGeom>
              <a:rect b="b" l="l" r="r" t="t"/>
              <a:pathLst>
                <a:path extrusionOk="0" h="21600" w="21600">
                  <a:moveTo>
                    <a:pt x="19451" y="19661"/>
                  </a:moveTo>
                  <a:lnTo>
                    <a:pt x="2149" y="19661"/>
                  </a:lnTo>
                  <a:lnTo>
                    <a:pt x="2149" y="1916"/>
                  </a:lnTo>
                  <a:lnTo>
                    <a:pt x="19451" y="1916"/>
                  </a:lnTo>
                  <a:cubicBezTo>
                    <a:pt x="19451" y="1916"/>
                    <a:pt x="19451" y="19661"/>
                    <a:pt x="19451" y="19661"/>
                  </a:cubicBezTo>
                  <a:close/>
                  <a:moveTo>
                    <a:pt x="20670" y="0"/>
                  </a:moveTo>
                  <a:lnTo>
                    <a:pt x="930" y="0"/>
                  </a:lnTo>
                  <a:cubicBezTo>
                    <a:pt x="419" y="0"/>
                    <a:pt x="0" y="321"/>
                    <a:pt x="0" y="712"/>
                  </a:cubicBezTo>
                  <a:lnTo>
                    <a:pt x="0" y="20888"/>
                  </a:lnTo>
                  <a:cubicBezTo>
                    <a:pt x="0" y="21279"/>
                    <a:pt x="419" y="21600"/>
                    <a:pt x="930" y="21600"/>
                  </a:cubicBezTo>
                  <a:lnTo>
                    <a:pt x="20670" y="21600"/>
                  </a:lnTo>
                  <a:cubicBezTo>
                    <a:pt x="21182" y="21600"/>
                    <a:pt x="21600" y="21279"/>
                    <a:pt x="21600" y="20888"/>
                  </a:cubicBezTo>
                  <a:lnTo>
                    <a:pt x="21600" y="712"/>
                  </a:lnTo>
                  <a:cubicBezTo>
                    <a:pt x="21600" y="321"/>
                    <a:pt x="21182" y="0"/>
                    <a:pt x="20670" y="0"/>
                  </a:cubicBezTo>
                  <a:close/>
                </a:path>
              </a:pathLst>
            </a:custGeom>
            <a:gradFill>
              <a:gsLst>
                <a:gs pos="0">
                  <a:srgbClr val="D0D7DB"/>
                </a:gs>
                <a:gs pos="38000">
                  <a:srgbClr val="F0F2F5"/>
                </a:gs>
                <a:gs pos="85000">
                  <a:srgbClr val="FEFEFE"/>
                </a:gs>
                <a:gs pos="100000">
                  <a:srgbClr val="FEFEFE"/>
                </a:gs>
              </a:gsLst>
              <a:lin ang="18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5" name="Google Shape;1935;p221"/>
            <p:cNvSpPr/>
            <p:nvPr/>
          </p:nvSpPr>
          <p:spPr>
            <a:xfrm>
              <a:off x="14516100" y="12179300"/>
              <a:ext cx="15411091" cy="20104336"/>
            </a:xfrm>
            <a:custGeom>
              <a:rect b="b" l="l" r="r" t="t"/>
              <a:pathLst>
                <a:path extrusionOk="0" h="21600" w="21600">
                  <a:moveTo>
                    <a:pt x="947" y="29"/>
                  </a:moveTo>
                  <a:cubicBezTo>
                    <a:pt x="446" y="29"/>
                    <a:pt x="38" y="342"/>
                    <a:pt x="38" y="726"/>
                  </a:cubicBezTo>
                  <a:lnTo>
                    <a:pt x="38" y="20874"/>
                  </a:lnTo>
                  <a:cubicBezTo>
                    <a:pt x="38" y="21258"/>
                    <a:pt x="446" y="21571"/>
                    <a:pt x="947" y="21571"/>
                  </a:cubicBezTo>
                  <a:lnTo>
                    <a:pt x="20653" y="21571"/>
                  </a:lnTo>
                  <a:cubicBezTo>
                    <a:pt x="21154" y="21571"/>
                    <a:pt x="21562" y="21258"/>
                    <a:pt x="21562" y="20874"/>
                  </a:cubicBezTo>
                  <a:lnTo>
                    <a:pt x="21562" y="726"/>
                  </a:lnTo>
                  <a:cubicBezTo>
                    <a:pt x="21562" y="342"/>
                    <a:pt x="21154" y="29"/>
                    <a:pt x="20653" y="29"/>
                  </a:cubicBezTo>
                  <a:cubicBezTo>
                    <a:pt x="20653" y="29"/>
                    <a:pt x="947" y="29"/>
                    <a:pt x="947" y="29"/>
                  </a:cubicBezTo>
                  <a:close/>
                  <a:moveTo>
                    <a:pt x="20653" y="21600"/>
                  </a:moveTo>
                  <a:lnTo>
                    <a:pt x="947" y="21600"/>
                  </a:lnTo>
                  <a:cubicBezTo>
                    <a:pt x="425" y="21600"/>
                    <a:pt x="0" y="21274"/>
                    <a:pt x="0" y="20874"/>
                  </a:cubicBezTo>
                  <a:lnTo>
                    <a:pt x="0" y="726"/>
                  </a:lnTo>
                  <a:cubicBezTo>
                    <a:pt x="0" y="326"/>
                    <a:pt x="425" y="0"/>
                    <a:pt x="947" y="0"/>
                  </a:cubicBezTo>
                  <a:lnTo>
                    <a:pt x="20653" y="0"/>
                  </a:lnTo>
                  <a:cubicBezTo>
                    <a:pt x="21175" y="0"/>
                    <a:pt x="21600" y="326"/>
                    <a:pt x="21600" y="726"/>
                  </a:cubicBezTo>
                  <a:lnTo>
                    <a:pt x="21600" y="20874"/>
                  </a:lnTo>
                  <a:cubicBezTo>
                    <a:pt x="21600" y="21274"/>
                    <a:pt x="21175" y="21600"/>
                    <a:pt x="20653" y="21600"/>
                  </a:cubicBezTo>
                  <a:close/>
                </a:path>
              </a:pathLst>
            </a:custGeom>
            <a:solidFill>
              <a:srgbClr val="B5B5B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6" name="Google Shape;1936;p221"/>
            <p:cNvSpPr/>
            <p:nvPr/>
          </p:nvSpPr>
          <p:spPr>
            <a:xfrm>
              <a:off x="17602200" y="12090400"/>
              <a:ext cx="9555755" cy="89715"/>
            </a:xfrm>
            <a:custGeom>
              <a:rect b="b" l="l" r="r" t="t"/>
              <a:pathLst>
                <a:path extrusionOk="0" h="21600" w="21600">
                  <a:moveTo>
                    <a:pt x="21600" y="21600"/>
                  </a:moveTo>
                  <a:lnTo>
                    <a:pt x="0" y="21600"/>
                  </a:lnTo>
                  <a:lnTo>
                    <a:pt x="0" y="0"/>
                  </a:lnTo>
                  <a:lnTo>
                    <a:pt x="21600" y="0"/>
                  </a:lnTo>
                  <a:cubicBezTo>
                    <a:pt x="21600" y="0"/>
                    <a:pt x="21600" y="21600"/>
                    <a:pt x="21600" y="21600"/>
                  </a:cubicBezTo>
                  <a:close/>
                </a:path>
              </a:pathLst>
            </a:custGeom>
            <a:solidFill>
              <a:srgbClr val="9B9B9B"/>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7" name="Google Shape;1937;p221"/>
            <p:cNvSpPr/>
            <p:nvPr/>
          </p:nvSpPr>
          <p:spPr>
            <a:xfrm>
              <a:off x="16065500" y="13970000"/>
              <a:ext cx="12323458" cy="403728"/>
            </a:xfrm>
            <a:custGeom>
              <a:rect b="b" l="l" r="r" t="t"/>
              <a:pathLst>
                <a:path extrusionOk="0" h="21600" w="21600">
                  <a:moveTo>
                    <a:pt x="0" y="21600"/>
                  </a:moveTo>
                  <a:lnTo>
                    <a:pt x="21600" y="21600"/>
                  </a:lnTo>
                  <a:lnTo>
                    <a:pt x="21600" y="0"/>
                  </a:lnTo>
                  <a:lnTo>
                    <a:pt x="0" y="0"/>
                  </a:lnTo>
                  <a:cubicBezTo>
                    <a:pt x="0" y="0"/>
                    <a:pt x="0" y="21600"/>
                    <a:pt x="0" y="21600"/>
                  </a:cubicBezTo>
                  <a:close/>
                </a:path>
              </a:pathLst>
            </a:cu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8" name="Google Shape;1938;p221"/>
            <p:cNvSpPr/>
            <p:nvPr/>
          </p:nvSpPr>
          <p:spPr>
            <a:xfrm>
              <a:off x="16254428" y="14061787"/>
              <a:ext cx="11950874" cy="215371"/>
            </a:xfrm>
            <a:custGeom>
              <a:rect b="b" l="l" r="r" t="t"/>
              <a:pathLst>
                <a:path extrusionOk="0" h="215371" w="11950874">
                  <a:moveTo>
                    <a:pt x="0" y="122970"/>
                  </a:moveTo>
                  <a:lnTo>
                    <a:pt x="42687" y="122970"/>
                  </a:lnTo>
                  <a:lnTo>
                    <a:pt x="42687" y="215370"/>
                  </a:lnTo>
                  <a:lnTo>
                    <a:pt x="0" y="215370"/>
                  </a:lnTo>
                  <a:close/>
                  <a:moveTo>
                    <a:pt x="11901472" y="98713"/>
                  </a:moveTo>
                  <a:lnTo>
                    <a:pt x="11901472" y="144861"/>
                  </a:lnTo>
                  <a:lnTo>
                    <a:pt x="11924532" y="144861"/>
                  </a:lnTo>
                  <a:cubicBezTo>
                    <a:pt x="11924532" y="144861"/>
                    <a:pt x="11924532" y="98713"/>
                    <a:pt x="11924532" y="98713"/>
                  </a:cubicBezTo>
                  <a:close/>
                  <a:moveTo>
                    <a:pt x="167288" y="75541"/>
                  </a:moveTo>
                  <a:lnTo>
                    <a:pt x="212884" y="75541"/>
                  </a:lnTo>
                  <a:lnTo>
                    <a:pt x="212884" y="215370"/>
                  </a:lnTo>
                  <a:lnTo>
                    <a:pt x="167288" y="215370"/>
                  </a:lnTo>
                  <a:close/>
                  <a:moveTo>
                    <a:pt x="85099" y="75541"/>
                  </a:moveTo>
                  <a:lnTo>
                    <a:pt x="124876" y="75541"/>
                  </a:lnTo>
                  <a:lnTo>
                    <a:pt x="124876" y="215371"/>
                  </a:lnTo>
                  <a:lnTo>
                    <a:pt x="85099" y="215371"/>
                  </a:lnTo>
                  <a:close/>
                  <a:moveTo>
                    <a:pt x="11582912" y="47913"/>
                  </a:moveTo>
                  <a:cubicBezTo>
                    <a:pt x="11576550" y="47913"/>
                    <a:pt x="11571272" y="53041"/>
                    <a:pt x="11571272" y="59456"/>
                  </a:cubicBezTo>
                  <a:lnTo>
                    <a:pt x="11571272" y="174845"/>
                  </a:lnTo>
                  <a:cubicBezTo>
                    <a:pt x="11571272" y="181196"/>
                    <a:pt x="11576550" y="186356"/>
                    <a:pt x="11582912" y="186356"/>
                  </a:cubicBezTo>
                  <a:lnTo>
                    <a:pt x="11859876" y="186356"/>
                  </a:lnTo>
                  <a:cubicBezTo>
                    <a:pt x="11866236" y="186356"/>
                    <a:pt x="11871308" y="181196"/>
                    <a:pt x="11871308" y="174845"/>
                  </a:cubicBezTo>
                  <a:cubicBezTo>
                    <a:pt x="11871308" y="174845"/>
                    <a:pt x="11871308" y="59456"/>
                    <a:pt x="11871308" y="59456"/>
                  </a:cubicBezTo>
                  <a:cubicBezTo>
                    <a:pt x="11871308" y="53041"/>
                    <a:pt x="11866236" y="47913"/>
                    <a:pt x="11859876" y="47913"/>
                  </a:cubicBezTo>
                  <a:close/>
                  <a:moveTo>
                    <a:pt x="255296" y="41048"/>
                  </a:moveTo>
                  <a:lnTo>
                    <a:pt x="295073" y="41048"/>
                  </a:lnTo>
                  <a:lnTo>
                    <a:pt x="295073" y="215371"/>
                  </a:lnTo>
                  <a:lnTo>
                    <a:pt x="255296" y="215371"/>
                  </a:lnTo>
                  <a:close/>
                  <a:moveTo>
                    <a:pt x="11593170" y="22513"/>
                  </a:moveTo>
                  <a:lnTo>
                    <a:pt x="11870162" y="22513"/>
                  </a:lnTo>
                  <a:cubicBezTo>
                    <a:pt x="11889178" y="22513"/>
                    <a:pt x="11904760" y="38052"/>
                    <a:pt x="11904760" y="57146"/>
                  </a:cubicBezTo>
                  <a:lnTo>
                    <a:pt x="11904760" y="68634"/>
                  </a:lnTo>
                  <a:cubicBezTo>
                    <a:pt x="11904760" y="68634"/>
                    <a:pt x="11950874" y="68634"/>
                    <a:pt x="11950874" y="68634"/>
                  </a:cubicBezTo>
                  <a:lnTo>
                    <a:pt x="11950874" y="160952"/>
                  </a:lnTo>
                  <a:lnTo>
                    <a:pt x="11904760" y="160952"/>
                  </a:lnTo>
                  <a:lnTo>
                    <a:pt x="11904760" y="172534"/>
                  </a:lnTo>
                  <a:cubicBezTo>
                    <a:pt x="11904760" y="191594"/>
                    <a:pt x="11889178" y="207133"/>
                    <a:pt x="11870162" y="207133"/>
                  </a:cubicBezTo>
                  <a:lnTo>
                    <a:pt x="11593170" y="207133"/>
                  </a:lnTo>
                  <a:cubicBezTo>
                    <a:pt x="11574028" y="207133"/>
                    <a:pt x="11558572" y="191594"/>
                    <a:pt x="11558572" y="172534"/>
                  </a:cubicBezTo>
                  <a:lnTo>
                    <a:pt x="11558572" y="57146"/>
                  </a:lnTo>
                  <a:cubicBezTo>
                    <a:pt x="11558572" y="38052"/>
                    <a:pt x="11574028" y="22513"/>
                    <a:pt x="11593170" y="22513"/>
                  </a:cubicBezTo>
                  <a:close/>
                  <a:moveTo>
                    <a:pt x="337485" y="0"/>
                  </a:moveTo>
                  <a:lnTo>
                    <a:pt x="383307" y="0"/>
                  </a:lnTo>
                  <a:lnTo>
                    <a:pt x="383307" y="215371"/>
                  </a:lnTo>
                  <a:lnTo>
                    <a:pt x="337485" y="215371"/>
                  </a:lnTo>
                  <a:close/>
                </a:path>
              </a:pathLst>
            </a:cu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9" name="Google Shape;1939;p221"/>
            <p:cNvSpPr/>
            <p:nvPr/>
          </p:nvSpPr>
          <p:spPr>
            <a:xfrm>
              <a:off x="21729700" y="30861000"/>
              <a:ext cx="989640" cy="989643"/>
            </a:xfrm>
            <a:custGeom>
              <a:rect b="b" l="l" r="r" t="t"/>
              <a:pathLst>
                <a:path extrusionOk="0" h="21600" w="21600">
                  <a:moveTo>
                    <a:pt x="10800" y="20564"/>
                  </a:moveTo>
                  <a:cubicBezTo>
                    <a:pt x="5408" y="20564"/>
                    <a:pt x="1036" y="16193"/>
                    <a:pt x="1036" y="10800"/>
                  </a:cubicBezTo>
                  <a:cubicBezTo>
                    <a:pt x="1036" y="5408"/>
                    <a:pt x="5408" y="1036"/>
                    <a:pt x="10800" y="1036"/>
                  </a:cubicBezTo>
                  <a:cubicBezTo>
                    <a:pt x="16192" y="1036"/>
                    <a:pt x="20564" y="5408"/>
                    <a:pt x="20564" y="10800"/>
                  </a:cubicBezTo>
                  <a:cubicBezTo>
                    <a:pt x="20564" y="16193"/>
                    <a:pt x="16192" y="20564"/>
                    <a:pt x="10800" y="20564"/>
                  </a:cubicBezTo>
                  <a:close/>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close/>
                </a:path>
              </a:pathLst>
            </a:custGeom>
            <a:gradFill>
              <a:gsLst>
                <a:gs pos="0">
                  <a:srgbClr val="647681"/>
                </a:gs>
                <a:gs pos="46000">
                  <a:srgbClr val="B5E65F"/>
                </a:gs>
                <a:gs pos="90000">
                  <a:schemeClr val="lt2"/>
                </a:gs>
                <a:gs pos="100000">
                  <a:schemeClr val="lt2"/>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0" name="Google Shape;1940;p221"/>
            <p:cNvSpPr/>
            <p:nvPr/>
          </p:nvSpPr>
          <p:spPr>
            <a:xfrm>
              <a:off x="21767800" y="30861000"/>
              <a:ext cx="809638" cy="321949"/>
            </a:xfrm>
            <a:custGeom>
              <a:rect b="b" l="l" r="r" t="t"/>
              <a:pathLst>
                <a:path extrusionOk="0" h="21600" w="21600">
                  <a:moveTo>
                    <a:pt x="1173" y="21600"/>
                  </a:moveTo>
                  <a:cubicBezTo>
                    <a:pt x="2977" y="10785"/>
                    <a:pt x="7227" y="3185"/>
                    <a:pt x="12183" y="3185"/>
                  </a:cubicBezTo>
                  <a:cubicBezTo>
                    <a:pt x="15317" y="3185"/>
                    <a:pt x="18167" y="6227"/>
                    <a:pt x="20296" y="11195"/>
                  </a:cubicBezTo>
                  <a:lnTo>
                    <a:pt x="21600" y="9940"/>
                  </a:lnTo>
                  <a:cubicBezTo>
                    <a:pt x="19205" y="3808"/>
                    <a:pt x="15871" y="0"/>
                    <a:pt x="12183" y="0"/>
                  </a:cubicBezTo>
                  <a:cubicBezTo>
                    <a:pt x="6697" y="0"/>
                    <a:pt x="1993" y="8418"/>
                    <a:pt x="0" y="20398"/>
                  </a:cubicBezTo>
                  <a:cubicBezTo>
                    <a:pt x="0" y="20398"/>
                    <a:pt x="1173" y="21600"/>
                    <a:pt x="1173" y="21600"/>
                  </a:cubicBezTo>
                  <a:close/>
                </a:path>
              </a:pathLst>
            </a:custGeom>
            <a:gradFill>
              <a:gsLst>
                <a:gs pos="0">
                  <a:schemeClr val="lt2"/>
                </a:gs>
                <a:gs pos="100000">
                  <a:srgbClr val="B5E65F"/>
                </a:gs>
              </a:gsLst>
              <a:lin ang="20718678"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1" name="Google Shape;1941;p221"/>
            <p:cNvSpPr/>
            <p:nvPr/>
          </p:nvSpPr>
          <p:spPr>
            <a:xfrm>
              <a:off x="21996400" y="12992100"/>
              <a:ext cx="272244" cy="272174"/>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gradFill>
              <a:gsLst>
                <a:gs pos="0">
                  <a:srgbClr val="464646"/>
                </a:gs>
                <a:gs pos="92000">
                  <a:srgbClr val="060606"/>
                </a:gs>
                <a:gs pos="100000">
                  <a:srgbClr val="060606"/>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2" name="Google Shape;1942;p221"/>
            <p:cNvSpPr/>
            <p:nvPr/>
          </p:nvSpPr>
          <p:spPr>
            <a:xfrm>
              <a:off x="22110700" y="13106400"/>
              <a:ext cx="66933" cy="66916"/>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solidFill>
              <a:srgbClr val="55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3" name="Google Shape;1943;p221"/>
            <p:cNvSpPr/>
            <p:nvPr/>
          </p:nvSpPr>
          <p:spPr>
            <a:xfrm>
              <a:off x="21704300" y="13068300"/>
              <a:ext cx="132873" cy="132874"/>
            </a:xfrm>
            <a:custGeom>
              <a:rect b="b" l="l" r="r" t="t"/>
              <a:pathLst>
                <a:path extrusionOk="0" h="21600" w="21600">
                  <a:moveTo>
                    <a:pt x="21600" y="10798"/>
                  </a:moveTo>
                  <a:cubicBezTo>
                    <a:pt x="21600" y="16757"/>
                    <a:pt x="16773" y="21600"/>
                    <a:pt x="10797" y="21600"/>
                  </a:cubicBezTo>
                  <a:cubicBezTo>
                    <a:pt x="4795" y="21600"/>
                    <a:pt x="0" y="16757"/>
                    <a:pt x="0" y="10798"/>
                  </a:cubicBezTo>
                  <a:cubicBezTo>
                    <a:pt x="0" y="4826"/>
                    <a:pt x="4795" y="0"/>
                    <a:pt x="10797" y="0"/>
                  </a:cubicBezTo>
                  <a:cubicBezTo>
                    <a:pt x="16773" y="0"/>
                    <a:pt x="21600" y="4826"/>
                    <a:pt x="21600" y="10798"/>
                  </a:cubicBezTo>
                  <a:close/>
                </a:path>
              </a:pathLst>
            </a:custGeom>
            <a:solidFill>
              <a:srgbClr val="BEBFC2"/>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44" name="Google Shape;1944;p221"/>
          <p:cNvSpPr/>
          <p:nvPr>
            <p:ph idx="3" type="pic"/>
          </p:nvPr>
        </p:nvSpPr>
        <p:spPr>
          <a:xfrm>
            <a:off x="2071808" y="2236803"/>
            <a:ext cx="2479390" cy="3233860"/>
          </a:xfrm>
          <a:prstGeom prst="rect">
            <a:avLst/>
          </a:prstGeom>
          <a:noFill/>
          <a:ln>
            <a:noFill/>
          </a:ln>
        </p:spPr>
      </p:sp>
      <p:grpSp>
        <p:nvGrpSpPr>
          <p:cNvPr id="1945" name="Google Shape;1945;p221"/>
          <p:cNvGrpSpPr/>
          <p:nvPr/>
        </p:nvGrpSpPr>
        <p:grpSpPr>
          <a:xfrm>
            <a:off x="0" y="6766560"/>
            <a:ext cx="12192000" cy="91440"/>
            <a:chOff x="0" y="4480421"/>
            <a:chExt cx="12192000" cy="91440"/>
          </a:xfrm>
        </p:grpSpPr>
        <p:sp>
          <p:nvSpPr>
            <p:cNvPr id="1946" name="Google Shape;1946;p221"/>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7" name="Google Shape;1947;p221"/>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8" name="Google Shape;1948;p221"/>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9" name="Google Shape;1949;p221"/>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0" name="Google Shape;1950;p221"/>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pad black">
  <p:cSld name="big ipad black">
    <p:spTree>
      <p:nvGrpSpPr>
        <p:cNvPr id="1951" name="Shape 1951"/>
        <p:cNvGrpSpPr/>
        <p:nvPr/>
      </p:nvGrpSpPr>
      <p:grpSpPr>
        <a:xfrm>
          <a:off x="0" y="0"/>
          <a:ext cx="0" cy="0"/>
          <a:chOff x="0" y="0"/>
          <a:chExt cx="0" cy="0"/>
        </a:xfrm>
      </p:grpSpPr>
      <p:grpSp>
        <p:nvGrpSpPr>
          <p:cNvPr id="1952" name="Google Shape;1952;p222"/>
          <p:cNvGrpSpPr/>
          <p:nvPr/>
        </p:nvGrpSpPr>
        <p:grpSpPr>
          <a:xfrm>
            <a:off x="0" y="6766560"/>
            <a:ext cx="12192000" cy="91440"/>
            <a:chOff x="0" y="4480421"/>
            <a:chExt cx="12192000" cy="91440"/>
          </a:xfrm>
        </p:grpSpPr>
        <p:sp>
          <p:nvSpPr>
            <p:cNvPr id="1953" name="Google Shape;1953;p222"/>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4" name="Google Shape;1954;p222"/>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5" name="Google Shape;1955;p222"/>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6" name="Google Shape;1956;p222"/>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7" name="Google Shape;1957;p22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958" name="Google Shape;1958;p222"/>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9" name="Google Shape;1959;p222"/>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0" name="Google Shape;1960;p222"/>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1" name="Google Shape;1961;p222"/>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2" name="Google Shape;1962;p222"/>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963" name="Google Shape;1963;p222"/>
          <p:cNvSpPr/>
          <p:nvPr/>
        </p:nvSpPr>
        <p:spPr>
          <a:xfrm>
            <a:off x="3479144" y="1425678"/>
            <a:ext cx="5233713" cy="5432322"/>
          </a:xfrm>
          <a:custGeom>
            <a:rect b="b" l="l" r="r" t="t"/>
            <a:pathLst>
              <a:path extrusionOk="0" h="5432322" w="5233713">
                <a:moveTo>
                  <a:pt x="257082" y="0"/>
                </a:moveTo>
                <a:lnTo>
                  <a:pt x="4976631" y="0"/>
                </a:lnTo>
                <a:cubicBezTo>
                  <a:pt x="5118378" y="0"/>
                  <a:pt x="5233713" y="115379"/>
                  <a:pt x="5233713" y="256922"/>
                </a:cubicBezTo>
                <a:lnTo>
                  <a:pt x="5233713" y="5432322"/>
                </a:lnTo>
                <a:lnTo>
                  <a:pt x="4685385" y="5432322"/>
                </a:lnTo>
                <a:lnTo>
                  <a:pt x="4685385" y="5304411"/>
                </a:lnTo>
                <a:cubicBezTo>
                  <a:pt x="4685385" y="3747066"/>
                  <a:pt x="4685385" y="632376"/>
                  <a:pt x="4685385" y="632376"/>
                </a:cubicBezTo>
                <a:lnTo>
                  <a:pt x="548329" y="632376"/>
                </a:lnTo>
                <a:lnTo>
                  <a:pt x="548329" y="5432322"/>
                </a:lnTo>
                <a:lnTo>
                  <a:pt x="0" y="5432322"/>
                </a:lnTo>
                <a:lnTo>
                  <a:pt x="0" y="256922"/>
                </a:lnTo>
                <a:cubicBezTo>
                  <a:pt x="0" y="115379"/>
                  <a:pt x="115336" y="0"/>
                  <a:pt x="257082" y="0"/>
                </a:cubicBezTo>
                <a:close/>
              </a:path>
            </a:pathLst>
          </a:custGeom>
          <a:solidFill>
            <a:schemeClr val="dk2"/>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4" name="Google Shape;1964;p222"/>
          <p:cNvSpPr/>
          <p:nvPr/>
        </p:nvSpPr>
        <p:spPr>
          <a:xfrm>
            <a:off x="3496198" y="1442732"/>
            <a:ext cx="5196771" cy="5415268"/>
          </a:xfrm>
          <a:custGeom>
            <a:rect b="b" l="l" r="r" t="t"/>
            <a:pathLst>
              <a:path extrusionOk="0" h="5415268" w="5196771">
                <a:moveTo>
                  <a:pt x="238426" y="0"/>
                </a:moveTo>
                <a:lnTo>
                  <a:pt x="4958345" y="0"/>
                </a:lnTo>
                <a:cubicBezTo>
                  <a:pt x="5089708" y="0"/>
                  <a:pt x="5196771" y="106915"/>
                  <a:pt x="5196771" y="238598"/>
                </a:cubicBezTo>
                <a:lnTo>
                  <a:pt x="5196771" y="5415268"/>
                </a:lnTo>
                <a:lnTo>
                  <a:pt x="4685274" y="5415268"/>
                </a:lnTo>
                <a:lnTo>
                  <a:pt x="4685274" y="595710"/>
                </a:lnTo>
                <a:lnTo>
                  <a:pt x="511497" y="595710"/>
                </a:lnTo>
                <a:cubicBezTo>
                  <a:pt x="511497" y="595710"/>
                  <a:pt x="511497" y="3731067"/>
                  <a:pt x="511497" y="5298746"/>
                </a:cubicBezTo>
                <a:lnTo>
                  <a:pt x="511497" y="5415268"/>
                </a:lnTo>
                <a:lnTo>
                  <a:pt x="0" y="5415268"/>
                </a:lnTo>
                <a:lnTo>
                  <a:pt x="0" y="238598"/>
                </a:lnTo>
                <a:cubicBezTo>
                  <a:pt x="0" y="106915"/>
                  <a:pt x="107063" y="0"/>
                  <a:pt x="238426" y="0"/>
                </a:cubicBezTo>
                <a:close/>
              </a:path>
            </a:pathLst>
          </a:custGeom>
          <a:solidFill>
            <a:srgbClr val="FDFDFF"/>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5" name="Google Shape;1965;p222"/>
          <p:cNvSpPr/>
          <p:nvPr/>
        </p:nvSpPr>
        <p:spPr>
          <a:xfrm>
            <a:off x="3513251" y="1459786"/>
            <a:ext cx="5164406" cy="5398215"/>
          </a:xfrm>
          <a:custGeom>
            <a:rect b="b" l="l" r="r" t="t"/>
            <a:pathLst>
              <a:path extrusionOk="0" h="5398215" w="5164406">
                <a:moveTo>
                  <a:pt x="222357" y="0"/>
                </a:moveTo>
                <a:lnTo>
                  <a:pt x="4942049" y="0"/>
                </a:lnTo>
                <a:cubicBezTo>
                  <a:pt x="5064465" y="0"/>
                  <a:pt x="5164406" y="100163"/>
                  <a:pt x="5164406" y="222168"/>
                </a:cubicBezTo>
                <a:lnTo>
                  <a:pt x="5164406" y="5398215"/>
                </a:lnTo>
                <a:lnTo>
                  <a:pt x="4650596" y="5398215"/>
                </a:lnTo>
                <a:lnTo>
                  <a:pt x="4650596" y="5269727"/>
                </a:lnTo>
                <a:cubicBezTo>
                  <a:pt x="4650596" y="3712436"/>
                  <a:pt x="4650596" y="597856"/>
                  <a:pt x="4650596" y="597856"/>
                </a:cubicBezTo>
                <a:lnTo>
                  <a:pt x="513811" y="597856"/>
                </a:lnTo>
                <a:lnTo>
                  <a:pt x="513811" y="5398215"/>
                </a:lnTo>
                <a:lnTo>
                  <a:pt x="0" y="5398215"/>
                </a:lnTo>
                <a:lnTo>
                  <a:pt x="0" y="222168"/>
                </a:lnTo>
                <a:cubicBezTo>
                  <a:pt x="0" y="100163"/>
                  <a:pt x="100180" y="0"/>
                  <a:pt x="222357" y="0"/>
                </a:cubicBezTo>
                <a:close/>
              </a:path>
            </a:pathLst>
          </a:custGeom>
          <a:gradFill>
            <a:gsLst>
              <a:gs pos="0">
                <a:srgbClr val="000000"/>
              </a:gs>
              <a:gs pos="38000">
                <a:srgbClr val="292A2E"/>
              </a:gs>
              <a:gs pos="85000">
                <a:srgbClr val="46474B"/>
              </a:gs>
              <a:gs pos="100000">
                <a:srgbClr val="46474B"/>
              </a:gs>
            </a:gsLst>
            <a:lin ang="18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6" name="Google Shape;1966;p222"/>
          <p:cNvSpPr/>
          <p:nvPr/>
        </p:nvSpPr>
        <p:spPr>
          <a:xfrm>
            <a:off x="4544990" y="1425678"/>
            <a:ext cx="3207861" cy="30117"/>
          </a:xfrm>
          <a:custGeom>
            <a:rect b="b" l="l" r="r" t="t"/>
            <a:pathLst>
              <a:path extrusionOk="0" h="21600" w="21600">
                <a:moveTo>
                  <a:pt x="21600" y="21600"/>
                </a:moveTo>
                <a:lnTo>
                  <a:pt x="0" y="21600"/>
                </a:lnTo>
                <a:lnTo>
                  <a:pt x="0" y="0"/>
                </a:lnTo>
                <a:lnTo>
                  <a:pt x="21600" y="0"/>
                </a:lnTo>
                <a:cubicBezTo>
                  <a:pt x="21600" y="0"/>
                  <a:pt x="21600" y="21600"/>
                  <a:pt x="21600" y="21600"/>
                </a:cubicBezTo>
                <a:close/>
              </a:path>
            </a:pathLst>
          </a:custGeom>
          <a:solidFill>
            <a:srgbClr val="1D1D2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7" name="Google Shape;1967;p222"/>
          <p:cNvSpPr/>
          <p:nvPr/>
        </p:nvSpPr>
        <p:spPr>
          <a:xfrm>
            <a:off x="4029120" y="2056658"/>
            <a:ext cx="4136977" cy="135531"/>
          </a:xfrm>
          <a:custGeom>
            <a:rect b="b" l="l" r="r" t="t"/>
            <a:pathLst>
              <a:path extrusionOk="0" h="21600" w="21600">
                <a:moveTo>
                  <a:pt x="0" y="21600"/>
                </a:moveTo>
                <a:lnTo>
                  <a:pt x="21600" y="21600"/>
                </a:lnTo>
                <a:lnTo>
                  <a:pt x="21600" y="0"/>
                </a:lnTo>
                <a:lnTo>
                  <a:pt x="0" y="0"/>
                </a:lnTo>
                <a:cubicBezTo>
                  <a:pt x="0" y="0"/>
                  <a:pt x="0" y="21600"/>
                  <a:pt x="0" y="21600"/>
                </a:cubicBezTo>
                <a:close/>
              </a:path>
            </a:pathLst>
          </a:custGeom>
          <a:gradFill>
            <a:gsLst>
              <a:gs pos="0">
                <a:srgbClr val="000000"/>
              </a:gs>
              <a:gs pos="38000">
                <a:srgbClr val="292A2E"/>
              </a:gs>
              <a:gs pos="85000">
                <a:srgbClr val="46474B"/>
              </a:gs>
              <a:gs pos="100000">
                <a:srgbClr val="46474B"/>
              </a:gs>
            </a:gsLst>
            <a:lin ang="18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8" name="Google Shape;1968;p222"/>
          <p:cNvSpPr/>
          <p:nvPr/>
        </p:nvSpPr>
        <p:spPr>
          <a:xfrm>
            <a:off x="4092543" y="2087471"/>
            <a:ext cx="4011901" cy="72300"/>
          </a:xfrm>
          <a:custGeom>
            <a:rect b="b" l="l" r="r" t="t"/>
            <a:pathLst>
              <a:path extrusionOk="0" h="215371" w="11950874">
                <a:moveTo>
                  <a:pt x="0" y="122970"/>
                </a:moveTo>
                <a:lnTo>
                  <a:pt x="42687" y="122970"/>
                </a:lnTo>
                <a:lnTo>
                  <a:pt x="42687" y="215370"/>
                </a:lnTo>
                <a:lnTo>
                  <a:pt x="0" y="215370"/>
                </a:lnTo>
                <a:close/>
                <a:moveTo>
                  <a:pt x="11901472" y="98713"/>
                </a:moveTo>
                <a:lnTo>
                  <a:pt x="11901472" y="144861"/>
                </a:lnTo>
                <a:lnTo>
                  <a:pt x="11924532" y="144861"/>
                </a:lnTo>
                <a:cubicBezTo>
                  <a:pt x="11924532" y="144861"/>
                  <a:pt x="11924532" y="98713"/>
                  <a:pt x="11924532" y="98713"/>
                </a:cubicBezTo>
                <a:close/>
                <a:moveTo>
                  <a:pt x="167288" y="75541"/>
                </a:moveTo>
                <a:lnTo>
                  <a:pt x="212884" y="75541"/>
                </a:lnTo>
                <a:lnTo>
                  <a:pt x="212884" y="215370"/>
                </a:lnTo>
                <a:lnTo>
                  <a:pt x="167288" y="215370"/>
                </a:lnTo>
                <a:close/>
                <a:moveTo>
                  <a:pt x="85099" y="75541"/>
                </a:moveTo>
                <a:lnTo>
                  <a:pt x="124876" y="75541"/>
                </a:lnTo>
                <a:lnTo>
                  <a:pt x="124876" y="215371"/>
                </a:lnTo>
                <a:lnTo>
                  <a:pt x="85099" y="215371"/>
                </a:lnTo>
                <a:close/>
                <a:moveTo>
                  <a:pt x="11582912" y="47913"/>
                </a:moveTo>
                <a:cubicBezTo>
                  <a:pt x="11576550" y="47913"/>
                  <a:pt x="11571272" y="53041"/>
                  <a:pt x="11571272" y="59456"/>
                </a:cubicBezTo>
                <a:lnTo>
                  <a:pt x="11571272" y="174845"/>
                </a:lnTo>
                <a:cubicBezTo>
                  <a:pt x="11571272" y="181196"/>
                  <a:pt x="11576550" y="186356"/>
                  <a:pt x="11582912" y="186356"/>
                </a:cubicBezTo>
                <a:lnTo>
                  <a:pt x="11859876" y="186356"/>
                </a:lnTo>
                <a:cubicBezTo>
                  <a:pt x="11866236" y="186356"/>
                  <a:pt x="11871308" y="181196"/>
                  <a:pt x="11871308" y="174845"/>
                </a:cubicBezTo>
                <a:cubicBezTo>
                  <a:pt x="11871308" y="174845"/>
                  <a:pt x="11871308" y="59456"/>
                  <a:pt x="11871308" y="59456"/>
                </a:cubicBezTo>
                <a:cubicBezTo>
                  <a:pt x="11871308" y="53041"/>
                  <a:pt x="11866236" y="47913"/>
                  <a:pt x="11859876" y="47913"/>
                </a:cubicBezTo>
                <a:close/>
                <a:moveTo>
                  <a:pt x="255296" y="41048"/>
                </a:moveTo>
                <a:lnTo>
                  <a:pt x="295073" y="41048"/>
                </a:lnTo>
                <a:lnTo>
                  <a:pt x="295073" y="215371"/>
                </a:lnTo>
                <a:lnTo>
                  <a:pt x="255296" y="215371"/>
                </a:lnTo>
                <a:close/>
                <a:moveTo>
                  <a:pt x="11593170" y="22513"/>
                </a:moveTo>
                <a:lnTo>
                  <a:pt x="11870162" y="22513"/>
                </a:lnTo>
                <a:cubicBezTo>
                  <a:pt x="11889178" y="22513"/>
                  <a:pt x="11904760" y="38052"/>
                  <a:pt x="11904760" y="57146"/>
                </a:cubicBezTo>
                <a:lnTo>
                  <a:pt x="11904760" y="68634"/>
                </a:lnTo>
                <a:cubicBezTo>
                  <a:pt x="11904760" y="68634"/>
                  <a:pt x="11950874" y="68634"/>
                  <a:pt x="11950874" y="68634"/>
                </a:cubicBezTo>
                <a:lnTo>
                  <a:pt x="11950874" y="160952"/>
                </a:lnTo>
                <a:lnTo>
                  <a:pt x="11904760" y="160952"/>
                </a:lnTo>
                <a:lnTo>
                  <a:pt x="11904760" y="172534"/>
                </a:lnTo>
                <a:cubicBezTo>
                  <a:pt x="11904760" y="191594"/>
                  <a:pt x="11889178" y="207133"/>
                  <a:pt x="11870162" y="207133"/>
                </a:cubicBezTo>
                <a:lnTo>
                  <a:pt x="11593170" y="207133"/>
                </a:lnTo>
                <a:cubicBezTo>
                  <a:pt x="11574028" y="207133"/>
                  <a:pt x="11558572" y="191594"/>
                  <a:pt x="11558572" y="172534"/>
                </a:cubicBezTo>
                <a:lnTo>
                  <a:pt x="11558572" y="57146"/>
                </a:lnTo>
                <a:cubicBezTo>
                  <a:pt x="11558572" y="38052"/>
                  <a:pt x="11574028" y="22513"/>
                  <a:pt x="11593170" y="22513"/>
                </a:cubicBezTo>
                <a:close/>
                <a:moveTo>
                  <a:pt x="337485" y="0"/>
                </a:moveTo>
                <a:lnTo>
                  <a:pt x="383307" y="0"/>
                </a:lnTo>
                <a:lnTo>
                  <a:pt x="383307" y="215371"/>
                </a:lnTo>
                <a:lnTo>
                  <a:pt x="337485" y="215371"/>
                </a:lnTo>
                <a:close/>
              </a:path>
            </a:pathLst>
          </a:cu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9" name="Google Shape;1969;p222"/>
          <p:cNvSpPr/>
          <p:nvPr/>
        </p:nvSpPr>
        <p:spPr>
          <a:xfrm>
            <a:off x="6020120" y="1728378"/>
            <a:ext cx="91392" cy="91369"/>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gradFill>
            <a:gsLst>
              <a:gs pos="0">
                <a:srgbClr val="464646"/>
              </a:gs>
              <a:gs pos="92000">
                <a:srgbClr val="060606"/>
              </a:gs>
              <a:gs pos="100000">
                <a:srgbClr val="060606"/>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0" name="Google Shape;1970;p222"/>
          <p:cNvSpPr/>
          <p:nvPr/>
        </p:nvSpPr>
        <p:spPr>
          <a:xfrm>
            <a:off x="6058490" y="1766748"/>
            <a:ext cx="22469" cy="22464"/>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solidFill>
            <a:srgbClr val="55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1" name="Google Shape;1971;p222"/>
          <p:cNvSpPr/>
          <p:nvPr/>
        </p:nvSpPr>
        <p:spPr>
          <a:xfrm>
            <a:off x="5922062" y="1753958"/>
            <a:ext cx="44605" cy="44606"/>
          </a:xfrm>
          <a:custGeom>
            <a:rect b="b" l="l" r="r" t="t"/>
            <a:pathLst>
              <a:path extrusionOk="0" h="21600" w="21600">
                <a:moveTo>
                  <a:pt x="21600" y="10798"/>
                </a:moveTo>
                <a:cubicBezTo>
                  <a:pt x="21600" y="16757"/>
                  <a:pt x="16773" y="21600"/>
                  <a:pt x="10797" y="21600"/>
                </a:cubicBezTo>
                <a:cubicBezTo>
                  <a:pt x="4795" y="21600"/>
                  <a:pt x="0" y="16757"/>
                  <a:pt x="0" y="10798"/>
                </a:cubicBezTo>
                <a:cubicBezTo>
                  <a:pt x="0" y="4826"/>
                  <a:pt x="4795" y="0"/>
                  <a:pt x="10797" y="0"/>
                </a:cubicBezTo>
                <a:cubicBezTo>
                  <a:pt x="16773" y="0"/>
                  <a:pt x="21600" y="4826"/>
                  <a:pt x="21600" y="10798"/>
                </a:cubicBezTo>
                <a:close/>
              </a:path>
            </a:pathLst>
          </a:custGeom>
          <a:solidFill>
            <a:srgbClr val="BEBFC2"/>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2" name="Google Shape;1972;p222"/>
          <p:cNvSpPr/>
          <p:nvPr>
            <p:ph idx="2" type="pic"/>
          </p:nvPr>
        </p:nvSpPr>
        <p:spPr>
          <a:xfrm>
            <a:off x="4027511" y="2190585"/>
            <a:ext cx="4136979" cy="4667416"/>
          </a:xfrm>
          <a:prstGeom prst="rect">
            <a:avLst/>
          </a:prstGeom>
          <a:no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pad white">
  <p:cSld name="big ipad white">
    <p:bg>
      <p:bgPr>
        <a:solidFill>
          <a:schemeClr val="lt2"/>
        </a:solidFill>
      </p:bgPr>
    </p:bg>
    <p:spTree>
      <p:nvGrpSpPr>
        <p:cNvPr id="1973" name="Shape 1973"/>
        <p:cNvGrpSpPr/>
        <p:nvPr/>
      </p:nvGrpSpPr>
      <p:grpSpPr>
        <a:xfrm>
          <a:off x="0" y="0"/>
          <a:ext cx="0" cy="0"/>
          <a:chOff x="0" y="0"/>
          <a:chExt cx="0" cy="0"/>
        </a:xfrm>
      </p:grpSpPr>
      <p:grpSp>
        <p:nvGrpSpPr>
          <p:cNvPr id="1974" name="Google Shape;1974;p223"/>
          <p:cNvGrpSpPr/>
          <p:nvPr/>
        </p:nvGrpSpPr>
        <p:grpSpPr>
          <a:xfrm>
            <a:off x="0" y="6766560"/>
            <a:ext cx="12192000" cy="91440"/>
            <a:chOff x="0" y="4480421"/>
            <a:chExt cx="12192000" cy="91440"/>
          </a:xfrm>
        </p:grpSpPr>
        <p:sp>
          <p:nvSpPr>
            <p:cNvPr id="1975" name="Google Shape;1975;p223"/>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6" name="Google Shape;1976;p223"/>
            <p:cNvSpPr/>
            <p:nvPr/>
          </p:nvSpPr>
          <p:spPr>
            <a:xfrm>
              <a:off x="2439924" y="4480421"/>
              <a:ext cx="2439924"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7" name="Google Shape;1977;p223"/>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8" name="Google Shape;1978;p223"/>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9" name="Google Shape;1979;p223"/>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980" name="Google Shape;1980;p223"/>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1" name="Google Shape;1981;p223"/>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2" name="Google Shape;1982;p223"/>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3" name="Google Shape;1983;p223"/>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4" name="Google Shape;1984;p22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576973"/>
                </a:solidFill>
                <a:latin typeface="Calibri"/>
                <a:ea typeface="Calibri"/>
                <a:cs typeface="Calibri"/>
                <a:sym typeface="Calibri"/>
              </a:defRPr>
            </a:lvl1pPr>
            <a:lvl2pPr indent="0" lvl="1" marL="0" algn="r">
              <a:spcBef>
                <a:spcPts val="0"/>
              </a:spcBef>
              <a:buNone/>
              <a:defRPr sz="1200">
                <a:solidFill>
                  <a:srgbClr val="576973"/>
                </a:solidFill>
                <a:latin typeface="Calibri"/>
                <a:ea typeface="Calibri"/>
                <a:cs typeface="Calibri"/>
                <a:sym typeface="Calibri"/>
              </a:defRPr>
            </a:lvl2pPr>
            <a:lvl3pPr indent="0" lvl="2" marL="0" algn="r">
              <a:spcBef>
                <a:spcPts val="0"/>
              </a:spcBef>
              <a:buNone/>
              <a:defRPr sz="1200">
                <a:solidFill>
                  <a:srgbClr val="576973"/>
                </a:solidFill>
                <a:latin typeface="Calibri"/>
                <a:ea typeface="Calibri"/>
                <a:cs typeface="Calibri"/>
                <a:sym typeface="Calibri"/>
              </a:defRPr>
            </a:lvl3pPr>
            <a:lvl4pPr indent="0" lvl="3" marL="0" algn="r">
              <a:spcBef>
                <a:spcPts val="0"/>
              </a:spcBef>
              <a:buNone/>
              <a:defRPr sz="1200">
                <a:solidFill>
                  <a:srgbClr val="576973"/>
                </a:solidFill>
                <a:latin typeface="Calibri"/>
                <a:ea typeface="Calibri"/>
                <a:cs typeface="Calibri"/>
                <a:sym typeface="Calibri"/>
              </a:defRPr>
            </a:lvl4pPr>
            <a:lvl5pPr indent="0" lvl="4" marL="0" algn="r">
              <a:spcBef>
                <a:spcPts val="0"/>
              </a:spcBef>
              <a:buNone/>
              <a:defRPr sz="1200">
                <a:solidFill>
                  <a:srgbClr val="576973"/>
                </a:solidFill>
                <a:latin typeface="Calibri"/>
                <a:ea typeface="Calibri"/>
                <a:cs typeface="Calibri"/>
                <a:sym typeface="Calibri"/>
              </a:defRPr>
            </a:lvl5pPr>
            <a:lvl6pPr indent="0" lvl="5" marL="0" algn="r">
              <a:spcBef>
                <a:spcPts val="0"/>
              </a:spcBef>
              <a:buNone/>
              <a:defRPr sz="1200">
                <a:solidFill>
                  <a:srgbClr val="576973"/>
                </a:solidFill>
                <a:latin typeface="Calibri"/>
                <a:ea typeface="Calibri"/>
                <a:cs typeface="Calibri"/>
                <a:sym typeface="Calibri"/>
              </a:defRPr>
            </a:lvl6pPr>
            <a:lvl7pPr indent="0" lvl="6" marL="0" algn="r">
              <a:spcBef>
                <a:spcPts val="0"/>
              </a:spcBef>
              <a:buNone/>
              <a:defRPr sz="1200">
                <a:solidFill>
                  <a:srgbClr val="576973"/>
                </a:solidFill>
                <a:latin typeface="Calibri"/>
                <a:ea typeface="Calibri"/>
                <a:cs typeface="Calibri"/>
                <a:sym typeface="Calibri"/>
              </a:defRPr>
            </a:lvl7pPr>
            <a:lvl8pPr indent="0" lvl="7" marL="0" algn="r">
              <a:spcBef>
                <a:spcPts val="0"/>
              </a:spcBef>
              <a:buNone/>
              <a:defRPr sz="1200">
                <a:solidFill>
                  <a:srgbClr val="576973"/>
                </a:solidFill>
                <a:latin typeface="Calibri"/>
                <a:ea typeface="Calibri"/>
                <a:cs typeface="Calibri"/>
                <a:sym typeface="Calibri"/>
              </a:defRPr>
            </a:lvl8pPr>
            <a:lvl9pPr indent="0" lvl="8" marL="0" algn="r">
              <a:spcBef>
                <a:spcPts val="0"/>
              </a:spcBef>
              <a:buNone/>
              <a:defRPr sz="1200">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985" name="Google Shape;1985;p223"/>
          <p:cNvSpPr/>
          <p:nvPr/>
        </p:nvSpPr>
        <p:spPr>
          <a:xfrm>
            <a:off x="3479144" y="1425678"/>
            <a:ext cx="5233713" cy="5432322"/>
          </a:xfrm>
          <a:custGeom>
            <a:rect b="b" l="l" r="r" t="t"/>
            <a:pathLst>
              <a:path extrusionOk="0" h="5432322" w="5233713">
                <a:moveTo>
                  <a:pt x="257082" y="0"/>
                </a:moveTo>
                <a:lnTo>
                  <a:pt x="4976631" y="0"/>
                </a:lnTo>
                <a:cubicBezTo>
                  <a:pt x="5118378" y="0"/>
                  <a:pt x="5233713" y="115379"/>
                  <a:pt x="5233713" y="256922"/>
                </a:cubicBezTo>
                <a:lnTo>
                  <a:pt x="5233713" y="5432322"/>
                </a:lnTo>
                <a:lnTo>
                  <a:pt x="4685385" y="5432322"/>
                </a:lnTo>
                <a:lnTo>
                  <a:pt x="4685385" y="5304411"/>
                </a:lnTo>
                <a:cubicBezTo>
                  <a:pt x="4685385" y="3747066"/>
                  <a:pt x="4685385" y="632376"/>
                  <a:pt x="4685385" y="632376"/>
                </a:cubicBezTo>
                <a:lnTo>
                  <a:pt x="548329" y="632376"/>
                </a:lnTo>
                <a:lnTo>
                  <a:pt x="548329" y="5432322"/>
                </a:lnTo>
                <a:lnTo>
                  <a:pt x="0" y="5432322"/>
                </a:lnTo>
                <a:lnTo>
                  <a:pt x="0" y="256922"/>
                </a:lnTo>
                <a:cubicBezTo>
                  <a:pt x="0" y="115379"/>
                  <a:pt x="115336" y="0"/>
                  <a:pt x="257082" y="0"/>
                </a:cubicBezTo>
                <a:close/>
              </a:path>
            </a:pathLst>
          </a:custGeom>
          <a:solidFill>
            <a:srgbClr val="E4E4E4"/>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3000">
              <a:solidFill>
                <a:srgbClr val="FFFFFF"/>
              </a:solidFill>
              <a:latin typeface="Calibri"/>
              <a:ea typeface="Calibri"/>
              <a:cs typeface="Calibri"/>
              <a:sym typeface="Calibri"/>
            </a:endParaRPr>
          </a:p>
        </p:txBody>
      </p:sp>
      <p:sp>
        <p:nvSpPr>
          <p:cNvPr id="1986" name="Google Shape;1986;p223"/>
          <p:cNvSpPr/>
          <p:nvPr/>
        </p:nvSpPr>
        <p:spPr>
          <a:xfrm>
            <a:off x="3496198" y="1442732"/>
            <a:ext cx="5196771" cy="5415268"/>
          </a:xfrm>
          <a:custGeom>
            <a:rect b="b" l="l" r="r" t="t"/>
            <a:pathLst>
              <a:path extrusionOk="0" h="5415268" w="5196771">
                <a:moveTo>
                  <a:pt x="238426" y="0"/>
                </a:moveTo>
                <a:lnTo>
                  <a:pt x="4958345" y="0"/>
                </a:lnTo>
                <a:cubicBezTo>
                  <a:pt x="5089708" y="0"/>
                  <a:pt x="5196771" y="106915"/>
                  <a:pt x="5196771" y="238598"/>
                </a:cubicBezTo>
                <a:lnTo>
                  <a:pt x="5196771" y="5415268"/>
                </a:lnTo>
                <a:lnTo>
                  <a:pt x="4685274" y="5415268"/>
                </a:lnTo>
                <a:lnTo>
                  <a:pt x="4685274" y="595710"/>
                </a:lnTo>
                <a:lnTo>
                  <a:pt x="511497" y="595710"/>
                </a:lnTo>
                <a:cubicBezTo>
                  <a:pt x="511497" y="595710"/>
                  <a:pt x="511497" y="3731067"/>
                  <a:pt x="511497" y="5298746"/>
                </a:cubicBezTo>
                <a:lnTo>
                  <a:pt x="511497" y="5415268"/>
                </a:lnTo>
                <a:lnTo>
                  <a:pt x="0" y="5415268"/>
                </a:lnTo>
                <a:lnTo>
                  <a:pt x="0" y="238598"/>
                </a:lnTo>
                <a:cubicBezTo>
                  <a:pt x="0" y="106915"/>
                  <a:pt x="107063" y="0"/>
                  <a:pt x="238426" y="0"/>
                </a:cubicBezTo>
                <a:close/>
              </a:path>
            </a:pathLst>
          </a:custGeom>
          <a:solidFill>
            <a:srgbClr val="FDFDFF"/>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7" name="Google Shape;1987;p223"/>
          <p:cNvSpPr/>
          <p:nvPr/>
        </p:nvSpPr>
        <p:spPr>
          <a:xfrm>
            <a:off x="3513251" y="1459786"/>
            <a:ext cx="5164406" cy="5398215"/>
          </a:xfrm>
          <a:custGeom>
            <a:rect b="b" l="l" r="r" t="t"/>
            <a:pathLst>
              <a:path extrusionOk="0" h="5398215" w="5164406">
                <a:moveTo>
                  <a:pt x="222357" y="0"/>
                </a:moveTo>
                <a:lnTo>
                  <a:pt x="4942049" y="0"/>
                </a:lnTo>
                <a:cubicBezTo>
                  <a:pt x="5064465" y="0"/>
                  <a:pt x="5164406" y="100163"/>
                  <a:pt x="5164406" y="222168"/>
                </a:cubicBezTo>
                <a:lnTo>
                  <a:pt x="5164406" y="5398215"/>
                </a:lnTo>
                <a:lnTo>
                  <a:pt x="4650596" y="5398215"/>
                </a:lnTo>
                <a:lnTo>
                  <a:pt x="4650596" y="5269727"/>
                </a:lnTo>
                <a:cubicBezTo>
                  <a:pt x="4650596" y="3712436"/>
                  <a:pt x="4650596" y="597856"/>
                  <a:pt x="4650596" y="597856"/>
                </a:cubicBezTo>
                <a:lnTo>
                  <a:pt x="513811" y="597856"/>
                </a:lnTo>
                <a:lnTo>
                  <a:pt x="513811" y="5398215"/>
                </a:lnTo>
                <a:lnTo>
                  <a:pt x="0" y="5398215"/>
                </a:lnTo>
                <a:lnTo>
                  <a:pt x="0" y="222168"/>
                </a:lnTo>
                <a:cubicBezTo>
                  <a:pt x="0" y="100163"/>
                  <a:pt x="100180" y="0"/>
                  <a:pt x="222357" y="0"/>
                </a:cubicBezTo>
                <a:close/>
              </a:path>
            </a:pathLst>
          </a:custGeom>
          <a:gradFill>
            <a:gsLst>
              <a:gs pos="0">
                <a:srgbClr val="D0D7DB"/>
              </a:gs>
              <a:gs pos="38000">
                <a:srgbClr val="F0F2F5"/>
              </a:gs>
              <a:gs pos="85000">
                <a:srgbClr val="FEFEFE"/>
              </a:gs>
              <a:gs pos="100000">
                <a:srgbClr val="FEFEFE"/>
              </a:gs>
            </a:gsLst>
            <a:lin ang="18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3000">
              <a:solidFill>
                <a:srgbClr val="FFFFFF"/>
              </a:solidFill>
              <a:latin typeface="Calibri"/>
              <a:ea typeface="Calibri"/>
              <a:cs typeface="Calibri"/>
              <a:sym typeface="Calibri"/>
            </a:endParaRPr>
          </a:p>
        </p:txBody>
      </p:sp>
      <p:sp>
        <p:nvSpPr>
          <p:cNvPr id="1988" name="Google Shape;1988;p223"/>
          <p:cNvSpPr/>
          <p:nvPr/>
        </p:nvSpPr>
        <p:spPr>
          <a:xfrm>
            <a:off x="4544990" y="1425678"/>
            <a:ext cx="3207861" cy="30117"/>
          </a:xfrm>
          <a:custGeom>
            <a:rect b="b" l="l" r="r" t="t"/>
            <a:pathLst>
              <a:path extrusionOk="0" h="21600" w="21600">
                <a:moveTo>
                  <a:pt x="21600" y="21600"/>
                </a:moveTo>
                <a:lnTo>
                  <a:pt x="0" y="21600"/>
                </a:lnTo>
                <a:lnTo>
                  <a:pt x="0" y="0"/>
                </a:lnTo>
                <a:lnTo>
                  <a:pt x="21600" y="0"/>
                </a:lnTo>
                <a:cubicBezTo>
                  <a:pt x="21600" y="0"/>
                  <a:pt x="21600" y="21600"/>
                  <a:pt x="21600" y="21600"/>
                </a:cubicBezTo>
                <a:close/>
              </a:path>
            </a:pathLst>
          </a:custGeom>
          <a:solidFill>
            <a:srgbClr val="9B9B9B"/>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3000">
              <a:solidFill>
                <a:srgbClr val="FFFFFF"/>
              </a:solidFill>
              <a:latin typeface="Calibri"/>
              <a:ea typeface="Calibri"/>
              <a:cs typeface="Calibri"/>
              <a:sym typeface="Calibri"/>
            </a:endParaRPr>
          </a:p>
        </p:txBody>
      </p:sp>
      <p:sp>
        <p:nvSpPr>
          <p:cNvPr id="1989" name="Google Shape;1989;p223"/>
          <p:cNvSpPr/>
          <p:nvPr/>
        </p:nvSpPr>
        <p:spPr>
          <a:xfrm>
            <a:off x="4029120" y="2056658"/>
            <a:ext cx="4136977" cy="135531"/>
          </a:xfrm>
          <a:custGeom>
            <a:rect b="b" l="l" r="r" t="t"/>
            <a:pathLst>
              <a:path extrusionOk="0" h="21600" w="21600">
                <a:moveTo>
                  <a:pt x="0" y="21600"/>
                </a:moveTo>
                <a:lnTo>
                  <a:pt x="21600" y="21600"/>
                </a:lnTo>
                <a:lnTo>
                  <a:pt x="21600" y="0"/>
                </a:lnTo>
                <a:lnTo>
                  <a:pt x="0" y="0"/>
                </a:lnTo>
                <a:cubicBezTo>
                  <a:pt x="0" y="0"/>
                  <a:pt x="0" y="21600"/>
                  <a:pt x="0" y="21600"/>
                </a:cubicBezTo>
                <a:close/>
              </a:path>
            </a:pathLst>
          </a:custGeom>
          <a:gradFill>
            <a:gsLst>
              <a:gs pos="0">
                <a:srgbClr val="000000"/>
              </a:gs>
              <a:gs pos="38000">
                <a:srgbClr val="292A2E"/>
              </a:gs>
              <a:gs pos="85000">
                <a:srgbClr val="46474B"/>
              </a:gs>
              <a:gs pos="100000">
                <a:srgbClr val="46474B"/>
              </a:gs>
            </a:gsLst>
            <a:lin ang="180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0" name="Google Shape;1990;p223"/>
          <p:cNvSpPr/>
          <p:nvPr/>
        </p:nvSpPr>
        <p:spPr>
          <a:xfrm>
            <a:off x="4092543" y="2087471"/>
            <a:ext cx="4011901" cy="72300"/>
          </a:xfrm>
          <a:custGeom>
            <a:rect b="b" l="l" r="r" t="t"/>
            <a:pathLst>
              <a:path extrusionOk="0" h="215371" w="11950874">
                <a:moveTo>
                  <a:pt x="0" y="122970"/>
                </a:moveTo>
                <a:lnTo>
                  <a:pt x="42687" y="122970"/>
                </a:lnTo>
                <a:lnTo>
                  <a:pt x="42687" y="215370"/>
                </a:lnTo>
                <a:lnTo>
                  <a:pt x="0" y="215370"/>
                </a:lnTo>
                <a:close/>
                <a:moveTo>
                  <a:pt x="11901472" y="98713"/>
                </a:moveTo>
                <a:lnTo>
                  <a:pt x="11901472" y="144861"/>
                </a:lnTo>
                <a:lnTo>
                  <a:pt x="11924532" y="144861"/>
                </a:lnTo>
                <a:cubicBezTo>
                  <a:pt x="11924532" y="144861"/>
                  <a:pt x="11924532" y="98713"/>
                  <a:pt x="11924532" y="98713"/>
                </a:cubicBezTo>
                <a:close/>
                <a:moveTo>
                  <a:pt x="167288" y="75541"/>
                </a:moveTo>
                <a:lnTo>
                  <a:pt x="212884" y="75541"/>
                </a:lnTo>
                <a:lnTo>
                  <a:pt x="212884" y="215370"/>
                </a:lnTo>
                <a:lnTo>
                  <a:pt x="167288" y="215370"/>
                </a:lnTo>
                <a:close/>
                <a:moveTo>
                  <a:pt x="85099" y="75541"/>
                </a:moveTo>
                <a:lnTo>
                  <a:pt x="124876" y="75541"/>
                </a:lnTo>
                <a:lnTo>
                  <a:pt x="124876" y="215371"/>
                </a:lnTo>
                <a:lnTo>
                  <a:pt x="85099" y="215371"/>
                </a:lnTo>
                <a:close/>
                <a:moveTo>
                  <a:pt x="11582912" y="47913"/>
                </a:moveTo>
                <a:cubicBezTo>
                  <a:pt x="11576550" y="47913"/>
                  <a:pt x="11571272" y="53041"/>
                  <a:pt x="11571272" y="59456"/>
                </a:cubicBezTo>
                <a:lnTo>
                  <a:pt x="11571272" y="174845"/>
                </a:lnTo>
                <a:cubicBezTo>
                  <a:pt x="11571272" y="181196"/>
                  <a:pt x="11576550" y="186356"/>
                  <a:pt x="11582912" y="186356"/>
                </a:cubicBezTo>
                <a:lnTo>
                  <a:pt x="11859876" y="186356"/>
                </a:lnTo>
                <a:cubicBezTo>
                  <a:pt x="11866236" y="186356"/>
                  <a:pt x="11871308" y="181196"/>
                  <a:pt x="11871308" y="174845"/>
                </a:cubicBezTo>
                <a:cubicBezTo>
                  <a:pt x="11871308" y="174845"/>
                  <a:pt x="11871308" y="59456"/>
                  <a:pt x="11871308" y="59456"/>
                </a:cubicBezTo>
                <a:cubicBezTo>
                  <a:pt x="11871308" y="53041"/>
                  <a:pt x="11866236" y="47913"/>
                  <a:pt x="11859876" y="47913"/>
                </a:cubicBezTo>
                <a:close/>
                <a:moveTo>
                  <a:pt x="255296" y="41048"/>
                </a:moveTo>
                <a:lnTo>
                  <a:pt x="295073" y="41048"/>
                </a:lnTo>
                <a:lnTo>
                  <a:pt x="295073" y="215371"/>
                </a:lnTo>
                <a:lnTo>
                  <a:pt x="255296" y="215371"/>
                </a:lnTo>
                <a:close/>
                <a:moveTo>
                  <a:pt x="11593170" y="22513"/>
                </a:moveTo>
                <a:lnTo>
                  <a:pt x="11870162" y="22513"/>
                </a:lnTo>
                <a:cubicBezTo>
                  <a:pt x="11889178" y="22513"/>
                  <a:pt x="11904760" y="38052"/>
                  <a:pt x="11904760" y="57146"/>
                </a:cubicBezTo>
                <a:lnTo>
                  <a:pt x="11904760" y="68634"/>
                </a:lnTo>
                <a:cubicBezTo>
                  <a:pt x="11904760" y="68634"/>
                  <a:pt x="11950874" y="68634"/>
                  <a:pt x="11950874" y="68634"/>
                </a:cubicBezTo>
                <a:lnTo>
                  <a:pt x="11950874" y="160952"/>
                </a:lnTo>
                <a:lnTo>
                  <a:pt x="11904760" y="160952"/>
                </a:lnTo>
                <a:lnTo>
                  <a:pt x="11904760" y="172534"/>
                </a:lnTo>
                <a:cubicBezTo>
                  <a:pt x="11904760" y="191594"/>
                  <a:pt x="11889178" y="207133"/>
                  <a:pt x="11870162" y="207133"/>
                </a:cubicBezTo>
                <a:lnTo>
                  <a:pt x="11593170" y="207133"/>
                </a:lnTo>
                <a:cubicBezTo>
                  <a:pt x="11574028" y="207133"/>
                  <a:pt x="11558572" y="191594"/>
                  <a:pt x="11558572" y="172534"/>
                </a:cubicBezTo>
                <a:lnTo>
                  <a:pt x="11558572" y="57146"/>
                </a:lnTo>
                <a:cubicBezTo>
                  <a:pt x="11558572" y="38052"/>
                  <a:pt x="11574028" y="22513"/>
                  <a:pt x="11593170" y="22513"/>
                </a:cubicBezTo>
                <a:close/>
                <a:moveTo>
                  <a:pt x="337485" y="0"/>
                </a:moveTo>
                <a:lnTo>
                  <a:pt x="383307" y="0"/>
                </a:lnTo>
                <a:lnTo>
                  <a:pt x="383307" y="215371"/>
                </a:lnTo>
                <a:lnTo>
                  <a:pt x="337485" y="215371"/>
                </a:lnTo>
                <a:close/>
              </a:path>
            </a:pathLst>
          </a:cu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1" name="Google Shape;1991;p223"/>
          <p:cNvSpPr/>
          <p:nvPr/>
        </p:nvSpPr>
        <p:spPr>
          <a:xfrm>
            <a:off x="6020120" y="1728378"/>
            <a:ext cx="91392" cy="91369"/>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gradFill>
            <a:gsLst>
              <a:gs pos="0">
                <a:srgbClr val="464646"/>
              </a:gs>
              <a:gs pos="92000">
                <a:srgbClr val="060606"/>
              </a:gs>
              <a:gs pos="100000">
                <a:srgbClr val="060606"/>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2" name="Google Shape;1992;p223"/>
          <p:cNvSpPr/>
          <p:nvPr/>
        </p:nvSpPr>
        <p:spPr>
          <a:xfrm>
            <a:off x="6058490" y="1766748"/>
            <a:ext cx="22469" cy="22464"/>
          </a:xfrm>
          <a:custGeom>
            <a:rect b="b" l="l" r="r" t="t"/>
            <a:pathLst>
              <a:path extrusionOk="0" h="21600" w="2160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solidFill>
            <a:srgbClr val="55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3" name="Google Shape;1993;p223"/>
          <p:cNvSpPr/>
          <p:nvPr/>
        </p:nvSpPr>
        <p:spPr>
          <a:xfrm>
            <a:off x="5922062" y="1753958"/>
            <a:ext cx="44605" cy="44606"/>
          </a:xfrm>
          <a:custGeom>
            <a:rect b="b" l="l" r="r" t="t"/>
            <a:pathLst>
              <a:path extrusionOk="0" h="21600" w="21600">
                <a:moveTo>
                  <a:pt x="21600" y="10798"/>
                </a:moveTo>
                <a:cubicBezTo>
                  <a:pt x="21600" y="16757"/>
                  <a:pt x="16773" y="21600"/>
                  <a:pt x="10797" y="21600"/>
                </a:cubicBezTo>
                <a:cubicBezTo>
                  <a:pt x="4795" y="21600"/>
                  <a:pt x="0" y="16757"/>
                  <a:pt x="0" y="10798"/>
                </a:cubicBezTo>
                <a:cubicBezTo>
                  <a:pt x="0" y="4826"/>
                  <a:pt x="4795" y="0"/>
                  <a:pt x="10797" y="0"/>
                </a:cubicBezTo>
                <a:cubicBezTo>
                  <a:pt x="16773" y="0"/>
                  <a:pt x="21600" y="4826"/>
                  <a:pt x="21600" y="10798"/>
                </a:cubicBezTo>
                <a:close/>
              </a:path>
            </a:pathLst>
          </a:custGeom>
          <a:solidFill>
            <a:srgbClr val="BEBFC2"/>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4" name="Google Shape;1994;p223"/>
          <p:cNvSpPr/>
          <p:nvPr>
            <p:ph idx="2" type="pic"/>
          </p:nvPr>
        </p:nvSpPr>
        <p:spPr>
          <a:xfrm>
            <a:off x="4027511" y="2190585"/>
            <a:ext cx="4136979" cy="4667416"/>
          </a:xfrm>
          <a:prstGeom prst="rect">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high left">
  <p:cSld name="Section Header high left">
    <p:spTree>
      <p:nvGrpSpPr>
        <p:cNvPr id="1995" name="Shape 1995"/>
        <p:cNvGrpSpPr/>
        <p:nvPr/>
      </p:nvGrpSpPr>
      <p:grpSpPr>
        <a:xfrm>
          <a:off x="0" y="0"/>
          <a:ext cx="0" cy="0"/>
          <a:chOff x="0" y="0"/>
          <a:chExt cx="0" cy="0"/>
        </a:xfrm>
      </p:grpSpPr>
      <p:sp>
        <p:nvSpPr>
          <p:cNvPr id="1996" name="Google Shape;1996;p2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7" name="Google Shape;1997;p2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8" name="Google Shape;1998;p2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99" name="Google Shape;1999;p224"/>
          <p:cNvSpPr/>
          <p:nvPr>
            <p:ph idx="2" type="pic"/>
          </p:nvPr>
        </p:nvSpPr>
        <p:spPr>
          <a:xfrm>
            <a:off x="0" y="0"/>
            <a:ext cx="12192000" cy="6858000"/>
          </a:xfrm>
          <a:prstGeom prst="rect">
            <a:avLst/>
          </a:prstGeom>
          <a:noFill/>
          <a:ln>
            <a:noFill/>
          </a:ln>
        </p:spPr>
      </p:sp>
      <p:sp>
        <p:nvSpPr>
          <p:cNvPr id="2000" name="Google Shape;2000;p224"/>
          <p:cNvSpPr txBox="1"/>
          <p:nvPr>
            <p:ph type="title"/>
          </p:nvPr>
        </p:nvSpPr>
        <p:spPr>
          <a:xfrm>
            <a:off x="342900" y="420688"/>
            <a:ext cx="4572000" cy="2852737"/>
          </a:xfrm>
          <a:prstGeom prst="rect">
            <a:avLst/>
          </a:prstGeom>
          <a:solidFill>
            <a:schemeClr val="lt1">
              <a:alpha val="29803"/>
            </a:schemeClr>
          </a:solidFill>
          <a:ln>
            <a:noFill/>
          </a:ln>
        </p:spPr>
        <p:txBody>
          <a:bodyPr anchorCtr="0" anchor="ctr" bIns="182875" lIns="274300" spcFirstLastPara="1" rIns="274300" wrap="square" tIns="91425">
            <a:normAutofit/>
          </a:bodyPr>
          <a:lstStyle>
            <a:lvl1pPr lvl="0" algn="ctr">
              <a:lnSpc>
                <a:spcPct val="90000"/>
              </a:lnSpc>
              <a:spcBef>
                <a:spcPts val="0"/>
              </a:spcBef>
              <a:spcAft>
                <a:spcPts val="0"/>
              </a:spcAft>
              <a:buClr>
                <a:srgbClr val="324D5E"/>
              </a:buClr>
              <a:buSzPts val="6000"/>
              <a:buFont typeface="Calibri"/>
              <a:buNone/>
              <a:defRPr b="1" sz="6000">
                <a:solidFill>
                  <a:srgbClr val="324D5E"/>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1" name="Google Shape;2001;p224"/>
          <p:cNvSpPr txBox="1"/>
          <p:nvPr>
            <p:ph idx="1" type="body"/>
          </p:nvPr>
        </p:nvSpPr>
        <p:spPr>
          <a:xfrm>
            <a:off x="342900" y="3273425"/>
            <a:ext cx="4572000" cy="942975"/>
          </a:xfrm>
          <a:prstGeom prst="rect">
            <a:avLst/>
          </a:prstGeom>
          <a:solidFill>
            <a:schemeClr val="lt1">
              <a:alpha val="49803"/>
            </a:schemeClr>
          </a:solidFill>
          <a:ln>
            <a:noFill/>
          </a:ln>
        </p:spPr>
        <p:txBody>
          <a:bodyPr anchorCtr="0" anchor="ctr" bIns="182875" lIns="274300" spcFirstLastPara="1" rIns="274300" wrap="square" tIns="91425">
            <a:normAutofit/>
          </a:bodyPr>
          <a:lstStyle>
            <a:lvl1pPr indent="-228600" lvl="0" marL="457200" algn="ctr">
              <a:lnSpc>
                <a:spcPct val="90000"/>
              </a:lnSpc>
              <a:spcBef>
                <a:spcPts val="1000"/>
              </a:spcBef>
              <a:spcAft>
                <a:spcPts val="0"/>
              </a:spcAft>
              <a:buClr>
                <a:srgbClr val="8C9CA6"/>
              </a:buClr>
              <a:buSzPts val="2400"/>
              <a:buNone/>
              <a:defRPr sz="2400">
                <a:solidFill>
                  <a:srgbClr val="8C9CA6"/>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ottom left">
  <p:cSld name="Section Header bottom left">
    <p:spTree>
      <p:nvGrpSpPr>
        <p:cNvPr id="2002" name="Shape 2002"/>
        <p:cNvGrpSpPr/>
        <p:nvPr/>
      </p:nvGrpSpPr>
      <p:grpSpPr>
        <a:xfrm>
          <a:off x="0" y="0"/>
          <a:ext cx="0" cy="0"/>
          <a:chOff x="0" y="0"/>
          <a:chExt cx="0" cy="0"/>
        </a:xfrm>
      </p:grpSpPr>
      <p:sp>
        <p:nvSpPr>
          <p:cNvPr id="2003" name="Google Shape;2003;p2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4" name="Google Shape;2004;p2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5" name="Google Shape;2005;p2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06" name="Google Shape;2006;p225"/>
          <p:cNvSpPr/>
          <p:nvPr>
            <p:ph idx="2" type="pic"/>
          </p:nvPr>
        </p:nvSpPr>
        <p:spPr>
          <a:xfrm>
            <a:off x="0" y="0"/>
            <a:ext cx="12192000" cy="6858000"/>
          </a:xfrm>
          <a:prstGeom prst="rect">
            <a:avLst/>
          </a:prstGeom>
          <a:noFill/>
          <a:ln>
            <a:noFill/>
          </a:ln>
        </p:spPr>
      </p:sp>
      <p:sp>
        <p:nvSpPr>
          <p:cNvPr id="2007" name="Google Shape;2007;p225"/>
          <p:cNvSpPr txBox="1"/>
          <p:nvPr>
            <p:ph idx="1" type="body"/>
          </p:nvPr>
        </p:nvSpPr>
        <p:spPr>
          <a:xfrm>
            <a:off x="342900" y="5413375"/>
            <a:ext cx="4572000" cy="942975"/>
          </a:xfrm>
          <a:prstGeom prst="rect">
            <a:avLst/>
          </a:prstGeom>
          <a:solidFill>
            <a:schemeClr val="lt1">
              <a:alpha val="49803"/>
            </a:schemeClr>
          </a:solidFill>
          <a:ln>
            <a:noFill/>
          </a:ln>
        </p:spPr>
        <p:txBody>
          <a:bodyPr anchorCtr="0" anchor="t" bIns="182875" lIns="274300" spcFirstLastPara="1" rIns="274300" wrap="square" tIns="91425">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B8D8E"/>
              </a:buClr>
              <a:buSzPts val="2000"/>
              <a:buNone/>
              <a:defRPr sz="2000">
                <a:solidFill>
                  <a:srgbClr val="8B8D8E"/>
                </a:solidFill>
              </a:defRPr>
            </a:lvl2pPr>
            <a:lvl3pPr indent="-228600" lvl="2" marL="1371600" algn="l">
              <a:lnSpc>
                <a:spcPct val="90000"/>
              </a:lnSpc>
              <a:spcBef>
                <a:spcPts val="500"/>
              </a:spcBef>
              <a:spcAft>
                <a:spcPts val="0"/>
              </a:spcAft>
              <a:buClr>
                <a:srgbClr val="8B8D8E"/>
              </a:buClr>
              <a:buSzPts val="1800"/>
              <a:buNone/>
              <a:defRPr sz="1800">
                <a:solidFill>
                  <a:srgbClr val="8B8D8E"/>
                </a:solidFill>
              </a:defRPr>
            </a:lvl3pPr>
            <a:lvl4pPr indent="-228600" lvl="3" marL="1828800" algn="l">
              <a:lnSpc>
                <a:spcPct val="90000"/>
              </a:lnSpc>
              <a:spcBef>
                <a:spcPts val="500"/>
              </a:spcBef>
              <a:spcAft>
                <a:spcPts val="0"/>
              </a:spcAft>
              <a:buClr>
                <a:srgbClr val="8B8D8E"/>
              </a:buClr>
              <a:buSzPts val="1600"/>
              <a:buNone/>
              <a:defRPr sz="1600">
                <a:solidFill>
                  <a:srgbClr val="8B8D8E"/>
                </a:solidFill>
              </a:defRPr>
            </a:lvl4pPr>
            <a:lvl5pPr indent="-228600" lvl="4" marL="2286000" algn="l">
              <a:lnSpc>
                <a:spcPct val="90000"/>
              </a:lnSpc>
              <a:spcBef>
                <a:spcPts val="500"/>
              </a:spcBef>
              <a:spcAft>
                <a:spcPts val="0"/>
              </a:spcAft>
              <a:buClr>
                <a:srgbClr val="8B8D8E"/>
              </a:buClr>
              <a:buSzPts val="1600"/>
              <a:buNone/>
              <a:defRPr sz="1600">
                <a:solidFill>
                  <a:srgbClr val="8B8D8E"/>
                </a:solidFill>
              </a:defRPr>
            </a:lvl5pPr>
            <a:lvl6pPr indent="-228600" lvl="5" marL="2743200" algn="l">
              <a:lnSpc>
                <a:spcPct val="90000"/>
              </a:lnSpc>
              <a:spcBef>
                <a:spcPts val="500"/>
              </a:spcBef>
              <a:spcAft>
                <a:spcPts val="0"/>
              </a:spcAft>
              <a:buClr>
                <a:srgbClr val="8B8D8E"/>
              </a:buClr>
              <a:buSzPts val="1600"/>
              <a:buNone/>
              <a:defRPr sz="1600">
                <a:solidFill>
                  <a:srgbClr val="8B8D8E"/>
                </a:solidFill>
              </a:defRPr>
            </a:lvl6pPr>
            <a:lvl7pPr indent="-228600" lvl="6" marL="3200400" algn="l">
              <a:lnSpc>
                <a:spcPct val="90000"/>
              </a:lnSpc>
              <a:spcBef>
                <a:spcPts val="500"/>
              </a:spcBef>
              <a:spcAft>
                <a:spcPts val="0"/>
              </a:spcAft>
              <a:buClr>
                <a:srgbClr val="8B8D8E"/>
              </a:buClr>
              <a:buSzPts val="1600"/>
              <a:buNone/>
              <a:defRPr sz="1600">
                <a:solidFill>
                  <a:srgbClr val="8B8D8E"/>
                </a:solidFill>
              </a:defRPr>
            </a:lvl7pPr>
            <a:lvl8pPr indent="-228600" lvl="7" marL="3657600" algn="l">
              <a:lnSpc>
                <a:spcPct val="90000"/>
              </a:lnSpc>
              <a:spcBef>
                <a:spcPts val="500"/>
              </a:spcBef>
              <a:spcAft>
                <a:spcPts val="0"/>
              </a:spcAft>
              <a:buClr>
                <a:srgbClr val="8B8D8E"/>
              </a:buClr>
              <a:buSzPts val="1600"/>
              <a:buNone/>
              <a:defRPr sz="1600">
                <a:solidFill>
                  <a:srgbClr val="8B8D8E"/>
                </a:solidFill>
              </a:defRPr>
            </a:lvl8pPr>
            <a:lvl9pPr indent="-228600" lvl="8" marL="4114800" algn="l">
              <a:lnSpc>
                <a:spcPct val="90000"/>
              </a:lnSpc>
              <a:spcBef>
                <a:spcPts val="500"/>
              </a:spcBef>
              <a:spcAft>
                <a:spcPts val="0"/>
              </a:spcAft>
              <a:buClr>
                <a:srgbClr val="8B8D8E"/>
              </a:buClr>
              <a:buSzPts val="1600"/>
              <a:buNone/>
              <a:defRPr sz="1600">
                <a:solidFill>
                  <a:srgbClr val="8B8D8E"/>
                </a:solidFill>
              </a:defRPr>
            </a:lvl9pPr>
          </a:lstStyle>
          <a:p/>
        </p:txBody>
      </p:sp>
      <p:sp>
        <p:nvSpPr>
          <p:cNvPr id="2008" name="Google Shape;2008;p225"/>
          <p:cNvSpPr txBox="1"/>
          <p:nvPr>
            <p:ph type="title"/>
          </p:nvPr>
        </p:nvSpPr>
        <p:spPr>
          <a:xfrm>
            <a:off x="342900" y="2560638"/>
            <a:ext cx="4572000" cy="2852737"/>
          </a:xfrm>
          <a:prstGeom prst="rect">
            <a:avLst/>
          </a:prstGeom>
          <a:solidFill>
            <a:schemeClr val="lt1">
              <a:alpha val="29803"/>
            </a:schemeClr>
          </a:solidFill>
          <a:ln>
            <a:noFill/>
          </a:ln>
        </p:spPr>
        <p:txBody>
          <a:bodyPr anchorCtr="0" anchor="ctr" bIns="182875" lIns="274300" spcFirstLastPara="1" rIns="274300" wrap="square" tIns="91425">
            <a:normAutofit/>
          </a:bodyPr>
          <a:lstStyle>
            <a:lvl1pPr lvl="0" algn="ctr">
              <a:lnSpc>
                <a:spcPct val="90000"/>
              </a:lnSpc>
              <a:spcBef>
                <a:spcPts val="0"/>
              </a:spcBef>
              <a:spcAft>
                <a:spcPts val="0"/>
              </a:spcAft>
              <a:buClr>
                <a:schemeClr val="dk1"/>
              </a:buClr>
              <a:buSzPts val="6000"/>
              <a:buFont typeface="Calibri"/>
              <a:buNone/>
              <a:defRPr b="1"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p:cSld name="제목 및 내용">
    <p:spTree>
      <p:nvGrpSpPr>
        <p:cNvPr id="2009" name="Shape 2009"/>
        <p:cNvGrpSpPr/>
        <p:nvPr/>
      </p:nvGrpSpPr>
      <p:grpSpPr>
        <a:xfrm>
          <a:off x="0" y="0"/>
          <a:ext cx="0" cy="0"/>
          <a:chOff x="0" y="0"/>
          <a:chExt cx="0" cy="0"/>
        </a:xfrm>
      </p:grpSpPr>
      <p:sp>
        <p:nvSpPr>
          <p:cNvPr id="2010" name="Google Shape;2010;p226"/>
          <p:cNvSpPr/>
          <p:nvPr/>
        </p:nvSpPr>
        <p:spPr>
          <a:xfrm rot="10800000">
            <a:off x="0" y="-3"/>
            <a:ext cx="1295400" cy="1028700"/>
          </a:xfrm>
          <a:prstGeom prst="rtTriangle">
            <a:avLst/>
          </a:prstGeom>
          <a:solidFill>
            <a:srgbClr val="EAE0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1" name="Google Shape;2011;p226"/>
          <p:cNvSpPr/>
          <p:nvPr/>
        </p:nvSpPr>
        <p:spPr>
          <a:xfrm flipH="1" rot="10800000">
            <a:off x="1295400" y="-2"/>
            <a:ext cx="1295400" cy="1028700"/>
          </a:xfrm>
          <a:prstGeom prst="rtTriangle">
            <a:avLst/>
          </a:prstGeom>
          <a:solidFill>
            <a:srgbClr val="EEE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2" name="Google Shape;2012;p226"/>
          <p:cNvSpPr/>
          <p:nvPr/>
        </p:nvSpPr>
        <p:spPr>
          <a:xfrm rot="5400000">
            <a:off x="-352428" y="352425"/>
            <a:ext cx="2019304" cy="1314448"/>
          </a:xfrm>
          <a:prstGeom prst="triangle">
            <a:avLst>
              <a:gd fmla="val 50000" name="adj"/>
            </a:avLst>
          </a:prstGeom>
          <a:solidFill>
            <a:srgbClr val="496F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3" name="Google Shape;2013;p226"/>
          <p:cNvSpPr/>
          <p:nvPr/>
        </p:nvSpPr>
        <p:spPr>
          <a:xfrm rot="5400000">
            <a:off x="-371476" y="2371729"/>
            <a:ext cx="2019304" cy="1314448"/>
          </a:xfrm>
          <a:prstGeom prst="triangle">
            <a:avLst>
              <a:gd fmla="val 50000" name="adj"/>
            </a:avLst>
          </a:prstGeom>
          <a:solidFill>
            <a:srgbClr val="EC74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position personnalisée">
  <p:cSld name="1_Disposition personnalisée">
    <p:spTree>
      <p:nvGrpSpPr>
        <p:cNvPr id="2014" name="Shape 2014"/>
        <p:cNvGrpSpPr/>
        <p:nvPr/>
      </p:nvGrpSpPr>
      <p:grpSpPr>
        <a:xfrm>
          <a:off x="0" y="0"/>
          <a:ext cx="0" cy="0"/>
          <a:chOff x="0" y="0"/>
          <a:chExt cx="0" cy="0"/>
        </a:xfrm>
      </p:grpSpPr>
      <p:pic>
        <p:nvPicPr>
          <p:cNvPr descr="C:\Users\Utilisateur\Documents\Perso\sho8\GOUTTES\fondgoutte2.jpg" id="2015" name="Google Shape;2015;p22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16" name="Google Shape;2016;p227"/>
          <p:cNvSpPr txBox="1"/>
          <p:nvPr>
            <p:ph type="title"/>
          </p:nvPr>
        </p:nvSpPr>
        <p:spPr>
          <a:xfrm>
            <a:off x="609600" y="274638"/>
            <a:ext cx="8654752" cy="114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3200"/>
              <a:buFont typeface="Verdana"/>
              <a:buNone/>
              <a:defRPr sz="3200">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7" name="Google Shape;2017;p2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E52C5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8" name="Google Shape;2018;p2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E52C50"/>
                </a:solidFill>
                <a:latin typeface="Calibri"/>
                <a:ea typeface="Calibri"/>
                <a:cs typeface="Calibri"/>
                <a:sym typeface="Calibri"/>
              </a:defRPr>
            </a:lvl1pPr>
            <a:lvl2pPr indent="0" lvl="1" marL="0" algn="r">
              <a:spcBef>
                <a:spcPts val="0"/>
              </a:spcBef>
              <a:buNone/>
              <a:defRPr sz="1200">
                <a:solidFill>
                  <a:srgbClr val="E52C50"/>
                </a:solidFill>
                <a:latin typeface="Calibri"/>
                <a:ea typeface="Calibri"/>
                <a:cs typeface="Calibri"/>
                <a:sym typeface="Calibri"/>
              </a:defRPr>
            </a:lvl2pPr>
            <a:lvl3pPr indent="0" lvl="2" marL="0" algn="r">
              <a:spcBef>
                <a:spcPts val="0"/>
              </a:spcBef>
              <a:buNone/>
              <a:defRPr sz="1200">
                <a:solidFill>
                  <a:srgbClr val="E52C50"/>
                </a:solidFill>
                <a:latin typeface="Calibri"/>
                <a:ea typeface="Calibri"/>
                <a:cs typeface="Calibri"/>
                <a:sym typeface="Calibri"/>
              </a:defRPr>
            </a:lvl3pPr>
            <a:lvl4pPr indent="0" lvl="3" marL="0" algn="r">
              <a:spcBef>
                <a:spcPts val="0"/>
              </a:spcBef>
              <a:buNone/>
              <a:defRPr sz="1200">
                <a:solidFill>
                  <a:srgbClr val="E52C50"/>
                </a:solidFill>
                <a:latin typeface="Calibri"/>
                <a:ea typeface="Calibri"/>
                <a:cs typeface="Calibri"/>
                <a:sym typeface="Calibri"/>
              </a:defRPr>
            </a:lvl4pPr>
            <a:lvl5pPr indent="0" lvl="4" marL="0" algn="r">
              <a:spcBef>
                <a:spcPts val="0"/>
              </a:spcBef>
              <a:buNone/>
              <a:defRPr sz="1200">
                <a:solidFill>
                  <a:srgbClr val="E52C50"/>
                </a:solidFill>
                <a:latin typeface="Calibri"/>
                <a:ea typeface="Calibri"/>
                <a:cs typeface="Calibri"/>
                <a:sym typeface="Calibri"/>
              </a:defRPr>
            </a:lvl5pPr>
            <a:lvl6pPr indent="0" lvl="5" marL="0" algn="r">
              <a:spcBef>
                <a:spcPts val="0"/>
              </a:spcBef>
              <a:buNone/>
              <a:defRPr sz="1200">
                <a:solidFill>
                  <a:srgbClr val="E52C50"/>
                </a:solidFill>
                <a:latin typeface="Calibri"/>
                <a:ea typeface="Calibri"/>
                <a:cs typeface="Calibri"/>
                <a:sym typeface="Calibri"/>
              </a:defRPr>
            </a:lvl6pPr>
            <a:lvl7pPr indent="0" lvl="6" marL="0" algn="r">
              <a:spcBef>
                <a:spcPts val="0"/>
              </a:spcBef>
              <a:buNone/>
              <a:defRPr sz="1200">
                <a:solidFill>
                  <a:srgbClr val="E52C50"/>
                </a:solidFill>
                <a:latin typeface="Calibri"/>
                <a:ea typeface="Calibri"/>
                <a:cs typeface="Calibri"/>
                <a:sym typeface="Calibri"/>
              </a:defRPr>
            </a:lvl7pPr>
            <a:lvl8pPr indent="0" lvl="7" marL="0" algn="r">
              <a:spcBef>
                <a:spcPts val="0"/>
              </a:spcBef>
              <a:buNone/>
              <a:defRPr sz="1200">
                <a:solidFill>
                  <a:srgbClr val="E52C50"/>
                </a:solidFill>
                <a:latin typeface="Calibri"/>
                <a:ea typeface="Calibri"/>
                <a:cs typeface="Calibri"/>
                <a:sym typeface="Calibri"/>
              </a:defRPr>
            </a:lvl8pPr>
            <a:lvl9pPr indent="0" lvl="8" marL="0" algn="r">
              <a:spcBef>
                <a:spcPts val="0"/>
              </a:spcBef>
              <a:buNone/>
              <a:defRPr sz="1200">
                <a:solidFill>
                  <a:srgbClr val="E52C5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019" name="Google Shape;2019;p227"/>
          <p:cNvSpPr txBox="1"/>
          <p:nvPr>
            <p:ph idx="1" type="body"/>
          </p:nvPr>
        </p:nvSpPr>
        <p:spPr>
          <a:xfrm>
            <a:off x="623392" y="1772816"/>
            <a:ext cx="10945216" cy="432048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atin typeface="Verdana"/>
                <a:ea typeface="Verdana"/>
                <a:cs typeface="Verdana"/>
                <a:sym typeface="Verdana"/>
              </a:defRPr>
            </a:lvl1pPr>
            <a:lvl2pPr indent="-355600" lvl="1" marL="914400" algn="l">
              <a:lnSpc>
                <a:spcPct val="90000"/>
              </a:lnSpc>
              <a:spcBef>
                <a:spcPts val="500"/>
              </a:spcBef>
              <a:spcAft>
                <a:spcPts val="0"/>
              </a:spcAft>
              <a:buClr>
                <a:schemeClr val="dk1"/>
              </a:buClr>
              <a:buSzPts val="2000"/>
              <a:buChar char="•"/>
              <a:defRPr sz="2000">
                <a:latin typeface="Verdana"/>
                <a:ea typeface="Verdana"/>
                <a:cs typeface="Verdana"/>
                <a:sym typeface="Verdana"/>
              </a:defRPr>
            </a:lvl2pPr>
            <a:lvl3pPr indent="-342900" lvl="2" marL="1371600" algn="l">
              <a:lnSpc>
                <a:spcPct val="90000"/>
              </a:lnSpc>
              <a:spcBef>
                <a:spcPts val="500"/>
              </a:spcBef>
              <a:spcAft>
                <a:spcPts val="0"/>
              </a:spcAft>
              <a:buClr>
                <a:schemeClr val="dk1"/>
              </a:buClr>
              <a:buSzPts val="1800"/>
              <a:buChar char="•"/>
              <a:defRPr sz="1800">
                <a:latin typeface="Verdana"/>
                <a:ea typeface="Verdana"/>
                <a:cs typeface="Verdana"/>
                <a:sym typeface="Verdana"/>
              </a:defRPr>
            </a:lvl3pPr>
            <a:lvl4pPr indent="-330200" lvl="3" marL="1828800" algn="l">
              <a:lnSpc>
                <a:spcPct val="90000"/>
              </a:lnSpc>
              <a:spcBef>
                <a:spcPts val="500"/>
              </a:spcBef>
              <a:spcAft>
                <a:spcPts val="0"/>
              </a:spcAft>
              <a:buClr>
                <a:schemeClr val="dk1"/>
              </a:buClr>
              <a:buSzPts val="1600"/>
              <a:buChar char="•"/>
              <a:defRPr sz="1600">
                <a:latin typeface="Verdana"/>
                <a:ea typeface="Verdana"/>
                <a:cs typeface="Verdana"/>
                <a:sym typeface="Verdana"/>
              </a:defRPr>
            </a:lvl4pPr>
            <a:lvl5pPr indent="-330200" lvl="4" marL="2286000" algn="l">
              <a:lnSpc>
                <a:spcPct val="90000"/>
              </a:lnSpc>
              <a:spcBef>
                <a:spcPts val="500"/>
              </a:spcBef>
              <a:spcAft>
                <a:spcPts val="0"/>
              </a:spcAft>
              <a:buClr>
                <a:schemeClr val="dk1"/>
              </a:buClr>
              <a:buSzPts val="1600"/>
              <a:buChar char="•"/>
              <a:defRPr sz="1600">
                <a:latin typeface="Verdana"/>
                <a:ea typeface="Verdana"/>
                <a:cs typeface="Verdana"/>
                <a:sym typeface="Verdana"/>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bg>
      <p:bgPr>
        <a:blipFill>
          <a:blip r:embed="rId2">
            <a:alphaModFix/>
          </a:blip>
          <a:stretch>
            <a:fillRect/>
          </a:stretch>
        </a:blipFill>
      </p:bgPr>
    </p:bg>
    <p:spTree>
      <p:nvGrpSpPr>
        <p:cNvPr id="2020" name="Shape 2020"/>
        <p:cNvGrpSpPr/>
        <p:nvPr/>
      </p:nvGrpSpPr>
      <p:grpSpPr>
        <a:xfrm>
          <a:off x="0" y="0"/>
          <a:ext cx="0" cy="0"/>
          <a:chOff x="0" y="0"/>
          <a:chExt cx="0" cy="0"/>
        </a:xfrm>
      </p:grpSpPr>
      <p:sp>
        <p:nvSpPr>
          <p:cNvPr id="2021" name="Google Shape;2021;p228"/>
          <p:cNvSpPr txBox="1"/>
          <p:nvPr>
            <p:ph type="title"/>
          </p:nvPr>
        </p:nvSpPr>
        <p:spPr>
          <a:xfrm>
            <a:off x="1065491" y="533400"/>
            <a:ext cx="8689063" cy="2286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400"/>
              <a:buFont typeface="Calibri"/>
              <a:buNone/>
              <a:defRPr b="1"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2" name="Google Shape;2022;p228"/>
          <p:cNvSpPr txBox="1"/>
          <p:nvPr>
            <p:ph idx="1" type="body"/>
          </p:nvPr>
        </p:nvSpPr>
        <p:spPr>
          <a:xfrm>
            <a:off x="1065491" y="3124200"/>
            <a:ext cx="8689063"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600"/>
              </a:spcBef>
              <a:spcAft>
                <a:spcPts val="0"/>
              </a:spcAft>
              <a:buClr>
                <a:srgbClr val="60808F"/>
              </a:buClr>
              <a:buSzPts val="2400"/>
              <a:buNone/>
              <a:defRPr sz="2400">
                <a:solidFill>
                  <a:srgbClr val="60808F"/>
                </a:solidFill>
              </a:defRPr>
            </a:lvl1pPr>
            <a:lvl2pPr indent="-228600" lvl="1" marL="914400" algn="l">
              <a:lnSpc>
                <a:spcPct val="90000"/>
              </a:lnSpc>
              <a:spcBef>
                <a:spcPts val="500"/>
              </a:spcBef>
              <a:spcAft>
                <a:spcPts val="0"/>
              </a:spcAft>
              <a:buClr>
                <a:srgbClr val="8B8D8E"/>
              </a:buClr>
              <a:buSzPts val="1800"/>
              <a:buNone/>
              <a:defRPr sz="1800">
                <a:solidFill>
                  <a:srgbClr val="8B8D8E"/>
                </a:solidFill>
              </a:defRPr>
            </a:lvl2pPr>
            <a:lvl3pPr indent="-228600" lvl="2" marL="1371600" algn="l">
              <a:lnSpc>
                <a:spcPct val="90000"/>
              </a:lnSpc>
              <a:spcBef>
                <a:spcPts val="500"/>
              </a:spcBef>
              <a:spcAft>
                <a:spcPts val="0"/>
              </a:spcAft>
              <a:buClr>
                <a:srgbClr val="8B8D8E"/>
              </a:buClr>
              <a:buSzPts val="1600"/>
              <a:buNone/>
              <a:defRPr sz="1600">
                <a:solidFill>
                  <a:srgbClr val="8B8D8E"/>
                </a:solidFill>
              </a:defRPr>
            </a:lvl3pPr>
            <a:lvl4pPr indent="-228600" lvl="3" marL="1828800" algn="l">
              <a:lnSpc>
                <a:spcPct val="90000"/>
              </a:lnSpc>
              <a:spcBef>
                <a:spcPts val="500"/>
              </a:spcBef>
              <a:spcAft>
                <a:spcPts val="0"/>
              </a:spcAft>
              <a:buClr>
                <a:srgbClr val="8B8D8E"/>
              </a:buClr>
              <a:buSzPts val="1400"/>
              <a:buNone/>
              <a:defRPr sz="1400">
                <a:solidFill>
                  <a:srgbClr val="8B8D8E"/>
                </a:solidFill>
              </a:defRPr>
            </a:lvl4pPr>
            <a:lvl5pPr indent="-228600" lvl="4" marL="2286000" algn="l">
              <a:lnSpc>
                <a:spcPct val="90000"/>
              </a:lnSpc>
              <a:spcBef>
                <a:spcPts val="500"/>
              </a:spcBef>
              <a:spcAft>
                <a:spcPts val="0"/>
              </a:spcAft>
              <a:buClr>
                <a:srgbClr val="8B8D8E"/>
              </a:buClr>
              <a:buSzPts val="1400"/>
              <a:buNone/>
              <a:defRPr sz="1400">
                <a:solidFill>
                  <a:srgbClr val="8B8D8E"/>
                </a:solidFill>
              </a:defRPr>
            </a:lvl5pPr>
            <a:lvl6pPr indent="-228600" lvl="5" marL="2743200" algn="l">
              <a:lnSpc>
                <a:spcPct val="90000"/>
              </a:lnSpc>
              <a:spcBef>
                <a:spcPts val="500"/>
              </a:spcBef>
              <a:spcAft>
                <a:spcPts val="0"/>
              </a:spcAft>
              <a:buClr>
                <a:srgbClr val="8B8D8E"/>
              </a:buClr>
              <a:buSzPts val="1400"/>
              <a:buNone/>
              <a:defRPr sz="1400">
                <a:solidFill>
                  <a:srgbClr val="8B8D8E"/>
                </a:solidFill>
              </a:defRPr>
            </a:lvl6pPr>
            <a:lvl7pPr indent="-228600" lvl="6" marL="3200400" algn="l">
              <a:lnSpc>
                <a:spcPct val="90000"/>
              </a:lnSpc>
              <a:spcBef>
                <a:spcPts val="500"/>
              </a:spcBef>
              <a:spcAft>
                <a:spcPts val="0"/>
              </a:spcAft>
              <a:buClr>
                <a:srgbClr val="8B8D8E"/>
              </a:buClr>
              <a:buSzPts val="1400"/>
              <a:buNone/>
              <a:defRPr sz="1400">
                <a:solidFill>
                  <a:srgbClr val="8B8D8E"/>
                </a:solidFill>
              </a:defRPr>
            </a:lvl7pPr>
            <a:lvl8pPr indent="-228600" lvl="7" marL="3657600" algn="l">
              <a:lnSpc>
                <a:spcPct val="90000"/>
              </a:lnSpc>
              <a:spcBef>
                <a:spcPts val="500"/>
              </a:spcBef>
              <a:spcAft>
                <a:spcPts val="0"/>
              </a:spcAft>
              <a:buClr>
                <a:srgbClr val="8B8D8E"/>
              </a:buClr>
              <a:buSzPts val="1400"/>
              <a:buNone/>
              <a:defRPr sz="1400">
                <a:solidFill>
                  <a:srgbClr val="8B8D8E"/>
                </a:solidFill>
              </a:defRPr>
            </a:lvl8pPr>
            <a:lvl9pPr indent="-228600" lvl="8" marL="4114800" algn="l">
              <a:lnSpc>
                <a:spcPct val="90000"/>
              </a:lnSpc>
              <a:spcBef>
                <a:spcPts val="500"/>
              </a:spcBef>
              <a:spcAft>
                <a:spcPts val="0"/>
              </a:spcAft>
              <a:buClr>
                <a:srgbClr val="8B8D8E"/>
              </a:buClr>
              <a:buSzPts val="1400"/>
              <a:buNone/>
              <a:defRPr sz="1400">
                <a:solidFill>
                  <a:srgbClr val="8B8D8E"/>
                </a:solidFill>
              </a:defRPr>
            </a:lvl9pPr>
          </a:lstStyle>
          <a:p/>
        </p:txBody>
      </p:sp>
      <p:sp>
        <p:nvSpPr>
          <p:cNvPr id="2023" name="Google Shape;2023;p2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4" name="Google Shape;2024;p2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5" name="Google Shape;2025;p2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bg>
      <p:bgPr>
        <a:blipFill>
          <a:blip r:embed="rId2">
            <a:alphaModFix/>
          </a:blip>
          <a:stretch>
            <a:fillRect/>
          </a:stretch>
        </a:blipFill>
      </p:bgPr>
    </p:bg>
    <p:spTree>
      <p:nvGrpSpPr>
        <p:cNvPr id="2026" name="Shape 2026"/>
        <p:cNvGrpSpPr/>
        <p:nvPr/>
      </p:nvGrpSpPr>
      <p:grpSpPr>
        <a:xfrm>
          <a:off x="0" y="0"/>
          <a:ext cx="0" cy="0"/>
          <a:chOff x="0" y="0"/>
          <a:chExt cx="0" cy="0"/>
        </a:xfrm>
      </p:grpSpPr>
      <p:sp>
        <p:nvSpPr>
          <p:cNvPr id="2027" name="Google Shape;2027;p2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8" name="Google Shape;2028;p2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9" name="Google Shape;2029;p2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37" name="Shape 2037"/>
        <p:cNvGrpSpPr/>
        <p:nvPr/>
      </p:nvGrpSpPr>
      <p:grpSpPr>
        <a:xfrm>
          <a:off x="0" y="0"/>
          <a:ext cx="0" cy="0"/>
          <a:chOff x="0" y="0"/>
          <a:chExt cx="0" cy="0"/>
        </a:xfrm>
      </p:grpSpPr>
      <p:sp>
        <p:nvSpPr>
          <p:cNvPr id="2038" name="Google Shape;2038;p139"/>
          <p:cNvSpPr txBox="1"/>
          <p:nvPr>
            <p:ph idx="1" type="body"/>
          </p:nvPr>
        </p:nvSpPr>
        <p:spPr>
          <a:xfrm>
            <a:off x="838200" y="1425678"/>
            <a:ext cx="10515600" cy="475128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39" name="Google Shape;2039;p139"/>
          <p:cNvSpPr/>
          <p:nvPr/>
        </p:nvSpPr>
        <p:spPr>
          <a:xfrm>
            <a:off x="2" y="-9731"/>
            <a:ext cx="12191998" cy="1181306"/>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40" name="Google Shape;2040;p139"/>
          <p:cNvSpPr txBox="1"/>
          <p:nvPr>
            <p:ph type="title"/>
          </p:nvPr>
        </p:nvSpPr>
        <p:spPr>
          <a:xfrm>
            <a:off x="838200" y="244372"/>
            <a:ext cx="10515600" cy="67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1" name="Google Shape;2041;p139"/>
          <p:cNvSpPr txBox="1"/>
          <p:nvPr>
            <p:ph idx="10" type="dt"/>
          </p:nvPr>
        </p:nvSpPr>
        <p:spPr>
          <a:xfrm>
            <a:off x="482600" y="6466112"/>
            <a:ext cx="2743200" cy="2814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2" name="Google Shape;2042;p139"/>
          <p:cNvSpPr txBox="1"/>
          <p:nvPr>
            <p:ph idx="11" type="ftr"/>
          </p:nvPr>
        </p:nvSpPr>
        <p:spPr>
          <a:xfrm>
            <a:off x="4038600" y="6466112"/>
            <a:ext cx="4114800" cy="2814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57697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3" name="Google Shape;2043;p13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576973"/>
                </a:solidFill>
                <a:latin typeface="Calibri"/>
                <a:ea typeface="Calibri"/>
                <a:cs typeface="Calibri"/>
                <a:sym typeface="Calibri"/>
              </a:defRPr>
            </a:lvl1pPr>
            <a:lvl2pPr indent="0" lvl="1" marL="0" algn="r">
              <a:spcBef>
                <a:spcPts val="0"/>
              </a:spcBef>
              <a:buNone/>
              <a:defRPr b="0" i="0" sz="1200" u="none" cap="none" strike="noStrike">
                <a:solidFill>
                  <a:srgbClr val="576973"/>
                </a:solidFill>
                <a:latin typeface="Calibri"/>
                <a:ea typeface="Calibri"/>
                <a:cs typeface="Calibri"/>
                <a:sym typeface="Calibri"/>
              </a:defRPr>
            </a:lvl2pPr>
            <a:lvl3pPr indent="0" lvl="2" marL="0" algn="r">
              <a:spcBef>
                <a:spcPts val="0"/>
              </a:spcBef>
              <a:buNone/>
              <a:defRPr b="0" i="0" sz="1200" u="none" cap="none" strike="noStrike">
                <a:solidFill>
                  <a:srgbClr val="576973"/>
                </a:solidFill>
                <a:latin typeface="Calibri"/>
                <a:ea typeface="Calibri"/>
                <a:cs typeface="Calibri"/>
                <a:sym typeface="Calibri"/>
              </a:defRPr>
            </a:lvl3pPr>
            <a:lvl4pPr indent="0" lvl="3" marL="0" algn="r">
              <a:spcBef>
                <a:spcPts val="0"/>
              </a:spcBef>
              <a:buNone/>
              <a:defRPr b="0" i="0" sz="1200" u="none" cap="none" strike="noStrike">
                <a:solidFill>
                  <a:srgbClr val="576973"/>
                </a:solidFill>
                <a:latin typeface="Calibri"/>
                <a:ea typeface="Calibri"/>
                <a:cs typeface="Calibri"/>
                <a:sym typeface="Calibri"/>
              </a:defRPr>
            </a:lvl4pPr>
            <a:lvl5pPr indent="0" lvl="4" marL="0" algn="r">
              <a:spcBef>
                <a:spcPts val="0"/>
              </a:spcBef>
              <a:buNone/>
              <a:defRPr b="0" i="0" sz="1200" u="none" cap="none" strike="noStrike">
                <a:solidFill>
                  <a:srgbClr val="576973"/>
                </a:solidFill>
                <a:latin typeface="Calibri"/>
                <a:ea typeface="Calibri"/>
                <a:cs typeface="Calibri"/>
                <a:sym typeface="Calibri"/>
              </a:defRPr>
            </a:lvl5pPr>
            <a:lvl6pPr indent="0" lvl="5" marL="0" algn="r">
              <a:spcBef>
                <a:spcPts val="0"/>
              </a:spcBef>
              <a:buNone/>
              <a:defRPr b="0" i="0" sz="1200" u="none" cap="none" strike="noStrike">
                <a:solidFill>
                  <a:srgbClr val="576973"/>
                </a:solidFill>
                <a:latin typeface="Calibri"/>
                <a:ea typeface="Calibri"/>
                <a:cs typeface="Calibri"/>
                <a:sym typeface="Calibri"/>
              </a:defRPr>
            </a:lvl6pPr>
            <a:lvl7pPr indent="0" lvl="6" marL="0" algn="r">
              <a:spcBef>
                <a:spcPts val="0"/>
              </a:spcBef>
              <a:buNone/>
              <a:defRPr b="0" i="0" sz="1200" u="none" cap="none" strike="noStrike">
                <a:solidFill>
                  <a:srgbClr val="576973"/>
                </a:solidFill>
                <a:latin typeface="Calibri"/>
                <a:ea typeface="Calibri"/>
                <a:cs typeface="Calibri"/>
                <a:sym typeface="Calibri"/>
              </a:defRPr>
            </a:lvl7pPr>
            <a:lvl8pPr indent="0" lvl="7" marL="0" algn="r">
              <a:spcBef>
                <a:spcPts val="0"/>
              </a:spcBef>
              <a:buNone/>
              <a:defRPr b="0" i="0" sz="1200" u="none" cap="none" strike="noStrike">
                <a:solidFill>
                  <a:srgbClr val="576973"/>
                </a:solidFill>
                <a:latin typeface="Calibri"/>
                <a:ea typeface="Calibri"/>
                <a:cs typeface="Calibri"/>
                <a:sym typeface="Calibri"/>
              </a:defRPr>
            </a:lvl8pPr>
            <a:lvl9pPr indent="0" lvl="8" marL="0" algn="r">
              <a:spcBef>
                <a:spcPts val="0"/>
              </a:spcBef>
              <a:buNone/>
              <a:defRPr b="0" i="0" sz="1200" u="none" cap="none" strike="noStrike">
                <a:solidFill>
                  <a:srgbClr val="5769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2044" name="Google Shape;2044;p139"/>
          <p:cNvGrpSpPr/>
          <p:nvPr/>
        </p:nvGrpSpPr>
        <p:grpSpPr>
          <a:xfrm>
            <a:off x="0" y="6766560"/>
            <a:ext cx="12192000" cy="91440"/>
            <a:chOff x="0" y="4480421"/>
            <a:chExt cx="12192000" cy="91440"/>
          </a:xfrm>
        </p:grpSpPr>
        <p:sp>
          <p:nvSpPr>
            <p:cNvPr id="2045" name="Google Shape;2045;p139"/>
            <p:cNvSpPr/>
            <p:nvPr/>
          </p:nvSpPr>
          <p:spPr>
            <a:xfrm>
              <a:off x="0" y="4480421"/>
              <a:ext cx="243992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46" name="Google Shape;2046;p139"/>
            <p:cNvSpPr/>
            <p:nvPr/>
          </p:nvSpPr>
          <p:spPr>
            <a:xfrm>
              <a:off x="2439924" y="4480421"/>
              <a:ext cx="2439924" cy="9144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47" name="Google Shape;2047;p139"/>
            <p:cNvSpPr/>
            <p:nvPr/>
          </p:nvSpPr>
          <p:spPr>
            <a:xfrm>
              <a:off x="4879848" y="4480421"/>
              <a:ext cx="243992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48" name="Google Shape;2048;p139"/>
            <p:cNvSpPr/>
            <p:nvPr/>
          </p:nvSpPr>
          <p:spPr>
            <a:xfrm>
              <a:off x="7319772" y="4480421"/>
              <a:ext cx="243992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49" name="Google Shape;2049;p139"/>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2050" name="Shape 2050"/>
        <p:cNvGrpSpPr/>
        <p:nvPr/>
      </p:nvGrpSpPr>
      <p:grpSpPr>
        <a:xfrm>
          <a:off x="0" y="0"/>
          <a:ext cx="0" cy="0"/>
          <a:chOff x="0" y="0"/>
          <a:chExt cx="0" cy="0"/>
        </a:xfrm>
      </p:grpSpPr>
      <p:sp>
        <p:nvSpPr>
          <p:cNvPr id="2051" name="Google Shape;2051;p14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2" name="Google Shape;2052;p14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2053" name="Google Shape;2053;p1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4" name="Google Shape;2054;p1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5" name="Google Shape;2055;p1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42" Type="http://schemas.openxmlformats.org/officeDocument/2006/relationships/slideLayout" Target="../slideLayouts/slideLayout42.xml"/><Relationship Id="rId86" Type="http://schemas.openxmlformats.org/officeDocument/2006/relationships/slideLayout" Target="../slideLayouts/slideLayout86.xml"/><Relationship Id="rId41" Type="http://schemas.openxmlformats.org/officeDocument/2006/relationships/slideLayout" Target="../slideLayouts/slideLayout41.xml"/><Relationship Id="rId85" Type="http://schemas.openxmlformats.org/officeDocument/2006/relationships/slideLayout" Target="../slideLayouts/slideLayout85.xml"/><Relationship Id="rId44" Type="http://schemas.openxmlformats.org/officeDocument/2006/relationships/slideLayout" Target="../slideLayouts/slideLayout44.xml"/><Relationship Id="rId88" Type="http://schemas.openxmlformats.org/officeDocument/2006/relationships/slideLayout" Target="../slideLayouts/slideLayout88.xml"/><Relationship Id="rId43" Type="http://schemas.openxmlformats.org/officeDocument/2006/relationships/slideLayout" Target="../slideLayouts/slideLayout43.xml"/><Relationship Id="rId87" Type="http://schemas.openxmlformats.org/officeDocument/2006/relationships/slideLayout" Target="../slideLayouts/slideLayout8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slideLayout" Target="../slideLayouts/slideLayout79.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95" Type="http://schemas.openxmlformats.org/officeDocument/2006/relationships/theme" Target="../theme/theme2.xml"/><Relationship Id="rId50" Type="http://schemas.openxmlformats.org/officeDocument/2006/relationships/slideLayout" Target="../slideLayouts/slideLayout50.xml"/><Relationship Id="rId94" Type="http://schemas.openxmlformats.org/officeDocument/2006/relationships/slideLayout" Target="../slideLayouts/slideLayout9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slideLayout" Target="../slideLayouts/slideLayout96.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B8D8E"/>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B8D8E"/>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B8D8E"/>
                </a:solidFill>
                <a:latin typeface="Calibri"/>
                <a:ea typeface="Calibri"/>
                <a:cs typeface="Calibri"/>
                <a:sym typeface="Calibri"/>
              </a:defRPr>
            </a:lvl1pPr>
            <a:lvl2pPr indent="0" lvl="1" marL="0" marR="0" rtl="0" algn="r">
              <a:spcBef>
                <a:spcPts val="0"/>
              </a:spcBef>
              <a:buNone/>
              <a:defRPr b="0" i="0" sz="1200" u="none" cap="none" strike="noStrike">
                <a:solidFill>
                  <a:srgbClr val="8B8D8E"/>
                </a:solidFill>
                <a:latin typeface="Calibri"/>
                <a:ea typeface="Calibri"/>
                <a:cs typeface="Calibri"/>
                <a:sym typeface="Calibri"/>
              </a:defRPr>
            </a:lvl2pPr>
            <a:lvl3pPr indent="0" lvl="2" marL="0" marR="0" rtl="0" algn="r">
              <a:spcBef>
                <a:spcPts val="0"/>
              </a:spcBef>
              <a:buNone/>
              <a:defRPr b="0" i="0" sz="1200" u="none" cap="none" strike="noStrike">
                <a:solidFill>
                  <a:srgbClr val="8B8D8E"/>
                </a:solidFill>
                <a:latin typeface="Calibri"/>
                <a:ea typeface="Calibri"/>
                <a:cs typeface="Calibri"/>
                <a:sym typeface="Calibri"/>
              </a:defRPr>
            </a:lvl3pPr>
            <a:lvl4pPr indent="0" lvl="3" marL="0" marR="0" rtl="0" algn="r">
              <a:spcBef>
                <a:spcPts val="0"/>
              </a:spcBef>
              <a:buNone/>
              <a:defRPr b="0" i="0" sz="1200" u="none" cap="none" strike="noStrike">
                <a:solidFill>
                  <a:srgbClr val="8B8D8E"/>
                </a:solidFill>
                <a:latin typeface="Calibri"/>
                <a:ea typeface="Calibri"/>
                <a:cs typeface="Calibri"/>
                <a:sym typeface="Calibri"/>
              </a:defRPr>
            </a:lvl4pPr>
            <a:lvl5pPr indent="0" lvl="4" marL="0" marR="0" rtl="0" algn="r">
              <a:spcBef>
                <a:spcPts val="0"/>
              </a:spcBef>
              <a:buNone/>
              <a:defRPr b="0" i="0" sz="1200" u="none" cap="none" strike="noStrike">
                <a:solidFill>
                  <a:srgbClr val="8B8D8E"/>
                </a:solidFill>
                <a:latin typeface="Calibri"/>
                <a:ea typeface="Calibri"/>
                <a:cs typeface="Calibri"/>
                <a:sym typeface="Calibri"/>
              </a:defRPr>
            </a:lvl5pPr>
            <a:lvl6pPr indent="0" lvl="5" marL="0" marR="0" rtl="0" algn="r">
              <a:spcBef>
                <a:spcPts val="0"/>
              </a:spcBef>
              <a:buNone/>
              <a:defRPr b="0" i="0" sz="1200" u="none" cap="none" strike="noStrike">
                <a:solidFill>
                  <a:srgbClr val="8B8D8E"/>
                </a:solidFill>
                <a:latin typeface="Calibri"/>
                <a:ea typeface="Calibri"/>
                <a:cs typeface="Calibri"/>
                <a:sym typeface="Calibri"/>
              </a:defRPr>
            </a:lvl6pPr>
            <a:lvl7pPr indent="0" lvl="6" marL="0" marR="0" rtl="0" algn="r">
              <a:spcBef>
                <a:spcPts val="0"/>
              </a:spcBef>
              <a:buNone/>
              <a:defRPr b="0" i="0" sz="1200" u="none" cap="none" strike="noStrike">
                <a:solidFill>
                  <a:srgbClr val="8B8D8E"/>
                </a:solidFill>
                <a:latin typeface="Calibri"/>
                <a:ea typeface="Calibri"/>
                <a:cs typeface="Calibri"/>
                <a:sym typeface="Calibri"/>
              </a:defRPr>
            </a:lvl7pPr>
            <a:lvl8pPr indent="0" lvl="7" marL="0" marR="0" rtl="0" algn="r">
              <a:spcBef>
                <a:spcPts val="0"/>
              </a:spcBef>
              <a:buNone/>
              <a:defRPr b="0" i="0" sz="1200" u="none" cap="none" strike="noStrike">
                <a:solidFill>
                  <a:srgbClr val="8B8D8E"/>
                </a:solidFill>
                <a:latin typeface="Calibri"/>
                <a:ea typeface="Calibri"/>
                <a:cs typeface="Calibri"/>
                <a:sym typeface="Calibri"/>
              </a:defRPr>
            </a:lvl8pPr>
            <a:lvl9pPr indent="0" lvl="8" marL="0" marR="0" rtl="0" algn="r">
              <a:spcBef>
                <a:spcPts val="0"/>
              </a:spcBef>
              <a:buNone/>
              <a:defRPr b="0" i="0" sz="1200" u="none" cap="none" strike="noStrike">
                <a:solidFill>
                  <a:srgbClr val="8B8D8E"/>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32"/>
          <p:cNvSpPr/>
          <p:nvPr/>
        </p:nvSpPr>
        <p:spPr>
          <a:xfrm rot="5400000">
            <a:off x="11604686" y="5799924"/>
            <a:ext cx="18391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Calibri"/>
                <a:ea typeface="Calibri"/>
                <a:cs typeface="Calibri"/>
                <a:sym typeface="Calibri"/>
              </a:rPr>
              <a:t>© Copyright Showeet.com</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 id="2147483727" r:id="rId79"/>
    <p:sldLayoutId id="2147483728" r:id="rId80"/>
    <p:sldLayoutId id="2147483729" r:id="rId81"/>
    <p:sldLayoutId id="2147483730" r:id="rId82"/>
    <p:sldLayoutId id="2147483731" r:id="rId83"/>
    <p:sldLayoutId id="2147483732" r:id="rId84"/>
    <p:sldLayoutId id="2147483733" r:id="rId85"/>
    <p:sldLayoutId id="2147483734" r:id="rId86"/>
    <p:sldLayoutId id="2147483735" r:id="rId87"/>
    <p:sldLayoutId id="2147483736" r:id="rId88"/>
    <p:sldLayoutId id="2147483737" r:id="rId89"/>
    <p:sldLayoutId id="2147483738" r:id="rId90"/>
    <p:sldLayoutId id="2147483739" r:id="rId91"/>
    <p:sldLayoutId id="2147483740" r:id="rId92"/>
    <p:sldLayoutId id="2147483741" r:id="rId93"/>
    <p:sldLayoutId id="2147483742" r:id="rId9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30" name="Shape 2030"/>
        <p:cNvGrpSpPr/>
        <p:nvPr/>
      </p:nvGrpSpPr>
      <p:grpSpPr>
        <a:xfrm>
          <a:off x="0" y="0"/>
          <a:ext cx="0" cy="0"/>
          <a:chOff x="0" y="0"/>
          <a:chExt cx="0" cy="0"/>
        </a:xfrm>
      </p:grpSpPr>
      <p:sp>
        <p:nvSpPr>
          <p:cNvPr id="2031" name="Google Shape;2031;p1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32" name="Google Shape;2032;p1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2033" name="Google Shape;2033;p1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2034" name="Google Shape;2034;p1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2035" name="Google Shape;2035;p1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036" name="Google Shape;2036;p138"/>
          <p:cNvSpPr/>
          <p:nvPr/>
        </p:nvSpPr>
        <p:spPr>
          <a:xfrm rot="5400000">
            <a:off x="11604686" y="5799924"/>
            <a:ext cx="18391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Calibri"/>
                <a:ea typeface="Calibri"/>
                <a:cs typeface="Calibri"/>
                <a:sym typeface="Calibri"/>
              </a:rPr>
              <a:t>© Copyright Showeet.com</a:t>
            </a:r>
            <a:endParaRPr/>
          </a:p>
        </p:txBody>
      </p:sp>
    </p:spTree>
  </p:cSld>
  <p:clrMap accent1="accent1" accent2="accent2" accent3="accent3" accent4="accent4" accent5="accent5" accent6="accent6" bg1="lt1" bg2="dk2" tx1="dk1" tx2="lt2" folHlink="folHlink" hlink="hlink"/>
  <p:sldLayoutIdLst>
    <p:sldLayoutId id="2147483744" r:id="rId1"/>
    <p:sldLayoutId id="214748374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image" Target="../media/image25.png"/><Relationship Id="rId9" Type="http://schemas.openxmlformats.org/officeDocument/2006/relationships/image" Target="../media/image31.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image" Target="../media/image26.png"/><Relationship Id="rId8" Type="http://schemas.openxmlformats.org/officeDocument/2006/relationships/image" Target="../media/image24.png"/><Relationship Id="rId10"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10.png"/><Relationship Id="rId4" Type="http://schemas.openxmlformats.org/officeDocument/2006/relationships/image" Target="../media/image23.png"/><Relationship Id="rId9"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30.png"/><Relationship Id="rId7" Type="http://schemas.openxmlformats.org/officeDocument/2006/relationships/image" Target="../media/image18.png"/><Relationship Id="rId8"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4.png"/><Relationship Id="rId4" Type="http://schemas.openxmlformats.org/officeDocument/2006/relationships/hyperlink" Target="http://www.agilemanifesto.org/"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39.jpg"/><Relationship Id="rId4" Type="http://schemas.openxmlformats.org/officeDocument/2006/relationships/image" Target="../media/image35.png"/><Relationship Id="rId5" Type="http://schemas.openxmlformats.org/officeDocument/2006/relationships/image" Target="../media/image4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11.png"/><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1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11.png"/><Relationship Id="rId4" Type="http://schemas.openxmlformats.org/officeDocument/2006/relationships/image" Target="../media/image36.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 Id="rId3" Type="http://schemas.openxmlformats.org/officeDocument/2006/relationships/image" Target="../media/image11.png"/><Relationship Id="rId4" Type="http://schemas.openxmlformats.org/officeDocument/2006/relationships/image" Target="../media/image55.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38.png"/><Relationship Id="rId4" Type="http://schemas.openxmlformats.org/officeDocument/2006/relationships/image" Target="../media/image46.jpg"/><Relationship Id="rId5" Type="http://schemas.openxmlformats.org/officeDocument/2006/relationships/image" Target="../media/image3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image" Target="../media/image4.png"/><Relationship Id="rId4" Type="http://schemas.openxmlformats.org/officeDocument/2006/relationships/image" Target="../media/image4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11.png"/><Relationship Id="rId4" Type="http://schemas.openxmlformats.org/officeDocument/2006/relationships/image" Target="../media/image5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40.jpg"/><Relationship Id="rId4" Type="http://schemas.openxmlformats.org/officeDocument/2006/relationships/image" Target="../media/image4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 Id="rId3" Type="http://schemas.openxmlformats.org/officeDocument/2006/relationships/image" Target="../media/image11.png"/><Relationship Id="rId4" Type="http://schemas.openxmlformats.org/officeDocument/2006/relationships/image" Target="../media/image5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 Id="rId3" Type="http://schemas.openxmlformats.org/officeDocument/2006/relationships/image" Target="../media/image11.png"/><Relationship Id="rId4" Type="http://schemas.openxmlformats.org/officeDocument/2006/relationships/image" Target="../media/image5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 Id="rId3" Type="http://schemas.openxmlformats.org/officeDocument/2006/relationships/image" Target="../media/image11.png"/><Relationship Id="rId4" Type="http://schemas.openxmlformats.org/officeDocument/2006/relationships/image" Target="../media/image4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 Id="rId3" Type="http://schemas.openxmlformats.org/officeDocument/2006/relationships/image" Target="../media/image11.png"/><Relationship Id="rId4" Type="http://schemas.openxmlformats.org/officeDocument/2006/relationships/image" Target="../media/image4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image" Target="../media/image11.png"/><Relationship Id="rId4" Type="http://schemas.openxmlformats.org/officeDocument/2006/relationships/image" Target="../media/image4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 Id="rId3" Type="http://schemas.openxmlformats.org/officeDocument/2006/relationships/image" Target="../media/image11.png"/><Relationship Id="rId4" Type="http://schemas.openxmlformats.org/officeDocument/2006/relationships/image" Target="../media/image50.png"/><Relationship Id="rId5" Type="http://schemas.openxmlformats.org/officeDocument/2006/relationships/image" Target="../media/image45.png"/><Relationship Id="rId6" Type="http://schemas.openxmlformats.org/officeDocument/2006/relationships/image" Target="../media/image54.png"/><Relationship Id="rId7" Type="http://schemas.openxmlformats.org/officeDocument/2006/relationships/image" Target="../media/image64.png"/><Relationship Id="rId8" Type="http://schemas.openxmlformats.org/officeDocument/2006/relationships/image" Target="../media/image4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 Id="rId3" Type="http://schemas.openxmlformats.org/officeDocument/2006/relationships/image" Target="../media/image11.png"/><Relationship Id="rId4" Type="http://schemas.openxmlformats.org/officeDocument/2006/relationships/image" Target="../media/image6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3.xml"/><Relationship Id="rId3" Type="http://schemas.openxmlformats.org/officeDocument/2006/relationships/image" Target="../media/image1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4.xml"/><Relationship Id="rId3" Type="http://schemas.openxmlformats.org/officeDocument/2006/relationships/image" Target="../media/image11.png"/><Relationship Id="rId4" Type="http://schemas.openxmlformats.org/officeDocument/2006/relationships/image" Target="../media/image6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5.xml"/><Relationship Id="rId3"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6.xml"/><Relationship Id="rId3" Type="http://schemas.openxmlformats.org/officeDocument/2006/relationships/image" Target="../media/image11.png"/><Relationship Id="rId4" Type="http://schemas.openxmlformats.org/officeDocument/2006/relationships/image" Target="../media/image56.png"/><Relationship Id="rId5" Type="http://schemas.openxmlformats.org/officeDocument/2006/relationships/image" Target="../media/image7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7.xml"/><Relationship Id="rId3" Type="http://schemas.openxmlformats.org/officeDocument/2006/relationships/image" Target="../media/image1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 Id="rId3" Type="http://schemas.openxmlformats.org/officeDocument/2006/relationships/image" Target="../media/image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 Id="rId3" Type="http://schemas.openxmlformats.org/officeDocument/2006/relationships/image" Target="../media/image11.png"/><Relationship Id="rId4" Type="http://schemas.openxmlformats.org/officeDocument/2006/relationships/image" Target="../media/image5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0.xml"/><Relationship Id="rId3" Type="http://schemas.openxmlformats.org/officeDocument/2006/relationships/image" Target="../media/image11.png"/><Relationship Id="rId4" Type="http://schemas.openxmlformats.org/officeDocument/2006/relationships/image" Target="../media/image5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1.xml"/><Relationship Id="rId3" Type="http://schemas.openxmlformats.org/officeDocument/2006/relationships/image" Target="../media/image5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2.xml"/><Relationship Id="rId3" Type="http://schemas.openxmlformats.org/officeDocument/2006/relationships/image" Target="../media/image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 Id="rId3" Type="http://schemas.openxmlformats.org/officeDocument/2006/relationships/image" Target="../media/image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7.xml"/><Relationship Id="rId3" Type="http://schemas.openxmlformats.org/officeDocument/2006/relationships/image" Target="../media/image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8.xml"/><Relationship Id="rId3" Type="http://schemas.openxmlformats.org/officeDocument/2006/relationships/image" Target="../media/image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9.xml"/><Relationship Id="rId3" Type="http://schemas.openxmlformats.org/officeDocument/2006/relationships/image" Target="../media/image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0.xml"/><Relationship Id="rId3" Type="http://schemas.openxmlformats.org/officeDocument/2006/relationships/image" Target="../media/image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1.xml"/><Relationship Id="rId3" Type="http://schemas.openxmlformats.org/officeDocument/2006/relationships/image" Target="../media/image1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2.xml"/><Relationship Id="rId3" Type="http://schemas.openxmlformats.org/officeDocument/2006/relationships/image" Target="../media/image4.png"/><Relationship Id="rId4" Type="http://schemas.openxmlformats.org/officeDocument/2006/relationships/image" Target="../media/image70.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3.xml"/><Relationship Id="rId3" Type="http://schemas.openxmlformats.org/officeDocument/2006/relationships/image" Target="../media/image4.png"/><Relationship Id="rId4" Type="http://schemas.openxmlformats.org/officeDocument/2006/relationships/image" Target="../media/image60.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4.xml"/><Relationship Id="rId3" Type="http://schemas.openxmlformats.org/officeDocument/2006/relationships/image" Target="../media/image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5.xml"/><Relationship Id="rId3" Type="http://schemas.openxmlformats.org/officeDocument/2006/relationships/image" Target="../media/image4.png"/><Relationship Id="rId4" Type="http://schemas.openxmlformats.org/officeDocument/2006/relationships/image" Target="../media/image62.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6.xml"/><Relationship Id="rId3" Type="http://schemas.openxmlformats.org/officeDocument/2006/relationships/image" Target="../media/image4.png"/><Relationship Id="rId4" Type="http://schemas.openxmlformats.org/officeDocument/2006/relationships/image" Target="../media/image66.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8.xml"/><Relationship Id="rId3" Type="http://schemas.openxmlformats.org/officeDocument/2006/relationships/image" Target="../media/image10.png"/><Relationship Id="rId4" Type="http://schemas.openxmlformats.org/officeDocument/2006/relationships/image" Target="../media/image6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 Id="rId3" Type="http://schemas.openxmlformats.org/officeDocument/2006/relationships/image" Target="../media/image7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0.xml"/><Relationship Id="rId3" Type="http://schemas.openxmlformats.org/officeDocument/2006/relationships/image" Target="../media/image6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 Id="rId3" Type="http://schemas.openxmlformats.org/officeDocument/2006/relationships/image" Target="../media/image6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2.xml"/><Relationship Id="rId3" Type="http://schemas.openxmlformats.org/officeDocument/2006/relationships/image" Target="../media/image6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 Id="rId3" Type="http://schemas.openxmlformats.org/officeDocument/2006/relationships/image" Target="../media/image7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Relationship Id="rId3" Type="http://schemas.openxmlformats.org/officeDocument/2006/relationships/image" Target="../media/image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6.xml"/><Relationship Id="rId3" Type="http://schemas.openxmlformats.org/officeDocument/2006/relationships/image" Target="../media/image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7.xml"/><Relationship Id="rId3" Type="http://schemas.openxmlformats.org/officeDocument/2006/relationships/image" Target="../media/image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8.xml"/><Relationship Id="rId3" Type="http://schemas.openxmlformats.org/officeDocument/2006/relationships/image" Target="../media/image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9.xml"/><Relationship Id="rId3" Type="http://schemas.openxmlformats.org/officeDocument/2006/relationships/image" Target="../media/image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 Id="rId3" Type="http://schemas.openxmlformats.org/officeDocument/2006/relationships/image" Target="../media/image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1.xml"/><Relationship Id="rId3" Type="http://schemas.openxmlformats.org/officeDocument/2006/relationships/image" Target="../media/image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2.xml"/><Relationship Id="rId3" Type="http://schemas.openxmlformats.org/officeDocument/2006/relationships/image" Target="../media/image7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4.xml"/><Relationship Id="rId3" Type="http://schemas.openxmlformats.org/officeDocument/2006/relationships/image" Target="../media/image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5.xml"/><Relationship Id="rId3" Type="http://schemas.openxmlformats.org/officeDocument/2006/relationships/image" Target="../media/image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6.xml"/><Relationship Id="rId3" Type="http://schemas.openxmlformats.org/officeDocument/2006/relationships/image" Target="../media/image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7.xml"/><Relationship Id="rId3"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9.xml"/><Relationship Id="rId3" Type="http://schemas.openxmlformats.org/officeDocument/2006/relationships/image" Target="../media/image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0.xml"/><Relationship Id="rId3" Type="http://schemas.openxmlformats.org/officeDocument/2006/relationships/image" Target="../media/image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0" name="Shape 2060"/>
        <p:cNvGrpSpPr/>
        <p:nvPr/>
      </p:nvGrpSpPr>
      <p:grpSpPr>
        <a:xfrm>
          <a:off x="0" y="0"/>
          <a:ext cx="0" cy="0"/>
          <a:chOff x="0" y="0"/>
          <a:chExt cx="0" cy="0"/>
        </a:xfrm>
      </p:grpSpPr>
      <p:sp>
        <p:nvSpPr>
          <p:cNvPr id="2061" name="Google Shape;2061;p1"/>
          <p:cNvSpPr/>
          <p:nvPr/>
        </p:nvSpPr>
        <p:spPr>
          <a:xfrm>
            <a:off x="462058" y="450221"/>
            <a:ext cx="11272742" cy="3918123"/>
          </a:xfrm>
          <a:prstGeom prst="rect">
            <a:avLst/>
          </a:prstGeom>
          <a:solidFill>
            <a:srgbClr val="404040">
              <a:alpha val="9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404040"/>
              </a:solidFill>
              <a:latin typeface="Calibri"/>
              <a:ea typeface="Calibri"/>
              <a:cs typeface="Calibri"/>
              <a:sym typeface="Calibri"/>
            </a:endParaRPr>
          </a:p>
        </p:txBody>
      </p:sp>
      <p:sp>
        <p:nvSpPr>
          <p:cNvPr id="2062" name="Google Shape;2062;p1"/>
          <p:cNvSpPr txBox="1"/>
          <p:nvPr>
            <p:ph type="ctrTitle"/>
          </p:nvPr>
        </p:nvSpPr>
        <p:spPr>
          <a:xfrm>
            <a:off x="1100669" y="1111086"/>
            <a:ext cx="10011831" cy="262388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8200"/>
              <a:buFont typeface="Times New Roman"/>
              <a:buNone/>
            </a:pPr>
            <a:r>
              <a:rPr b="1" lang="en-US" sz="8200">
                <a:solidFill>
                  <a:srgbClr val="FFFFFF"/>
                </a:solidFill>
                <a:latin typeface="Times New Roman"/>
                <a:ea typeface="Times New Roman"/>
                <a:cs typeface="Times New Roman"/>
                <a:sym typeface="Times New Roman"/>
              </a:rPr>
              <a:t>Développement Agile</a:t>
            </a:r>
            <a:endParaRPr b="1" sz="8200">
              <a:solidFill>
                <a:srgbClr val="FFFFFF"/>
              </a:solidFill>
              <a:latin typeface="Times New Roman"/>
              <a:ea typeface="Times New Roman"/>
              <a:cs typeface="Times New Roman"/>
              <a:sym typeface="Times New Roman"/>
            </a:endParaRPr>
          </a:p>
        </p:txBody>
      </p:sp>
      <p:sp>
        <p:nvSpPr>
          <p:cNvPr id="2063" name="Google Shape;2063;p1"/>
          <p:cNvSpPr/>
          <p:nvPr/>
        </p:nvSpPr>
        <p:spPr>
          <a:xfrm>
            <a:off x="457200" y="4521269"/>
            <a:ext cx="6699246" cy="1877811"/>
          </a:xfrm>
          <a:prstGeom prst="rect">
            <a:avLst/>
          </a:prstGeom>
          <a:solidFill>
            <a:srgbClr val="A5A5A5">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C:\xampp\htdocs\cimpa-casablanca2018\images\logo1.PNG" id="2064" name="Google Shape;2064;p1"/>
          <p:cNvPicPr preferRelativeResize="0"/>
          <p:nvPr/>
        </p:nvPicPr>
        <p:blipFill rotWithShape="1">
          <a:blip r:embed="rId3">
            <a:alphaModFix/>
          </a:blip>
          <a:srcRect b="0" l="0" r="0" t="0"/>
          <a:stretch/>
        </p:blipFill>
        <p:spPr>
          <a:xfrm>
            <a:off x="7478179" y="5135080"/>
            <a:ext cx="1819434" cy="658889"/>
          </a:xfrm>
          <a:prstGeom prst="rect">
            <a:avLst/>
          </a:prstGeom>
          <a:noFill/>
          <a:ln>
            <a:noFill/>
          </a:ln>
        </p:spPr>
      </p:pic>
      <p:sp>
        <p:nvSpPr>
          <p:cNvPr id="2065" name="Google Shape;2065;p1"/>
          <p:cNvSpPr/>
          <p:nvPr/>
        </p:nvSpPr>
        <p:spPr>
          <a:xfrm>
            <a:off x="9619345" y="4521270"/>
            <a:ext cx="2115455" cy="1890204"/>
          </a:xfrm>
          <a:prstGeom prst="rect">
            <a:avLst/>
          </a:prstGeom>
          <a:solidFill>
            <a:schemeClr val="accent1">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6" name="Google Shape;2066;p1"/>
          <p:cNvSpPr txBox="1"/>
          <p:nvPr>
            <p:ph idx="1" type="subTitle"/>
          </p:nvPr>
        </p:nvSpPr>
        <p:spPr>
          <a:xfrm>
            <a:off x="1063332" y="5107022"/>
            <a:ext cx="5029201" cy="582577"/>
          </a:xfrm>
          <a:prstGeom prst="rect">
            <a:avLst/>
          </a:prstGeom>
          <a:noFill/>
          <a:ln>
            <a:noFill/>
          </a:ln>
        </p:spPr>
        <p:txBody>
          <a:bodyPr anchorCtr="0" anchor="t" bIns="45700" lIns="91425" spcFirstLastPara="1" rIns="91425" wrap="square" tIns="45700">
            <a:normAutofit fontScale="70000" lnSpcReduction="20000"/>
          </a:bodyPr>
          <a:lstStyle/>
          <a:p>
            <a:pPr indent="0" lvl="0" marL="0" rtl="0" algn="ctr">
              <a:lnSpc>
                <a:spcPct val="90000"/>
              </a:lnSpc>
              <a:spcBef>
                <a:spcPts val="0"/>
              </a:spcBef>
              <a:spcAft>
                <a:spcPts val="0"/>
              </a:spcAft>
              <a:buClr>
                <a:schemeClr val="dk1"/>
              </a:buClr>
              <a:buSzPct val="100000"/>
              <a:buNone/>
            </a:pPr>
            <a:r>
              <a:rPr b="1" lang="en-US" sz="3600">
                <a:latin typeface="Times New Roman"/>
                <a:ea typeface="Times New Roman"/>
                <a:cs typeface="Times New Roman"/>
                <a:sym typeface="Times New Roman"/>
              </a:rPr>
              <a:t>P. Rachida AIT ABDELOUAHID</a:t>
            </a:r>
            <a:endParaRPr/>
          </a:p>
        </p:txBody>
      </p:sp>
      <p:sp>
        <p:nvSpPr>
          <p:cNvPr id="2067" name="Google Shape;2067;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24D5E"/>
        </a:solidFill>
      </p:bgPr>
    </p:bg>
    <p:spTree>
      <p:nvGrpSpPr>
        <p:cNvPr id="2072" name="Shape 2072"/>
        <p:cNvGrpSpPr/>
        <p:nvPr/>
      </p:nvGrpSpPr>
      <p:grpSpPr>
        <a:xfrm>
          <a:off x="0" y="0"/>
          <a:ext cx="0" cy="0"/>
          <a:chOff x="0" y="0"/>
          <a:chExt cx="0" cy="0"/>
        </a:xfrm>
      </p:grpSpPr>
      <p:pic>
        <p:nvPicPr>
          <p:cNvPr id="2073" name="Google Shape;2073;p2"/>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2074" name="Google Shape;2074;p2"/>
          <p:cNvSpPr txBox="1"/>
          <p:nvPr>
            <p:ph type="title"/>
          </p:nvPr>
        </p:nvSpPr>
        <p:spPr>
          <a:xfrm>
            <a:off x="6096000" y="2819892"/>
            <a:ext cx="5689600" cy="2593483"/>
          </a:xfrm>
          <a:prstGeom prst="rect">
            <a:avLst/>
          </a:prstGeom>
          <a:solidFill>
            <a:schemeClr val="lt1">
              <a:alpha val="54901"/>
            </a:schemeClr>
          </a:solidFill>
          <a:ln>
            <a:noFill/>
          </a:ln>
        </p:spPr>
        <p:txBody>
          <a:bodyPr anchorCtr="0" anchor="ctr" bIns="182875" lIns="274300" spcFirstLastPara="1" rIns="274300" wrap="square" tIns="91425">
            <a:normAutofit/>
          </a:bodyPr>
          <a:lstStyle/>
          <a:p>
            <a:pPr indent="0" lvl="0" marL="0" rtl="0" algn="ctr">
              <a:lnSpc>
                <a:spcPct val="90000"/>
              </a:lnSpc>
              <a:spcBef>
                <a:spcPts val="0"/>
              </a:spcBef>
              <a:spcAft>
                <a:spcPts val="0"/>
              </a:spcAft>
              <a:buClr>
                <a:schemeClr val="dk1"/>
              </a:buClr>
              <a:buSzPts val="5400"/>
              <a:buFont typeface="Calibri"/>
              <a:buNone/>
            </a:pPr>
            <a:r>
              <a:rPr lang="en-US" sz="5400"/>
              <a:t>Contexte général</a:t>
            </a:r>
            <a:endParaRPr sz="5400"/>
          </a:p>
        </p:txBody>
      </p:sp>
      <p:sp>
        <p:nvSpPr>
          <p:cNvPr id="2075" name="Google Shape;2075;p2"/>
          <p:cNvSpPr txBox="1"/>
          <p:nvPr>
            <p:ph idx="1" type="body"/>
          </p:nvPr>
        </p:nvSpPr>
        <p:spPr>
          <a:xfrm>
            <a:off x="6096000" y="5413375"/>
            <a:ext cx="5689600" cy="942975"/>
          </a:xfrm>
          <a:prstGeom prst="rect">
            <a:avLst/>
          </a:prstGeom>
          <a:solidFill>
            <a:schemeClr val="lt1">
              <a:alpha val="74901"/>
            </a:schemeClr>
          </a:solidFill>
          <a:ln>
            <a:noFill/>
          </a:ln>
        </p:spPr>
        <p:txBody>
          <a:bodyPr anchorCtr="0" anchor="ctr" bIns="182875" lIns="274300" spcFirstLastPara="1" rIns="274300" wrap="square" tIns="91425">
            <a:normAutofit/>
          </a:bodyPr>
          <a:lstStyle/>
          <a:p>
            <a:pPr indent="0" lvl="0" marL="0" rtl="0" algn="ctr">
              <a:lnSpc>
                <a:spcPct val="90000"/>
              </a:lnSpc>
              <a:spcBef>
                <a:spcPts val="0"/>
              </a:spcBef>
              <a:spcAft>
                <a:spcPts val="0"/>
              </a:spcAft>
              <a:buClr>
                <a:srgbClr val="8C9CA6"/>
              </a:buClr>
              <a:buSzPts val="2400"/>
              <a:buNone/>
            </a:pPr>
            <a:r>
              <a:t/>
            </a:r>
            <a:endParaRPr>
              <a:solidFill>
                <a:schemeClr val="dk1"/>
              </a:solidFill>
            </a:endParaRPr>
          </a:p>
        </p:txBody>
      </p:sp>
      <p:grpSp>
        <p:nvGrpSpPr>
          <p:cNvPr id="2076" name="Google Shape;2076;p2"/>
          <p:cNvGrpSpPr/>
          <p:nvPr/>
        </p:nvGrpSpPr>
        <p:grpSpPr>
          <a:xfrm>
            <a:off x="6096000" y="6264910"/>
            <a:ext cx="5689600" cy="91440"/>
            <a:chOff x="0" y="4480421"/>
            <a:chExt cx="12192000" cy="91440"/>
          </a:xfrm>
        </p:grpSpPr>
        <p:sp>
          <p:nvSpPr>
            <p:cNvPr id="2077" name="Google Shape;2077;p2"/>
            <p:cNvSpPr/>
            <p:nvPr/>
          </p:nvSpPr>
          <p:spPr>
            <a:xfrm>
              <a:off x="0" y="4480421"/>
              <a:ext cx="243230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8" name="Google Shape;2078;p2"/>
            <p:cNvSpPr/>
            <p:nvPr/>
          </p:nvSpPr>
          <p:spPr>
            <a:xfrm>
              <a:off x="2439924" y="4480421"/>
              <a:ext cx="2432304" cy="914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9" name="Google Shape;2079;p2"/>
            <p:cNvSpPr/>
            <p:nvPr/>
          </p:nvSpPr>
          <p:spPr>
            <a:xfrm>
              <a:off x="4879848" y="4480421"/>
              <a:ext cx="243230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80" name="Google Shape;2080;p2"/>
            <p:cNvSpPr/>
            <p:nvPr/>
          </p:nvSpPr>
          <p:spPr>
            <a:xfrm>
              <a:off x="7319772" y="4480421"/>
              <a:ext cx="243230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81" name="Google Shape;2081;p2"/>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082" name="Google Shape;208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6" name="Shape 2086"/>
        <p:cNvGrpSpPr/>
        <p:nvPr/>
      </p:nvGrpSpPr>
      <p:grpSpPr>
        <a:xfrm>
          <a:off x="0" y="0"/>
          <a:ext cx="0" cy="0"/>
          <a:chOff x="0" y="0"/>
          <a:chExt cx="0" cy="0"/>
        </a:xfrm>
      </p:grpSpPr>
      <p:sp>
        <p:nvSpPr>
          <p:cNvPr id="2087" name="Google Shape;2087;p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88" name="Google Shape;2088;p3"/>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089" name="Google Shape;2089;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90" name="Google Shape;2090;p3"/>
          <p:cNvSpPr txBox="1"/>
          <p:nvPr>
            <p:ph type="title"/>
          </p:nvPr>
        </p:nvSpPr>
        <p:spPr>
          <a:xfrm>
            <a:off x="527535" y="2053641"/>
            <a:ext cx="4038554"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Qu’est-ce qu’un système ?</a:t>
            </a:r>
            <a:endParaRPr/>
          </a:p>
        </p:txBody>
      </p:sp>
      <p:sp>
        <p:nvSpPr>
          <p:cNvPr id="2091" name="Google Shape;2091;p3"/>
          <p:cNvSpPr txBox="1"/>
          <p:nvPr/>
        </p:nvSpPr>
        <p:spPr>
          <a:xfrm>
            <a:off x="5149895" y="801866"/>
            <a:ext cx="6486434" cy="5421836"/>
          </a:xfrm>
          <a:prstGeom prst="rect">
            <a:avLst/>
          </a:prstGeom>
          <a:noFill/>
          <a:ln>
            <a:noFill/>
          </a:ln>
        </p:spPr>
        <p:txBody>
          <a:bodyPr anchorCtr="0" anchor="ctr" bIns="45700" lIns="91425" spcFirstLastPara="1" rIns="91425" wrap="square" tIns="45700">
            <a:noAutofit/>
          </a:bodyPr>
          <a:lstStyle/>
          <a:p>
            <a:pPr indent="-228600" lvl="0" marL="355600" marR="5080" rtl="0" algn="just">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Un système est un ensemble d’éléments interagissant entre eux suivant un certains nombres de principes et de règles dans le but de réaliser un objectif.</a:t>
            </a:r>
            <a:endParaRPr/>
          </a:p>
          <a:p>
            <a:pPr indent="-228600" lvl="0" marL="3556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La frontière d'un système est le critère d'appartenance au système.</a:t>
            </a:r>
            <a:endParaRPr/>
          </a:p>
          <a:p>
            <a:pPr indent="-228600" lvl="0" marL="3556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L'environnement est la partie du monde extérieur au système.</a:t>
            </a:r>
            <a:endParaRPr/>
          </a:p>
          <a:p>
            <a:pPr indent="-228600" lvl="0" marL="3556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Un système est souvent hiérarchisé à l’aide de sous-systèmes.</a:t>
            </a:r>
            <a:endParaRPr/>
          </a:p>
          <a:p>
            <a:pPr indent="-228600" lvl="0" marL="3556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Un système complexe se caractérise par :</a:t>
            </a:r>
            <a:endParaRPr/>
          </a:p>
          <a:p>
            <a:pPr indent="-228600" lvl="1" marL="9271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Sa </a:t>
            </a:r>
            <a:r>
              <a:rPr b="1" i="0" lang="en-US" sz="2200" u="none" cap="none" strike="noStrike">
                <a:solidFill>
                  <a:srgbClr val="D4530F"/>
                </a:solidFill>
                <a:latin typeface="Times New Roman"/>
                <a:ea typeface="Times New Roman"/>
                <a:cs typeface="Times New Roman"/>
                <a:sym typeface="Times New Roman"/>
              </a:rPr>
              <a:t>dimension</a:t>
            </a:r>
            <a:r>
              <a:rPr b="0" i="0" lang="en-US" sz="2200" u="none" cap="none" strike="noStrike">
                <a:solidFill>
                  <a:srgbClr val="000000"/>
                </a:solidFill>
                <a:latin typeface="Times New Roman"/>
                <a:ea typeface="Times New Roman"/>
                <a:cs typeface="Times New Roman"/>
                <a:sym typeface="Times New Roman"/>
              </a:rPr>
              <a:t>, qui nécessite la collaboration de plusieurs personnes ;</a:t>
            </a:r>
            <a:endParaRPr/>
          </a:p>
          <a:p>
            <a:pPr indent="-228600" lvl="1" marL="9271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Son </a:t>
            </a:r>
            <a:r>
              <a:rPr b="1" i="0" lang="en-US" sz="2200" u="none" cap="none" strike="noStrike">
                <a:solidFill>
                  <a:srgbClr val="D4530F"/>
                </a:solidFill>
                <a:latin typeface="Times New Roman"/>
                <a:ea typeface="Times New Roman"/>
                <a:cs typeface="Times New Roman"/>
                <a:sym typeface="Times New Roman"/>
              </a:rPr>
              <a:t>évolutivité</a:t>
            </a:r>
            <a:r>
              <a:rPr b="0" i="0" lang="en-US" sz="2200" u="none" cap="none" strike="noStrike">
                <a:solidFill>
                  <a:srgbClr val="000000"/>
                </a:solidFill>
                <a:latin typeface="Times New Roman"/>
                <a:ea typeface="Times New Roman"/>
                <a:cs typeface="Times New Roman"/>
                <a:sym typeface="Times New Roman"/>
              </a:rPr>
              <a:t>.</a:t>
            </a:r>
            <a:endParaRPr/>
          </a:p>
        </p:txBody>
      </p:sp>
      <p:sp>
        <p:nvSpPr>
          <p:cNvPr id="2092" name="Google Shape;2092;p3"/>
          <p:cNvSpPr/>
          <p:nvPr>
            <p:ph idx="12" type="sldNum"/>
          </p:nvPr>
        </p:nvSpPr>
        <p:spPr>
          <a:xfrm>
            <a:off x="10825930" y="6223702"/>
            <a:ext cx="570728" cy="314067"/>
          </a:xfrm>
          <a:prstGeom prst="ellipse">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None/>
            </a:pPr>
            <a:fld id="{00000000-1234-1234-1234-123412341234}" type="slidenum">
              <a:rPr lang="en-US" sz="900">
                <a:solidFill>
                  <a:srgbClr val="898989"/>
                </a:solidFill>
              </a:rPr>
              <a:t>‹#›</a:t>
            </a:fld>
            <a:endParaRPr sz="9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96" name="Shape 2096"/>
        <p:cNvGrpSpPr/>
        <p:nvPr/>
      </p:nvGrpSpPr>
      <p:grpSpPr>
        <a:xfrm>
          <a:off x="0" y="0"/>
          <a:ext cx="0" cy="0"/>
          <a:chOff x="0" y="0"/>
          <a:chExt cx="0" cy="0"/>
        </a:xfrm>
      </p:grpSpPr>
      <p:sp>
        <p:nvSpPr>
          <p:cNvPr id="2097" name="Google Shape;2097;p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98" name="Google Shape;2098;p4"/>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099" name="Google Shape;2099;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00" name="Google Shape;2100;p4"/>
          <p:cNvSpPr txBox="1"/>
          <p:nvPr>
            <p:ph idx="4294967295" type="title"/>
          </p:nvPr>
        </p:nvSpPr>
        <p:spPr>
          <a:xfrm>
            <a:off x="264281" y="2053641"/>
            <a:ext cx="3970094"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Qu’est-ce qu’un logiciel ?</a:t>
            </a:r>
            <a:endParaRPr/>
          </a:p>
        </p:txBody>
      </p:sp>
      <p:sp>
        <p:nvSpPr>
          <p:cNvPr id="2101" name="Google Shape;2101;p4"/>
          <p:cNvSpPr txBox="1"/>
          <p:nvPr/>
        </p:nvSpPr>
        <p:spPr>
          <a:xfrm>
            <a:off x="4881489" y="801866"/>
            <a:ext cx="6515169" cy="5421836"/>
          </a:xfrm>
          <a:prstGeom prst="rect">
            <a:avLst/>
          </a:prstGeom>
          <a:noFill/>
          <a:ln>
            <a:noFill/>
          </a:ln>
        </p:spPr>
        <p:txBody>
          <a:bodyPr anchorCtr="0" anchor="ctr" bIns="45700" lIns="91425" spcFirstLastPara="1" rIns="91425" wrap="square" tIns="45700">
            <a:noAutofit/>
          </a:bodyPr>
          <a:lstStyle/>
          <a:p>
            <a:pPr indent="0" lvl="0" marL="0" marR="5080" rtl="0" algn="just">
              <a:lnSpc>
                <a:spcPct val="90000"/>
              </a:lnSpc>
              <a:spcBef>
                <a:spcPts val="0"/>
              </a:spcBef>
              <a:spcAft>
                <a:spcPts val="0"/>
              </a:spcAft>
              <a:buNone/>
            </a:pPr>
            <a:r>
              <a:rPr b="0" i="0" lang="en-US" sz="2200" u="none" cap="none" strike="noStrike">
                <a:solidFill>
                  <a:srgbClr val="000000"/>
                </a:solidFill>
                <a:latin typeface="Times New Roman"/>
                <a:ea typeface="Times New Roman"/>
                <a:cs typeface="Times New Roman"/>
                <a:sym typeface="Times New Roman"/>
              </a:rPr>
              <a:t>Un logiciel est: </a:t>
            </a:r>
            <a:endParaRPr/>
          </a:p>
          <a:p>
            <a:pPr indent="-342900" lvl="0" marL="584200" marR="5080" rtl="0" algn="just">
              <a:lnSpc>
                <a:spcPct val="90000"/>
              </a:lnSpc>
              <a:spcBef>
                <a:spcPts val="1425"/>
              </a:spcBef>
              <a:spcAft>
                <a:spcPts val="0"/>
              </a:spcAft>
              <a:buClr>
                <a:srgbClr val="000000"/>
              </a:buClr>
              <a:buSzPts val="2200"/>
              <a:buFont typeface="Noto Sans Symbols"/>
              <a:buChar char="⮚"/>
            </a:pPr>
            <a:r>
              <a:rPr b="0" i="0" lang="en-US" sz="2200" u="none" cap="none" strike="noStrike">
                <a:solidFill>
                  <a:srgbClr val="000000"/>
                </a:solidFill>
                <a:latin typeface="Times New Roman"/>
                <a:ea typeface="Times New Roman"/>
                <a:cs typeface="Times New Roman"/>
                <a:sym typeface="Times New Roman"/>
              </a:rPr>
              <a:t>un ensemble d'entités </a:t>
            </a:r>
            <a:r>
              <a:rPr b="0" i="0" lang="en-US" sz="2200" u="none" cap="none" strike="noStrike">
                <a:solidFill>
                  <a:srgbClr val="006F99"/>
                </a:solidFill>
                <a:latin typeface="Times New Roman"/>
                <a:ea typeface="Times New Roman"/>
                <a:cs typeface="Times New Roman"/>
                <a:sym typeface="Times New Roman"/>
              </a:rPr>
              <a:t>(des programmes, des documentations d'utilisation, des informations de configuration, etc.) </a:t>
            </a:r>
            <a:r>
              <a:rPr b="0" i="0" lang="en-US" sz="2200" u="none" cap="none" strike="noStrike">
                <a:solidFill>
                  <a:srgbClr val="000000"/>
                </a:solidFill>
                <a:latin typeface="Times New Roman"/>
                <a:ea typeface="Times New Roman"/>
                <a:cs typeface="Times New Roman"/>
                <a:sym typeface="Times New Roman"/>
              </a:rPr>
              <a:t>nécessaires au fonctionnement d’un processus de traitement automatique de l’information.</a:t>
            </a:r>
            <a:endParaRPr/>
          </a:p>
          <a:p>
            <a:pPr indent="-342900" lvl="0" marL="584200" marR="5080" rtl="0" algn="just">
              <a:lnSpc>
                <a:spcPct val="90000"/>
              </a:lnSpc>
              <a:spcBef>
                <a:spcPts val="1425"/>
              </a:spcBef>
              <a:spcAft>
                <a:spcPts val="0"/>
              </a:spcAft>
              <a:buClr>
                <a:srgbClr val="000000"/>
              </a:buClr>
              <a:buSzPts val="2200"/>
              <a:buFont typeface="Noto Sans Symbols"/>
              <a:buChar char="⮚"/>
            </a:pPr>
            <a:r>
              <a:rPr b="0" i="0" lang="en-US" sz="2200" u="none" cap="none" strike="noStrike">
                <a:solidFill>
                  <a:srgbClr val="000000"/>
                </a:solidFill>
                <a:latin typeface="Times New Roman"/>
                <a:ea typeface="Times New Roman"/>
                <a:cs typeface="Times New Roman"/>
                <a:sym typeface="Times New Roman"/>
              </a:rPr>
              <a:t>un ensemble d'informations relatives à des traitements  effectués automatiquement par un appareil informatique. Y sont  incluses les instructions de traitement, regroupées sous forme de  programmes, des données.</a:t>
            </a:r>
            <a:endParaRPr/>
          </a:p>
          <a:p>
            <a:pPr indent="-342900" lvl="0" marL="584200" marR="5080" rtl="0" algn="just">
              <a:lnSpc>
                <a:spcPct val="90000"/>
              </a:lnSpc>
              <a:spcBef>
                <a:spcPts val="1425"/>
              </a:spcBef>
              <a:spcAft>
                <a:spcPts val="0"/>
              </a:spcAft>
              <a:buClr>
                <a:srgbClr val="000000"/>
              </a:buClr>
              <a:buSzPts val="2200"/>
              <a:buFont typeface="Noto Sans Symbols"/>
              <a:buChar char="⮚"/>
            </a:pPr>
            <a:r>
              <a:rPr b="0" i="0" lang="en-US" sz="2200" u="none" cap="none" strike="noStrike">
                <a:solidFill>
                  <a:srgbClr val="000000"/>
                </a:solidFill>
                <a:latin typeface="Times New Roman"/>
                <a:ea typeface="Times New Roman"/>
                <a:cs typeface="Times New Roman"/>
                <a:sym typeface="Times New Roman"/>
              </a:rPr>
              <a:t>un </a:t>
            </a:r>
            <a:r>
              <a:rPr b="0" i="0" lang="en-US" sz="2200" u="none" cap="none" strike="noStrike">
                <a:solidFill>
                  <a:srgbClr val="006F99"/>
                </a:solidFill>
                <a:latin typeface="Times New Roman"/>
                <a:ea typeface="Times New Roman"/>
                <a:cs typeface="Times New Roman"/>
                <a:sym typeface="Times New Roman"/>
              </a:rPr>
              <a:t>« transformateur »</a:t>
            </a:r>
            <a:r>
              <a:rPr b="0" i="0" lang="en-US" sz="2200" u="none" cap="none" strike="noStrike">
                <a:solidFill>
                  <a:srgbClr val="000000"/>
                </a:solidFill>
                <a:latin typeface="Times New Roman"/>
                <a:ea typeface="Times New Roman"/>
                <a:cs typeface="Times New Roman"/>
                <a:sym typeface="Times New Roman"/>
              </a:rPr>
              <a:t> d’information. Cette information  peut être aussi simple qu’un bit de données ou aussi complexe qu’une  présentation multimédia.</a:t>
            </a:r>
            <a:endParaRPr b="0" i="0" sz="2200" u="none" cap="none" strike="noStrike">
              <a:solidFill>
                <a:srgbClr val="000000"/>
              </a:solidFill>
              <a:latin typeface="Times New Roman"/>
              <a:ea typeface="Times New Roman"/>
              <a:cs typeface="Times New Roman"/>
              <a:sym typeface="Times New Roman"/>
            </a:endParaRPr>
          </a:p>
        </p:txBody>
      </p:sp>
      <p:sp>
        <p:nvSpPr>
          <p:cNvPr id="2102" name="Google Shape;2102;p4"/>
          <p:cNvSpPr/>
          <p:nvPr>
            <p:ph idx="4294967295" type="sldNum"/>
          </p:nvPr>
        </p:nvSpPr>
        <p:spPr>
          <a:xfrm>
            <a:off x="10825930" y="6223702"/>
            <a:ext cx="570728" cy="314067"/>
          </a:xfrm>
          <a:prstGeom prst="ellipse">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None/>
            </a:pPr>
            <a:fld id="{00000000-1234-1234-1234-123412341234}" type="slidenum">
              <a:rPr lang="en-US" sz="900">
                <a:solidFill>
                  <a:srgbClr val="898989"/>
                </a:solidFill>
              </a:rPr>
              <a:t>‹#›</a:t>
            </a:fld>
            <a:endParaRPr sz="9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6" name="Shape 2106"/>
        <p:cNvGrpSpPr/>
        <p:nvPr/>
      </p:nvGrpSpPr>
      <p:grpSpPr>
        <a:xfrm>
          <a:off x="0" y="0"/>
          <a:ext cx="0" cy="0"/>
          <a:chOff x="0" y="0"/>
          <a:chExt cx="0" cy="0"/>
        </a:xfrm>
      </p:grpSpPr>
      <p:sp>
        <p:nvSpPr>
          <p:cNvPr id="2107" name="Google Shape;2107;p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08" name="Google Shape;2108;p5"/>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109" name="Google Shape;2109;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10" name="Google Shape;2110;p5"/>
          <p:cNvSpPr txBox="1"/>
          <p:nvPr>
            <p:ph type="title"/>
          </p:nvPr>
        </p:nvSpPr>
        <p:spPr>
          <a:xfrm>
            <a:off x="391886" y="2053641"/>
            <a:ext cx="3917355"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Qu’est-ce qu’un logiciel ?</a:t>
            </a:r>
            <a:endParaRPr/>
          </a:p>
        </p:txBody>
      </p:sp>
      <p:sp>
        <p:nvSpPr>
          <p:cNvPr id="2111" name="Google Shape;2111;p5"/>
          <p:cNvSpPr txBox="1"/>
          <p:nvPr/>
        </p:nvSpPr>
        <p:spPr>
          <a:xfrm>
            <a:off x="5314547" y="320231"/>
            <a:ext cx="6340423" cy="6007997"/>
          </a:xfrm>
          <a:prstGeom prst="rect">
            <a:avLst/>
          </a:prstGeom>
          <a:noFill/>
          <a:ln>
            <a:noFill/>
          </a:ln>
        </p:spPr>
        <p:txBody>
          <a:bodyPr anchorCtr="0" anchor="ctr" bIns="45700" lIns="91425" spcFirstLastPara="1" rIns="91425" wrap="square" tIns="45700">
            <a:normAutofit/>
          </a:bodyPr>
          <a:lstStyle/>
          <a:p>
            <a:pPr indent="-127000" lvl="0" marL="127000" marR="5080" rtl="0" algn="l">
              <a:spcBef>
                <a:spcPts val="0"/>
              </a:spcBef>
              <a:spcAft>
                <a:spcPts val="0"/>
              </a:spcAft>
              <a:buClr>
                <a:srgbClr val="000000"/>
              </a:buClr>
              <a:buSzPts val="2200"/>
              <a:buFont typeface="Noto Sans Symbols"/>
              <a:buChar char="⮚"/>
            </a:pPr>
            <a:r>
              <a:rPr b="0" i="0" lang="en-US" sz="2200" u="none" cap="none" strike="noStrike">
                <a:solidFill>
                  <a:srgbClr val="000000"/>
                </a:solidFill>
                <a:latin typeface="Times New Roman"/>
                <a:ea typeface="Times New Roman"/>
                <a:cs typeface="Times New Roman"/>
                <a:sym typeface="Times New Roman"/>
              </a:rPr>
              <a:t>Un logiciel est en général un sous-système d’un système englobant.</a:t>
            </a:r>
            <a:endParaRPr/>
          </a:p>
          <a:p>
            <a:pPr indent="-342900" lvl="0" marL="469900" marR="5080" rtl="0" algn="l">
              <a:spcBef>
                <a:spcPts val="1425"/>
              </a:spcBef>
              <a:spcAft>
                <a:spcPts val="0"/>
              </a:spcAft>
              <a:buClr>
                <a:srgbClr val="000000"/>
              </a:buClr>
              <a:buSzPts val="2200"/>
              <a:buFont typeface="Noto Sans Symbols"/>
              <a:buChar char="⮚"/>
            </a:pPr>
            <a:r>
              <a:rPr b="0" i="0" lang="en-US" sz="2200" u="none" cap="none" strike="noStrike">
                <a:solidFill>
                  <a:srgbClr val="000000"/>
                </a:solidFill>
                <a:latin typeface="Times New Roman"/>
                <a:ea typeface="Times New Roman"/>
                <a:cs typeface="Times New Roman"/>
                <a:sym typeface="Times New Roman"/>
              </a:rPr>
              <a:t>Il peut interagir avec des clients, qui peuvent être :</a:t>
            </a:r>
            <a:endParaRPr/>
          </a:p>
          <a:p>
            <a:pPr indent="-228600" lvl="1" marL="1041400" marR="5080" rtl="0" algn="l">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des opérateurs humains </a:t>
            </a:r>
            <a:r>
              <a:rPr b="0" i="0" lang="en-US" sz="2200" u="none" cap="none" strike="noStrike">
                <a:solidFill>
                  <a:srgbClr val="006F99"/>
                </a:solidFill>
                <a:latin typeface="Times New Roman"/>
                <a:ea typeface="Times New Roman"/>
                <a:cs typeface="Times New Roman"/>
                <a:sym typeface="Times New Roman"/>
              </a:rPr>
              <a:t>(utilisateurs, administrateurs, etc. ) </a:t>
            </a:r>
            <a:r>
              <a:rPr b="0" i="0" lang="en-US" sz="2200" u="none" cap="none" strike="noStrike">
                <a:solidFill>
                  <a:srgbClr val="000000"/>
                </a:solidFill>
                <a:latin typeface="Times New Roman"/>
                <a:ea typeface="Times New Roman"/>
                <a:cs typeface="Times New Roman"/>
                <a:sym typeface="Times New Roman"/>
              </a:rPr>
              <a:t>;</a:t>
            </a:r>
            <a:endParaRPr/>
          </a:p>
          <a:p>
            <a:pPr indent="-228600" lvl="1" marL="1041400" marR="5080" rtl="0" algn="l">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d’autres logiciels ;</a:t>
            </a:r>
            <a:endParaRPr/>
          </a:p>
          <a:p>
            <a:pPr indent="-228600" lvl="1" marL="1041400" marR="5080" rtl="0" algn="l">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des contrôleurs matériels.</a:t>
            </a:r>
            <a:endParaRPr/>
          </a:p>
          <a:p>
            <a:pPr indent="-342900" lvl="0" marL="469900" marR="5080" rtl="0" algn="l">
              <a:spcBef>
                <a:spcPts val="1425"/>
              </a:spcBef>
              <a:spcAft>
                <a:spcPts val="0"/>
              </a:spcAft>
              <a:buClr>
                <a:srgbClr val="000000"/>
              </a:buClr>
              <a:buSzPts val="2200"/>
              <a:buFont typeface="Noto Sans Symbols"/>
              <a:buChar char="⮚"/>
            </a:pPr>
            <a:r>
              <a:rPr b="0" i="0" lang="en-US" sz="2200" u="none" cap="none" strike="noStrike">
                <a:solidFill>
                  <a:srgbClr val="000000"/>
                </a:solidFill>
                <a:latin typeface="Times New Roman"/>
                <a:ea typeface="Times New Roman"/>
                <a:cs typeface="Times New Roman"/>
                <a:sym typeface="Times New Roman"/>
              </a:rPr>
              <a:t>Il réalise une spécification : son comportement vérifie un ensemble de critères qui régissent ses interactions avec son environnement.</a:t>
            </a:r>
            <a:endParaRPr/>
          </a:p>
        </p:txBody>
      </p:sp>
      <p:sp>
        <p:nvSpPr>
          <p:cNvPr id="2112" name="Google Shape;2112;p5"/>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6" name="Shape 2116"/>
        <p:cNvGrpSpPr/>
        <p:nvPr/>
      </p:nvGrpSpPr>
      <p:grpSpPr>
        <a:xfrm>
          <a:off x="0" y="0"/>
          <a:ext cx="0" cy="0"/>
          <a:chOff x="0" y="0"/>
          <a:chExt cx="0" cy="0"/>
        </a:xfrm>
      </p:grpSpPr>
      <p:sp>
        <p:nvSpPr>
          <p:cNvPr id="2117" name="Google Shape;2117;p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18" name="Google Shape;2118;p6"/>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119" name="Google Shape;2119;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20" name="Google Shape;2120;p6"/>
          <p:cNvSpPr txBox="1"/>
          <p:nvPr/>
        </p:nvSpPr>
        <p:spPr>
          <a:xfrm>
            <a:off x="5092505" y="801866"/>
            <a:ext cx="6597747" cy="5230634"/>
          </a:xfrm>
          <a:prstGeom prst="rect">
            <a:avLst/>
          </a:prstGeom>
          <a:noFill/>
          <a:ln>
            <a:noFill/>
          </a:ln>
        </p:spPr>
        <p:txBody>
          <a:bodyPr anchorCtr="0" anchor="ctr" bIns="45700" lIns="91425" spcFirstLastPara="1" rIns="91425" wrap="square" tIns="45700">
            <a:normAutofit/>
          </a:bodyPr>
          <a:lstStyle/>
          <a:p>
            <a:pPr indent="0" lvl="0" marL="0" marR="5080" rtl="0" algn="just">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Le génie logiciel vise à garantir que :</a:t>
            </a:r>
            <a:endParaRPr/>
          </a:p>
          <a:p>
            <a:pPr indent="139700" lvl="0" marL="12700" marR="5080" rtl="0" algn="just">
              <a:spcBef>
                <a:spcPts val="1425"/>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342900" lvl="1" marL="1098550" marR="5080" rtl="0" algn="just">
              <a:spcBef>
                <a:spcPts val="1425"/>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la spécification répond aux besoins réels de ses clients ;</a:t>
            </a:r>
            <a:endParaRPr/>
          </a:p>
          <a:p>
            <a:pPr indent="-342900" lvl="1" marL="1098550" marR="5080" rtl="0" algn="just">
              <a:spcBef>
                <a:spcPts val="1425"/>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le logiciel respecte sa spécification ;</a:t>
            </a:r>
            <a:endParaRPr/>
          </a:p>
          <a:p>
            <a:pPr indent="-342900" lvl="1" marL="1098550" marR="5080" rtl="0" algn="just">
              <a:spcBef>
                <a:spcPts val="1425"/>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les coûts alloués pour sa réalisation sont respectés ;</a:t>
            </a:r>
            <a:endParaRPr/>
          </a:p>
          <a:p>
            <a:pPr indent="-342900" lvl="1" marL="1098550" marR="5080" rtl="0" algn="just">
              <a:spcBef>
                <a:spcPts val="1425"/>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les délais de réalisation sont respectés.</a:t>
            </a:r>
            <a:endParaRPr/>
          </a:p>
        </p:txBody>
      </p:sp>
      <p:sp>
        <p:nvSpPr>
          <p:cNvPr id="2121" name="Google Shape;2121;p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122" name="Google Shape;2122;p6"/>
          <p:cNvSpPr txBox="1"/>
          <p:nvPr/>
        </p:nvSpPr>
        <p:spPr>
          <a:xfrm>
            <a:off x="264280" y="2053641"/>
            <a:ext cx="4326477" cy="2760098"/>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FFFFFF"/>
              </a:buClr>
              <a:buSzPts val="4400"/>
              <a:buFont typeface="Times New Roman"/>
              <a:buNone/>
            </a:pPr>
            <a:r>
              <a:rPr b="1" i="0" lang="en-US" sz="4400" u="none" cap="none" strike="noStrike">
                <a:solidFill>
                  <a:srgbClr val="FFFFFF"/>
                </a:solidFill>
                <a:latin typeface="Times New Roman"/>
                <a:ea typeface="Times New Roman"/>
                <a:cs typeface="Times New Roman"/>
                <a:sym typeface="Times New Roman"/>
              </a:rPr>
              <a:t>Qu’est-ce que le génie logiciel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6" name="Shape 2126"/>
        <p:cNvGrpSpPr/>
        <p:nvPr/>
      </p:nvGrpSpPr>
      <p:grpSpPr>
        <a:xfrm>
          <a:off x="0" y="0"/>
          <a:ext cx="0" cy="0"/>
          <a:chOff x="0" y="0"/>
          <a:chExt cx="0" cy="0"/>
        </a:xfrm>
      </p:grpSpPr>
      <p:sp>
        <p:nvSpPr>
          <p:cNvPr id="2127" name="Google Shape;2127;p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28" name="Google Shape;2128;p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129" name="Google Shape;2129;p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30" name="Google Shape;2130;p7"/>
          <p:cNvSpPr txBox="1"/>
          <p:nvPr>
            <p:ph idx="4294967295" type="title"/>
          </p:nvPr>
        </p:nvSpPr>
        <p:spPr>
          <a:xfrm>
            <a:off x="451394" y="2053641"/>
            <a:ext cx="4077064"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Qu’est-ce qu’un processus ?</a:t>
            </a:r>
            <a:endParaRPr/>
          </a:p>
        </p:txBody>
      </p:sp>
      <p:sp>
        <p:nvSpPr>
          <p:cNvPr id="2131" name="Google Shape;2131;p7"/>
          <p:cNvSpPr txBox="1"/>
          <p:nvPr/>
        </p:nvSpPr>
        <p:spPr>
          <a:xfrm>
            <a:off x="4694487" y="534581"/>
            <a:ext cx="6416807" cy="5230634"/>
          </a:xfrm>
          <a:prstGeom prst="rect">
            <a:avLst/>
          </a:prstGeom>
          <a:noFill/>
          <a:ln>
            <a:noFill/>
          </a:ln>
        </p:spPr>
        <p:txBody>
          <a:bodyPr anchorCtr="0" anchor="ctr" bIns="45700" lIns="91425" spcFirstLastPara="1" rIns="91425" wrap="square" tIns="45700">
            <a:normAutofit/>
          </a:bodyPr>
          <a:lstStyle/>
          <a:p>
            <a:pPr indent="0" lvl="0" marL="0" marR="5080" rtl="0" algn="just">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Un processus de développement logiciel est un ensemble </a:t>
            </a:r>
            <a:r>
              <a:rPr b="0" i="0" lang="en-US" sz="2400" u="none" cap="none" strike="noStrike">
                <a:solidFill>
                  <a:srgbClr val="006F99"/>
                </a:solidFill>
                <a:latin typeface="Times New Roman"/>
                <a:ea typeface="Times New Roman"/>
                <a:cs typeface="Times New Roman"/>
                <a:sym typeface="Times New Roman"/>
              </a:rPr>
              <a:t>(structuré) </a:t>
            </a:r>
            <a:r>
              <a:rPr b="0" i="0" lang="en-US" sz="2400" u="none" cap="none" strike="noStrike">
                <a:solidFill>
                  <a:srgbClr val="000000"/>
                </a:solidFill>
                <a:latin typeface="Times New Roman"/>
                <a:ea typeface="Times New Roman"/>
                <a:cs typeface="Times New Roman"/>
                <a:sym typeface="Times New Roman"/>
              </a:rPr>
              <a:t>d’activités que conduisent à la production d’un logiciel</a:t>
            </a:r>
            <a:endParaRPr b="0" i="0" sz="2400" u="none" cap="none" strike="noStrike">
              <a:solidFill>
                <a:srgbClr val="000000"/>
              </a:solidFill>
              <a:latin typeface="Times New Roman"/>
              <a:ea typeface="Times New Roman"/>
              <a:cs typeface="Times New Roman"/>
              <a:sym typeface="Times New Roman"/>
            </a:endParaRPr>
          </a:p>
          <a:p>
            <a:pPr indent="0" lvl="0" marL="0" marR="5080" rtl="0" algn="just">
              <a:spcBef>
                <a:spcPts val="1425"/>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28600" lvl="1" marL="927100" marR="5080" rtl="0" algn="just">
              <a:spcBef>
                <a:spcPts val="1425"/>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Il n’existe pas de processus idéal.</a:t>
            </a:r>
            <a:endParaRPr/>
          </a:p>
          <a:p>
            <a:pPr indent="-228600" lvl="1" marL="927100" marR="5080" rtl="0" algn="just">
              <a:spcBef>
                <a:spcPts val="1425"/>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La plupart des entreprises adapte les processus existants à leurs besoins.</a:t>
            </a:r>
            <a:endParaRPr/>
          </a:p>
          <a:p>
            <a:pPr indent="-228600" lvl="1" marL="927100" marR="5080" rtl="0" algn="just">
              <a:spcBef>
                <a:spcPts val="1425"/>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Ces besoins varient en fonction du domaine, des contraintes de qualité, des personnes impliquées.</a:t>
            </a:r>
            <a:endParaRPr/>
          </a:p>
        </p:txBody>
      </p:sp>
      <p:sp>
        <p:nvSpPr>
          <p:cNvPr id="2132" name="Google Shape;2132;p7"/>
          <p:cNvSpPr txBox="1"/>
          <p:nvPr>
            <p:ph idx="4294967295"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65156"/>
        </a:solidFill>
      </p:bgPr>
    </p:bg>
    <p:spTree>
      <p:nvGrpSpPr>
        <p:cNvPr id="2136" name="Shape 2136"/>
        <p:cNvGrpSpPr/>
        <p:nvPr/>
      </p:nvGrpSpPr>
      <p:grpSpPr>
        <a:xfrm>
          <a:off x="0" y="0"/>
          <a:ext cx="0" cy="0"/>
          <a:chOff x="0" y="0"/>
          <a:chExt cx="0" cy="0"/>
        </a:xfrm>
      </p:grpSpPr>
      <p:sp>
        <p:nvSpPr>
          <p:cNvPr id="2137" name="Google Shape;2137;p8"/>
          <p:cNvSpPr/>
          <p:nvPr/>
        </p:nvSpPr>
        <p:spPr>
          <a:xfrm>
            <a:off x="1953768" y="0"/>
            <a:ext cx="8284464" cy="68580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38" name="Google Shape;2138;p8"/>
          <p:cNvSpPr/>
          <p:nvPr/>
        </p:nvSpPr>
        <p:spPr>
          <a:xfrm>
            <a:off x="2118360" y="0"/>
            <a:ext cx="7955280" cy="68580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39" name="Google Shape;2139;p8"/>
          <p:cNvSpPr txBox="1"/>
          <p:nvPr>
            <p:ph type="title"/>
          </p:nvPr>
        </p:nvSpPr>
        <p:spPr>
          <a:xfrm>
            <a:off x="2555631" y="1441938"/>
            <a:ext cx="7080738" cy="397412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4A66"/>
              </a:buClr>
              <a:buSzPts val="5400"/>
              <a:buFont typeface="Times New Roman"/>
              <a:buNone/>
            </a:pPr>
            <a:r>
              <a:rPr b="1" lang="en-US" sz="5400">
                <a:solidFill>
                  <a:srgbClr val="004A66"/>
                </a:solidFill>
                <a:latin typeface="Times New Roman"/>
                <a:ea typeface="Times New Roman"/>
                <a:cs typeface="Times New Roman"/>
                <a:sym typeface="Times New Roman"/>
              </a:rPr>
              <a:t>Processus de développement logiciel</a:t>
            </a:r>
            <a:endParaRPr b="1" sz="5400">
              <a:solidFill>
                <a:srgbClr val="004A66"/>
              </a:solidFill>
              <a:latin typeface="Times New Roman"/>
              <a:ea typeface="Times New Roman"/>
              <a:cs typeface="Times New Roman"/>
              <a:sym typeface="Times New Roman"/>
            </a:endParaRPr>
          </a:p>
        </p:txBody>
      </p:sp>
      <p:sp>
        <p:nvSpPr>
          <p:cNvPr id="2140" name="Google Shape;2140;p8"/>
          <p:cNvSpPr/>
          <p:nvPr>
            <p:ph idx="12" type="sldNum"/>
          </p:nvPr>
        </p:nvSpPr>
        <p:spPr>
          <a:xfrm>
            <a:off x="11000232" y="6108192"/>
            <a:ext cx="548640" cy="548640"/>
          </a:xfrm>
          <a:prstGeom prst="ellipse">
            <a:avLst/>
          </a:prstGeom>
          <a:solidFill>
            <a:srgbClr val="7F7F7F"/>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sz="1500">
                <a:solidFill>
                  <a:srgbClr val="FFFFFF"/>
                </a:solidFill>
              </a:rPr>
              <a:t>‹#›</a:t>
            </a:fld>
            <a:endParaRPr sz="1500">
              <a:solidFill>
                <a:srgbClr val="FFFFFF"/>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4" name="Shape 2144"/>
        <p:cNvGrpSpPr/>
        <p:nvPr/>
      </p:nvGrpSpPr>
      <p:grpSpPr>
        <a:xfrm>
          <a:off x="0" y="0"/>
          <a:ext cx="0" cy="0"/>
          <a:chOff x="0" y="0"/>
          <a:chExt cx="0" cy="0"/>
        </a:xfrm>
      </p:grpSpPr>
      <p:sp>
        <p:nvSpPr>
          <p:cNvPr id="2145" name="Google Shape;2145;p9"/>
          <p:cNvSpPr/>
          <p:nvPr/>
        </p:nvSpPr>
        <p:spPr>
          <a:xfrm rot="10800000">
            <a:off x="9016005" y="5367908"/>
            <a:ext cx="3175996" cy="1490093"/>
          </a:xfrm>
          <a:custGeom>
            <a:rect b="b" l="l" r="r" t="t"/>
            <a:pathLst>
              <a:path extrusionOk="0" h="1490093" w="3175996">
                <a:moveTo>
                  <a:pt x="2485888" y="1490093"/>
                </a:moveTo>
                <a:lnTo>
                  <a:pt x="0" y="1490093"/>
                </a:lnTo>
                <a:lnTo>
                  <a:pt x="0" y="0"/>
                </a:lnTo>
                <a:lnTo>
                  <a:pt x="3175996" y="0"/>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46" name="Google Shape;2146;p9"/>
          <p:cNvSpPr/>
          <p:nvPr/>
        </p:nvSpPr>
        <p:spPr>
          <a:xfrm>
            <a:off x="0" y="5367908"/>
            <a:ext cx="9566296" cy="1490093"/>
          </a:xfrm>
          <a:custGeom>
            <a:rect b="b" l="l" r="r" t="t"/>
            <a:pathLst>
              <a:path extrusionOk="0" h="1490093" w="9566296">
                <a:moveTo>
                  <a:pt x="0" y="0"/>
                </a:moveTo>
                <a:lnTo>
                  <a:pt x="405267" y="0"/>
                </a:lnTo>
                <a:lnTo>
                  <a:pt x="631857" y="0"/>
                </a:lnTo>
                <a:lnTo>
                  <a:pt x="2451761" y="0"/>
                </a:lnTo>
                <a:lnTo>
                  <a:pt x="2901880" y="0"/>
                </a:lnTo>
                <a:lnTo>
                  <a:pt x="3641106" y="0"/>
                </a:lnTo>
                <a:lnTo>
                  <a:pt x="9566296" y="0"/>
                </a:lnTo>
                <a:lnTo>
                  <a:pt x="8876188" y="1490093"/>
                </a:lnTo>
                <a:lnTo>
                  <a:pt x="631857" y="1490093"/>
                </a:lnTo>
                <a:lnTo>
                  <a:pt x="405267" y="1490093"/>
                </a:lnTo>
                <a:lnTo>
                  <a:pt x="0" y="1490093"/>
                </a:lnTo>
                <a:close/>
              </a:path>
            </a:pathLst>
          </a:custGeom>
          <a:solidFill>
            <a:srgbClr val="60808F">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47" name="Google Shape;2147;p9"/>
          <p:cNvSpPr txBox="1"/>
          <p:nvPr>
            <p:ph idx="4294967295" type="sldNum"/>
          </p:nvPr>
        </p:nvSpPr>
        <p:spPr>
          <a:xfrm>
            <a:off x="10198279" y="6261090"/>
            <a:ext cx="1344477"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1"/>
                </a:solidFill>
              </a:rPr>
              <a:t>‹#›</a:t>
            </a:fld>
            <a:endParaRPr>
              <a:solidFill>
                <a:schemeClr val="dk1"/>
              </a:solidFill>
            </a:endParaRPr>
          </a:p>
        </p:txBody>
      </p:sp>
      <p:grpSp>
        <p:nvGrpSpPr>
          <p:cNvPr id="2148" name="Google Shape;2148;p9"/>
          <p:cNvGrpSpPr/>
          <p:nvPr/>
        </p:nvGrpSpPr>
        <p:grpSpPr>
          <a:xfrm>
            <a:off x="838200" y="643467"/>
            <a:ext cx="10515599" cy="4080973"/>
            <a:chOff x="0" y="0"/>
            <a:chExt cx="10515599" cy="4080973"/>
          </a:xfrm>
        </p:grpSpPr>
        <p:sp>
          <p:nvSpPr>
            <p:cNvPr id="2149" name="Google Shape;2149;p9"/>
            <p:cNvSpPr/>
            <p:nvPr/>
          </p:nvSpPr>
          <p:spPr>
            <a:xfrm>
              <a:off x="0" y="0"/>
              <a:ext cx="8097012" cy="734575"/>
            </a:xfrm>
            <a:prstGeom prst="roundRect">
              <a:avLst>
                <a:gd fmla="val 10000" name="adj"/>
              </a:avLst>
            </a:prstGeom>
            <a:gradFill>
              <a:gsLst>
                <a:gs pos="0">
                  <a:srgbClr val="526571"/>
                </a:gs>
                <a:gs pos="50000">
                  <a:srgbClr val="2D4C60"/>
                </a:gs>
                <a:gs pos="100000">
                  <a:srgbClr val="25445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9"/>
            <p:cNvSpPr txBox="1"/>
            <p:nvPr/>
          </p:nvSpPr>
          <p:spPr>
            <a:xfrm>
              <a:off x="21515" y="21515"/>
              <a:ext cx="7218402" cy="691545"/>
            </a:xfrm>
            <a:prstGeom prst="rect">
              <a:avLst/>
            </a:prstGeom>
            <a:noFill/>
            <a:ln>
              <a:noFill/>
            </a:ln>
          </p:spPr>
          <p:txBody>
            <a:bodyPr anchorCtr="0" anchor="ctr" bIns="13715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Times New Roman"/>
                <a:buNone/>
              </a:pPr>
              <a:r>
                <a:rPr b="0" i="0" lang="en-US" sz="3600" u="none" cap="none" strike="noStrike">
                  <a:solidFill>
                    <a:schemeClr val="lt1"/>
                  </a:solidFill>
                  <a:latin typeface="Times New Roman"/>
                  <a:ea typeface="Times New Roman"/>
                  <a:cs typeface="Times New Roman"/>
                  <a:sym typeface="Times New Roman"/>
                </a:rPr>
                <a:t>Analyse de besoin</a:t>
              </a:r>
              <a:endParaRPr/>
            </a:p>
          </p:txBody>
        </p:sp>
        <p:sp>
          <p:nvSpPr>
            <p:cNvPr id="2151" name="Google Shape;2151;p9"/>
            <p:cNvSpPr/>
            <p:nvPr/>
          </p:nvSpPr>
          <p:spPr>
            <a:xfrm>
              <a:off x="604647" y="836599"/>
              <a:ext cx="8097012" cy="734575"/>
            </a:xfrm>
            <a:prstGeom prst="roundRect">
              <a:avLst>
                <a:gd fmla="val 10000" name="adj"/>
              </a:avLst>
            </a:prstGeom>
            <a:gradFill>
              <a:gsLst>
                <a:gs pos="0">
                  <a:srgbClr val="529277"/>
                </a:gs>
                <a:gs pos="50000">
                  <a:srgbClr val="2B8865"/>
                </a:gs>
                <a:gs pos="100000">
                  <a:srgbClr val="227B59"/>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9"/>
            <p:cNvSpPr txBox="1"/>
            <p:nvPr/>
          </p:nvSpPr>
          <p:spPr>
            <a:xfrm>
              <a:off x="626162" y="858114"/>
              <a:ext cx="6971861" cy="691545"/>
            </a:xfrm>
            <a:prstGeom prst="rect">
              <a:avLst/>
            </a:prstGeom>
            <a:noFill/>
            <a:ln>
              <a:noFill/>
            </a:ln>
          </p:spPr>
          <p:txBody>
            <a:bodyPr anchorCtr="0" anchor="ctr" bIns="13715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Times New Roman"/>
                <a:buNone/>
              </a:pPr>
              <a:r>
                <a:rPr b="0" i="0" lang="en-US" sz="3600" u="none" cap="none" strike="noStrike">
                  <a:solidFill>
                    <a:schemeClr val="lt1"/>
                  </a:solidFill>
                  <a:latin typeface="Times New Roman"/>
                  <a:ea typeface="Times New Roman"/>
                  <a:cs typeface="Times New Roman"/>
                  <a:sym typeface="Times New Roman"/>
                </a:rPr>
                <a:t>Conception</a:t>
              </a:r>
              <a:endParaRPr/>
            </a:p>
          </p:txBody>
        </p:sp>
        <p:sp>
          <p:nvSpPr>
            <p:cNvPr id="2153" name="Google Shape;2153;p9"/>
            <p:cNvSpPr/>
            <p:nvPr/>
          </p:nvSpPr>
          <p:spPr>
            <a:xfrm>
              <a:off x="1209293" y="1673199"/>
              <a:ext cx="8097012" cy="734575"/>
            </a:xfrm>
            <a:prstGeom prst="roundRect">
              <a:avLst>
                <a:gd fmla="val 10000" name="adj"/>
              </a:avLst>
            </a:prstGeom>
            <a:gradFill>
              <a:gsLst>
                <a:gs pos="0">
                  <a:srgbClr val="5ABA50"/>
                </a:gs>
                <a:gs pos="50000">
                  <a:srgbClr val="38B625"/>
                </a:gs>
                <a:gs pos="100000">
                  <a:srgbClr val="2DA71A"/>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9"/>
            <p:cNvSpPr txBox="1"/>
            <p:nvPr/>
          </p:nvSpPr>
          <p:spPr>
            <a:xfrm>
              <a:off x="1230808" y="1694714"/>
              <a:ext cx="6971861" cy="691545"/>
            </a:xfrm>
            <a:prstGeom prst="rect">
              <a:avLst/>
            </a:prstGeom>
            <a:noFill/>
            <a:ln>
              <a:noFill/>
            </a:ln>
          </p:spPr>
          <p:txBody>
            <a:bodyPr anchorCtr="0" anchor="ctr" bIns="13715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Times New Roman"/>
                <a:buNone/>
              </a:pPr>
              <a:r>
                <a:rPr b="0" i="0" lang="en-US" sz="3600" u="none" cap="none" strike="noStrike">
                  <a:solidFill>
                    <a:schemeClr val="lt1"/>
                  </a:solidFill>
                  <a:latin typeface="Times New Roman"/>
                  <a:ea typeface="Times New Roman"/>
                  <a:cs typeface="Times New Roman"/>
                  <a:sym typeface="Times New Roman"/>
                </a:rPr>
                <a:t>Codage</a:t>
              </a:r>
              <a:endParaRPr/>
            </a:p>
          </p:txBody>
        </p:sp>
        <p:sp>
          <p:nvSpPr>
            <p:cNvPr id="2155" name="Google Shape;2155;p9"/>
            <p:cNvSpPr/>
            <p:nvPr/>
          </p:nvSpPr>
          <p:spPr>
            <a:xfrm>
              <a:off x="1813940" y="2509799"/>
              <a:ext cx="8097012" cy="734575"/>
            </a:xfrm>
            <a:prstGeom prst="roundRect">
              <a:avLst>
                <a:gd fmla="val 10000" name="adj"/>
              </a:avLst>
            </a:prstGeom>
            <a:gradFill>
              <a:gsLst>
                <a:gs pos="0">
                  <a:srgbClr val="D0E14F"/>
                </a:gs>
                <a:gs pos="50000">
                  <a:srgbClr val="D0E51E"/>
                </a:gs>
                <a:gs pos="100000">
                  <a:srgbClr val="C0D41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9"/>
            <p:cNvSpPr txBox="1"/>
            <p:nvPr/>
          </p:nvSpPr>
          <p:spPr>
            <a:xfrm>
              <a:off x="1835455" y="2531314"/>
              <a:ext cx="6971861" cy="691545"/>
            </a:xfrm>
            <a:prstGeom prst="rect">
              <a:avLst/>
            </a:prstGeom>
            <a:noFill/>
            <a:ln>
              <a:noFill/>
            </a:ln>
          </p:spPr>
          <p:txBody>
            <a:bodyPr anchorCtr="0" anchor="ctr" bIns="13715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Times New Roman"/>
                <a:buNone/>
              </a:pPr>
              <a:r>
                <a:rPr b="0" i="0" lang="en-US" sz="3600" u="none" cap="none" strike="noStrike">
                  <a:solidFill>
                    <a:schemeClr val="lt1"/>
                  </a:solidFill>
                  <a:latin typeface="Times New Roman"/>
                  <a:ea typeface="Times New Roman"/>
                  <a:cs typeface="Times New Roman"/>
                  <a:sym typeface="Times New Roman"/>
                </a:rPr>
                <a:t>Tests</a:t>
              </a:r>
              <a:endParaRPr/>
            </a:p>
          </p:txBody>
        </p:sp>
        <p:sp>
          <p:nvSpPr>
            <p:cNvPr id="2157" name="Google Shape;2157;p9"/>
            <p:cNvSpPr/>
            <p:nvPr/>
          </p:nvSpPr>
          <p:spPr>
            <a:xfrm>
              <a:off x="2418587" y="3346398"/>
              <a:ext cx="8097012" cy="734575"/>
            </a:xfrm>
            <a:prstGeom prst="roundRect">
              <a:avLst>
                <a:gd fmla="val 10000" name="adj"/>
              </a:avLst>
            </a:prstGeom>
            <a:gradFill>
              <a:gsLst>
                <a:gs pos="0">
                  <a:srgbClr val="F48A5A"/>
                </a:gs>
                <a:gs pos="50000">
                  <a:srgbClr val="F97932"/>
                </a:gs>
                <a:gs pos="100000">
                  <a:srgbClr val="E3672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9"/>
            <p:cNvSpPr txBox="1"/>
            <p:nvPr/>
          </p:nvSpPr>
          <p:spPr>
            <a:xfrm>
              <a:off x="2440102" y="3367913"/>
              <a:ext cx="6971861" cy="691545"/>
            </a:xfrm>
            <a:prstGeom prst="rect">
              <a:avLst/>
            </a:prstGeom>
            <a:noFill/>
            <a:ln>
              <a:noFill/>
            </a:ln>
          </p:spPr>
          <p:txBody>
            <a:bodyPr anchorCtr="0" anchor="ctr" bIns="13715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Times New Roman"/>
                <a:buNone/>
              </a:pPr>
              <a:r>
                <a:rPr b="0" i="0" lang="en-US" sz="3600" u="none" cap="none" strike="noStrike">
                  <a:solidFill>
                    <a:schemeClr val="lt1"/>
                  </a:solidFill>
                  <a:latin typeface="Times New Roman"/>
                  <a:ea typeface="Times New Roman"/>
                  <a:cs typeface="Times New Roman"/>
                  <a:sym typeface="Times New Roman"/>
                </a:rPr>
                <a:t>Maintenance</a:t>
              </a:r>
              <a:endParaRPr/>
            </a:p>
          </p:txBody>
        </p:sp>
        <p:sp>
          <p:nvSpPr>
            <p:cNvPr id="2159" name="Google Shape;2159;p9"/>
            <p:cNvSpPr/>
            <p:nvPr/>
          </p:nvSpPr>
          <p:spPr>
            <a:xfrm>
              <a:off x="7619538" y="536648"/>
              <a:ext cx="477473" cy="477473"/>
            </a:xfrm>
            <a:prstGeom prst="downArrow">
              <a:avLst>
                <a:gd fmla="val 55000" name="adj1"/>
                <a:gd fmla="val 45000" name="adj2"/>
              </a:avLst>
            </a:prstGeom>
            <a:solidFill>
              <a:srgbClr val="CCCFD1">
                <a:alpha val="89803"/>
              </a:srgbClr>
            </a:solidFill>
            <a:ln cap="flat" cmpd="sng" w="9525">
              <a:solidFill>
                <a:srgbClr val="CCCFD1">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9"/>
            <p:cNvSpPr txBox="1"/>
            <p:nvPr/>
          </p:nvSpPr>
          <p:spPr>
            <a:xfrm>
              <a:off x="7726969" y="536648"/>
              <a:ext cx="262611" cy="3592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61" name="Google Shape;2161;p9"/>
            <p:cNvSpPr/>
            <p:nvPr/>
          </p:nvSpPr>
          <p:spPr>
            <a:xfrm>
              <a:off x="8224185" y="1373247"/>
              <a:ext cx="477473" cy="477473"/>
            </a:xfrm>
            <a:prstGeom prst="downArrow">
              <a:avLst>
                <a:gd fmla="val 55000" name="adj1"/>
                <a:gd fmla="val 45000" name="adj2"/>
              </a:avLst>
            </a:prstGeom>
            <a:solidFill>
              <a:srgbClr val="C7E1CC">
                <a:alpha val="89803"/>
              </a:srgbClr>
            </a:solidFill>
            <a:ln cap="flat" cmpd="sng" w="9525">
              <a:solidFill>
                <a:srgbClr val="C7E1CC">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9"/>
            <p:cNvSpPr txBox="1"/>
            <p:nvPr/>
          </p:nvSpPr>
          <p:spPr>
            <a:xfrm>
              <a:off x="8331616" y="1373247"/>
              <a:ext cx="262611" cy="3592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63" name="Google Shape;2163;p9"/>
            <p:cNvSpPr/>
            <p:nvPr/>
          </p:nvSpPr>
          <p:spPr>
            <a:xfrm>
              <a:off x="8828832" y="2197604"/>
              <a:ext cx="477473" cy="477473"/>
            </a:xfrm>
            <a:prstGeom prst="downArrow">
              <a:avLst>
                <a:gd fmla="val 55000" name="adj1"/>
                <a:gd fmla="val 45000" name="adj2"/>
              </a:avLst>
            </a:prstGeom>
            <a:solidFill>
              <a:srgbClr val="DFEFC7">
                <a:alpha val="89803"/>
              </a:srgbClr>
            </a:solidFill>
            <a:ln cap="flat" cmpd="sng" w="9525">
              <a:solidFill>
                <a:srgbClr val="DFEFC7">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9"/>
            <p:cNvSpPr txBox="1"/>
            <p:nvPr/>
          </p:nvSpPr>
          <p:spPr>
            <a:xfrm>
              <a:off x="8936263" y="2197604"/>
              <a:ext cx="262611" cy="3592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65" name="Google Shape;2165;p9"/>
            <p:cNvSpPr/>
            <p:nvPr/>
          </p:nvSpPr>
          <p:spPr>
            <a:xfrm>
              <a:off x="9433479" y="3042366"/>
              <a:ext cx="477473" cy="477473"/>
            </a:xfrm>
            <a:prstGeom prst="downArrow">
              <a:avLst>
                <a:gd fmla="val 55000" name="adj1"/>
                <a:gd fmla="val 45000" name="adj2"/>
              </a:avLst>
            </a:prstGeom>
            <a:solidFill>
              <a:srgbClr val="F9CBCB">
                <a:alpha val="89803"/>
              </a:srgbClr>
            </a:solidFill>
            <a:ln cap="flat" cmpd="sng" w="9525">
              <a:solidFill>
                <a:srgbClr val="F9CBCB">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9"/>
            <p:cNvSpPr txBox="1"/>
            <p:nvPr/>
          </p:nvSpPr>
          <p:spPr>
            <a:xfrm>
              <a:off x="9540910" y="3042366"/>
              <a:ext cx="262611" cy="3592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70" name="Shape 2170"/>
        <p:cNvGrpSpPr/>
        <p:nvPr/>
      </p:nvGrpSpPr>
      <p:grpSpPr>
        <a:xfrm>
          <a:off x="0" y="0"/>
          <a:ext cx="0" cy="0"/>
          <a:chOff x="0" y="0"/>
          <a:chExt cx="0" cy="0"/>
        </a:xfrm>
      </p:grpSpPr>
      <p:sp>
        <p:nvSpPr>
          <p:cNvPr id="2171" name="Google Shape;2171;p10"/>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72" name="Google Shape;2172;p10"/>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173" name="Google Shape;2173;p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74" name="Google Shape;2174;p10"/>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Analyse de besoin</a:t>
            </a:r>
            <a:endParaRPr b="1">
              <a:solidFill>
                <a:srgbClr val="FFFFFF"/>
              </a:solidFill>
              <a:latin typeface="Times New Roman"/>
              <a:ea typeface="Times New Roman"/>
              <a:cs typeface="Times New Roman"/>
              <a:sym typeface="Times New Roman"/>
            </a:endParaRPr>
          </a:p>
        </p:txBody>
      </p:sp>
      <p:sp>
        <p:nvSpPr>
          <p:cNvPr id="2175" name="Google Shape;2175;p10"/>
          <p:cNvSpPr txBox="1"/>
          <p:nvPr/>
        </p:nvSpPr>
        <p:spPr>
          <a:xfrm>
            <a:off x="5529943" y="801866"/>
            <a:ext cx="5866715" cy="5421836"/>
          </a:xfrm>
          <a:prstGeom prst="rect">
            <a:avLst/>
          </a:prstGeom>
          <a:noFill/>
          <a:ln>
            <a:noFill/>
          </a:ln>
        </p:spPr>
        <p:txBody>
          <a:bodyPr anchorCtr="0" anchor="ctr" bIns="45700" lIns="91425" spcFirstLastPara="1" rIns="91425" wrap="square" tIns="45700">
            <a:normAutofit fontScale="92500" lnSpcReduction="20000"/>
          </a:bodyPr>
          <a:lstStyle/>
          <a:p>
            <a:pPr indent="-342900" lvl="0" marL="584200" marR="5080" rtl="0" algn="just">
              <a:lnSpc>
                <a:spcPct val="150000"/>
              </a:lnSpc>
              <a:spcBef>
                <a:spcPts val="0"/>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Conditions qui doivent être respectées par un nouveau  produit ou un produit altéré</a:t>
            </a:r>
            <a:endParaRPr b="0" i="0" sz="2400" u="none" cap="none" strike="noStrike">
              <a:solidFill>
                <a:srgbClr val="000000"/>
              </a:solidFill>
              <a:latin typeface="Times New Roman"/>
              <a:ea typeface="Times New Roman"/>
              <a:cs typeface="Times New Roman"/>
              <a:sym typeface="Times New Roman"/>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Aussi appelé spécifications</a:t>
            </a:r>
            <a:endParaRPr b="0" i="0" sz="2400" u="none" cap="none" strike="noStrike">
              <a:solidFill>
                <a:srgbClr val="000000"/>
              </a:solidFill>
              <a:latin typeface="Times New Roman"/>
              <a:ea typeface="Times New Roman"/>
              <a:cs typeface="Times New Roman"/>
              <a:sym typeface="Times New Roman"/>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Dans les grands projets, c’est composé d’un cahier de  charges</a:t>
            </a:r>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Cette phase est difficile car le client et les   développeurs ne parlent pas le même  langage</a:t>
            </a:r>
            <a:endParaRPr b="0" i="0" sz="2400" u="none" cap="none" strike="noStrike">
              <a:solidFill>
                <a:srgbClr val="000000"/>
              </a:solidFill>
              <a:latin typeface="Times New Roman"/>
              <a:ea typeface="Times New Roman"/>
              <a:cs typeface="Times New Roman"/>
              <a:sym typeface="Times New Roman"/>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Le livrable de cette phase est un document   de spécification</a:t>
            </a:r>
            <a:endParaRPr b="0" i="0" sz="2400" u="none" cap="none" strike="noStrike">
              <a:solidFill>
                <a:srgbClr val="000000"/>
              </a:solidFill>
              <a:latin typeface="Times New Roman"/>
              <a:ea typeface="Times New Roman"/>
              <a:cs typeface="Times New Roman"/>
              <a:sym typeface="Times New Roman"/>
            </a:endParaRPr>
          </a:p>
        </p:txBody>
      </p:sp>
      <p:sp>
        <p:nvSpPr>
          <p:cNvPr id="2176" name="Google Shape;2176;p10"/>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0" name="Shape 2180"/>
        <p:cNvGrpSpPr/>
        <p:nvPr/>
      </p:nvGrpSpPr>
      <p:grpSpPr>
        <a:xfrm>
          <a:off x="0" y="0"/>
          <a:ext cx="0" cy="0"/>
          <a:chOff x="0" y="0"/>
          <a:chExt cx="0" cy="0"/>
        </a:xfrm>
      </p:grpSpPr>
      <p:sp>
        <p:nvSpPr>
          <p:cNvPr id="2181" name="Google Shape;2181;p11"/>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2182" name="Google Shape;2182;p11"/>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pic>
        <p:nvPicPr>
          <p:cNvPr id="2183" name="Google Shape;2183;p1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84" name="Google Shape;2184;p11"/>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Conception</a:t>
            </a:r>
            <a:endParaRPr/>
          </a:p>
        </p:txBody>
      </p:sp>
      <p:sp>
        <p:nvSpPr>
          <p:cNvPr id="2185" name="Google Shape;2185;p11"/>
          <p:cNvSpPr txBox="1"/>
          <p:nvPr/>
        </p:nvSpPr>
        <p:spPr>
          <a:xfrm>
            <a:off x="5205046" y="801866"/>
            <a:ext cx="6191612" cy="5230634"/>
          </a:xfrm>
          <a:prstGeom prst="rect">
            <a:avLst/>
          </a:prstGeom>
          <a:noFill/>
          <a:ln>
            <a:noFill/>
          </a:ln>
        </p:spPr>
        <p:txBody>
          <a:bodyPr anchorCtr="0" anchor="ctr" bIns="45700" lIns="91425" spcFirstLastPara="1" rIns="91425" wrap="square" tIns="45700">
            <a:normAutofit fontScale="92500" lnSpcReduction="20000"/>
          </a:bodyPr>
          <a:lstStyle/>
          <a:p>
            <a:pPr indent="-342900" lvl="0" marL="584200" marR="5080" rtl="0" algn="just">
              <a:lnSpc>
                <a:spcPct val="150000"/>
              </a:lnSpc>
              <a:spcBef>
                <a:spcPts val="0"/>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La conception utilise les spécifications pour décider les solutions relatives au différents problèmes de développement</a:t>
            </a:r>
            <a:endParaRPr b="0" i="0" sz="2400" u="none" cap="none" strike="noStrike">
              <a:solidFill>
                <a:srgbClr val="000000"/>
              </a:solidFill>
              <a:latin typeface="Times New Roman"/>
              <a:ea typeface="Times New Roman"/>
              <a:cs typeface="Times New Roman"/>
              <a:sym typeface="Times New Roman"/>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La conception décide aussi d’un planning de la solution</a:t>
            </a:r>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La conception décide de l’architecture de la solution</a:t>
            </a:r>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400" u="none" cap="none" strike="noStrike">
                <a:solidFill>
                  <a:srgbClr val="000000"/>
                </a:solidFill>
                <a:latin typeface="Times New Roman"/>
                <a:ea typeface="Times New Roman"/>
                <a:cs typeface="Times New Roman"/>
                <a:sym typeface="Times New Roman"/>
              </a:rPr>
              <a:t>Si le produit est centré sur l’utilisateur, la conception propose une ébauche de l’interface utilisateur</a:t>
            </a:r>
            <a:endParaRPr b="0" i="0" sz="2400" u="none" cap="none" strike="noStrike">
              <a:solidFill>
                <a:srgbClr val="000000"/>
              </a:solidFill>
              <a:latin typeface="Times New Roman"/>
              <a:ea typeface="Times New Roman"/>
              <a:cs typeface="Times New Roman"/>
              <a:sym typeface="Times New Roman"/>
            </a:endParaRPr>
          </a:p>
        </p:txBody>
      </p:sp>
      <p:sp>
        <p:nvSpPr>
          <p:cNvPr id="2186" name="Google Shape;2186;p11"/>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latin typeface="Times New Roman"/>
                <a:ea typeface="Times New Roman"/>
                <a:cs typeface="Times New Roman"/>
                <a:sym typeface="Times New Roman"/>
              </a:rPr>
              <a:t>‹#›</a:t>
            </a:fld>
            <a:endParaRPr sz="1000">
              <a:solidFill>
                <a:srgbClr val="898989"/>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0" name="Shape 2190"/>
        <p:cNvGrpSpPr/>
        <p:nvPr/>
      </p:nvGrpSpPr>
      <p:grpSpPr>
        <a:xfrm>
          <a:off x="0" y="0"/>
          <a:ext cx="0" cy="0"/>
          <a:chOff x="0" y="0"/>
          <a:chExt cx="0" cy="0"/>
        </a:xfrm>
      </p:grpSpPr>
      <p:sp>
        <p:nvSpPr>
          <p:cNvPr id="2191" name="Google Shape;2191;p1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92" name="Google Shape;2192;p12"/>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193" name="Google Shape;2193;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94" name="Google Shape;2194;p12"/>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Codage</a:t>
            </a:r>
            <a:endParaRPr b="1">
              <a:solidFill>
                <a:srgbClr val="FFFFFF"/>
              </a:solidFill>
              <a:latin typeface="Times New Roman"/>
              <a:ea typeface="Times New Roman"/>
              <a:cs typeface="Times New Roman"/>
              <a:sym typeface="Times New Roman"/>
            </a:endParaRPr>
          </a:p>
        </p:txBody>
      </p:sp>
      <p:sp>
        <p:nvSpPr>
          <p:cNvPr id="2195" name="Google Shape;2195;p12"/>
          <p:cNvSpPr txBox="1"/>
          <p:nvPr/>
        </p:nvSpPr>
        <p:spPr>
          <a:xfrm>
            <a:off x="4949319" y="801866"/>
            <a:ext cx="6783136" cy="5230634"/>
          </a:xfrm>
          <a:prstGeom prst="rect">
            <a:avLst/>
          </a:prstGeom>
          <a:noFill/>
          <a:ln>
            <a:noFill/>
          </a:ln>
        </p:spPr>
        <p:txBody>
          <a:bodyPr anchorCtr="0" anchor="ctr" bIns="45700" lIns="91425" spcFirstLastPara="1" rIns="91425" wrap="square" tIns="45700">
            <a:normAutofit/>
          </a:bodyPr>
          <a:lstStyle/>
          <a:p>
            <a:pPr indent="-342900" lvl="0" marL="584200" marR="5080" rtl="0" algn="just">
              <a:lnSpc>
                <a:spcPct val="150000"/>
              </a:lnSpc>
              <a:spcBef>
                <a:spcPts val="0"/>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Le codage est une activité très importante du GL</a:t>
            </a:r>
            <a:endParaRPr/>
          </a:p>
          <a:p>
            <a:pPr indent="-342900" lvl="0" marL="584200" marR="5080" rtl="0" algn="just">
              <a:lnSpc>
                <a:spcPct val="150000"/>
              </a:lnSpc>
              <a:spcBef>
                <a:spcPts val="1425"/>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Le codage transforme les solutions proposées lors de la  conception en un code  opérationnel</a:t>
            </a:r>
            <a:endParaRPr b="0" i="0" sz="2400" u="none" cap="none" strike="noStrike">
              <a:solidFill>
                <a:srgbClr val="000000"/>
              </a:solidFill>
              <a:latin typeface="Times New Roman"/>
              <a:ea typeface="Times New Roman"/>
              <a:cs typeface="Times New Roman"/>
              <a:sym typeface="Times New Roman"/>
            </a:endParaRPr>
          </a:p>
          <a:p>
            <a:pPr indent="-342900" lvl="0" marL="584200" marR="5080" rtl="0" algn="just">
              <a:lnSpc>
                <a:spcPct val="150000"/>
              </a:lnSpc>
              <a:spcBef>
                <a:spcPts val="1425"/>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La conception et le codage peuvent tous les deux produire du code source, mais c’est l’étape de codage qui  rend ce code opérationnel.</a:t>
            </a:r>
            <a:endParaRPr/>
          </a:p>
          <a:p>
            <a:pPr indent="-342900" lvl="0" marL="584200" marR="5080" rtl="0" algn="just">
              <a:lnSpc>
                <a:spcPct val="150000"/>
              </a:lnSpc>
              <a:spcBef>
                <a:spcPts val="1425"/>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Les techniques de codage dépendent du langage de programmation utilisé et du  paradigme.</a:t>
            </a:r>
            <a:endParaRPr/>
          </a:p>
        </p:txBody>
      </p:sp>
      <p:sp>
        <p:nvSpPr>
          <p:cNvPr id="2196" name="Google Shape;2196;p1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0" name="Shape 2200"/>
        <p:cNvGrpSpPr/>
        <p:nvPr/>
      </p:nvGrpSpPr>
      <p:grpSpPr>
        <a:xfrm>
          <a:off x="0" y="0"/>
          <a:ext cx="0" cy="0"/>
          <a:chOff x="0" y="0"/>
          <a:chExt cx="0" cy="0"/>
        </a:xfrm>
      </p:grpSpPr>
      <p:sp>
        <p:nvSpPr>
          <p:cNvPr id="2201" name="Google Shape;2201;p1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02" name="Google Shape;2202;p13"/>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203" name="Google Shape;2203;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04" name="Google Shape;2204;p13"/>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lang="en-US">
                <a:latin typeface="Times New Roman"/>
                <a:ea typeface="Times New Roman"/>
                <a:cs typeface="Times New Roman"/>
                <a:sym typeface="Times New Roman"/>
              </a:rPr>
              <a:t>Tests</a:t>
            </a:r>
            <a:endParaRPr/>
          </a:p>
        </p:txBody>
      </p:sp>
      <p:sp>
        <p:nvSpPr>
          <p:cNvPr id="2205" name="Google Shape;2205;p13"/>
          <p:cNvSpPr txBox="1"/>
          <p:nvPr/>
        </p:nvSpPr>
        <p:spPr>
          <a:xfrm>
            <a:off x="5190978" y="801866"/>
            <a:ext cx="6205680" cy="5421836"/>
          </a:xfrm>
          <a:prstGeom prst="rect">
            <a:avLst/>
          </a:prstGeom>
          <a:noFill/>
          <a:ln>
            <a:noFill/>
          </a:ln>
        </p:spPr>
        <p:txBody>
          <a:bodyPr anchorCtr="0" anchor="ctr" bIns="45700" lIns="91425" spcFirstLastPara="1" rIns="91425" wrap="square" tIns="45700">
            <a:normAutofit fontScale="92500"/>
          </a:bodyPr>
          <a:lstStyle/>
          <a:p>
            <a:pPr indent="-342900" lvl="0" marL="584200" marR="5080" rtl="0" algn="just">
              <a:lnSpc>
                <a:spcPct val="150000"/>
              </a:lnSpc>
              <a:spcBef>
                <a:spcPts val="0"/>
              </a:spcBef>
              <a:spcAft>
                <a:spcPts val="0"/>
              </a:spcAft>
              <a:buClr>
                <a:srgbClr val="000000"/>
              </a:buClr>
              <a:buSzPct val="100000"/>
              <a:buFont typeface="Noto Sans Symbols"/>
              <a:buChar char="⮚"/>
            </a:pPr>
            <a:r>
              <a:rPr b="0" i="0" lang="en-US" sz="2200" u="none" cap="none" strike="noStrike">
                <a:solidFill>
                  <a:srgbClr val="000000"/>
                </a:solidFill>
                <a:latin typeface="Times New Roman"/>
                <a:ea typeface="Times New Roman"/>
                <a:cs typeface="Times New Roman"/>
                <a:sym typeface="Times New Roman"/>
              </a:rPr>
              <a:t>Les tests déterminent la qualité du  logiciel</a:t>
            </a:r>
            <a:endParaRPr b="0" i="0" sz="2200" u="none" cap="none" strike="noStrike">
              <a:solidFill>
                <a:srgbClr val="000000"/>
              </a:solidFill>
              <a:latin typeface="Times New Roman"/>
              <a:ea typeface="Times New Roman"/>
              <a:cs typeface="Times New Roman"/>
              <a:sym typeface="Times New Roman"/>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200" u="none" cap="none" strike="noStrike">
                <a:solidFill>
                  <a:srgbClr val="000000"/>
                </a:solidFill>
                <a:latin typeface="Times New Roman"/>
                <a:ea typeface="Times New Roman"/>
                <a:cs typeface="Times New Roman"/>
                <a:sym typeface="Times New Roman"/>
              </a:rPr>
              <a:t>Les tests déterminent si le logiciel fait ce qu’on attend de  lui par rapport aux  spécifications</a:t>
            </a:r>
            <a:endParaRPr b="0" i="0" sz="2200" u="none" cap="none" strike="noStrike">
              <a:solidFill>
                <a:srgbClr val="000000"/>
              </a:solidFill>
              <a:latin typeface="Times New Roman"/>
              <a:ea typeface="Times New Roman"/>
              <a:cs typeface="Times New Roman"/>
              <a:sym typeface="Times New Roman"/>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200" u="none" cap="none" strike="noStrike">
                <a:solidFill>
                  <a:srgbClr val="000000"/>
                </a:solidFill>
                <a:latin typeface="Times New Roman"/>
                <a:ea typeface="Times New Roman"/>
                <a:cs typeface="Times New Roman"/>
                <a:sym typeface="Times New Roman"/>
              </a:rPr>
              <a:t>Plusieurs types de test dont deux principaux : tests  unitaires et tests d’acceptation</a:t>
            </a:r>
            <a:endParaRPr b="0" i="0" sz="2200" u="none" cap="none" strike="noStrike">
              <a:solidFill>
                <a:srgbClr val="000000"/>
              </a:solidFill>
              <a:latin typeface="Times New Roman"/>
              <a:ea typeface="Times New Roman"/>
              <a:cs typeface="Times New Roman"/>
              <a:sym typeface="Times New Roman"/>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200" u="none" cap="none" strike="noStrike">
                <a:solidFill>
                  <a:srgbClr val="000000"/>
                </a:solidFill>
                <a:latin typeface="Times New Roman"/>
                <a:ea typeface="Times New Roman"/>
                <a:cs typeface="Times New Roman"/>
                <a:sym typeface="Times New Roman"/>
              </a:rPr>
              <a:t>Les tests unitaires sont orientés code. Ils se rédigent  durant l’activité de codage et se revérifient pendant la  phase de test</a:t>
            </a:r>
            <a:endParaRPr/>
          </a:p>
          <a:p>
            <a:pPr indent="-342900" lvl="0" marL="584200" marR="5080" rtl="0" algn="just">
              <a:lnSpc>
                <a:spcPct val="150000"/>
              </a:lnSpc>
              <a:spcBef>
                <a:spcPts val="1425"/>
              </a:spcBef>
              <a:spcAft>
                <a:spcPts val="0"/>
              </a:spcAft>
              <a:buClr>
                <a:srgbClr val="000000"/>
              </a:buClr>
              <a:buSzPct val="100000"/>
              <a:buFont typeface="Noto Sans Symbols"/>
              <a:buChar char="⮚"/>
            </a:pPr>
            <a:r>
              <a:rPr b="0" i="0" lang="en-US" sz="2200" u="none" cap="none" strike="noStrike">
                <a:solidFill>
                  <a:srgbClr val="000000"/>
                </a:solidFill>
                <a:latin typeface="Times New Roman"/>
                <a:ea typeface="Times New Roman"/>
                <a:cs typeface="Times New Roman"/>
                <a:sym typeface="Times New Roman"/>
              </a:rPr>
              <a:t>Les tests d’acceptation vérifient les attentes d’un  produit logiciel</a:t>
            </a:r>
            <a:endParaRPr b="0" i="0" sz="2200" u="none" cap="none" strike="noStrike">
              <a:solidFill>
                <a:srgbClr val="000000"/>
              </a:solidFill>
              <a:latin typeface="Times New Roman"/>
              <a:ea typeface="Times New Roman"/>
              <a:cs typeface="Times New Roman"/>
              <a:sym typeface="Times New Roman"/>
            </a:endParaRPr>
          </a:p>
        </p:txBody>
      </p:sp>
      <p:sp>
        <p:nvSpPr>
          <p:cNvPr id="2206" name="Google Shape;2206;p13"/>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0" name="Shape 2210"/>
        <p:cNvGrpSpPr/>
        <p:nvPr/>
      </p:nvGrpSpPr>
      <p:grpSpPr>
        <a:xfrm>
          <a:off x="0" y="0"/>
          <a:ext cx="0" cy="0"/>
          <a:chOff x="0" y="0"/>
          <a:chExt cx="0" cy="0"/>
        </a:xfrm>
      </p:grpSpPr>
      <p:sp>
        <p:nvSpPr>
          <p:cNvPr id="2211" name="Google Shape;2211;p1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12" name="Google Shape;2212;p14"/>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213" name="Google Shape;2213;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14" name="Google Shape;2214;p1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lang="en-US">
                <a:latin typeface="Times New Roman"/>
                <a:ea typeface="Times New Roman"/>
                <a:cs typeface="Times New Roman"/>
                <a:sym typeface="Times New Roman"/>
              </a:rPr>
              <a:t>Maintenance</a:t>
            </a:r>
            <a:endParaRPr/>
          </a:p>
        </p:txBody>
      </p:sp>
      <p:sp>
        <p:nvSpPr>
          <p:cNvPr id="2215" name="Google Shape;2215;p14"/>
          <p:cNvSpPr txBox="1"/>
          <p:nvPr/>
        </p:nvSpPr>
        <p:spPr>
          <a:xfrm>
            <a:off x="5064369" y="801866"/>
            <a:ext cx="6487552" cy="5230634"/>
          </a:xfrm>
          <a:prstGeom prst="rect">
            <a:avLst/>
          </a:prstGeom>
          <a:noFill/>
          <a:ln>
            <a:noFill/>
          </a:ln>
        </p:spPr>
        <p:txBody>
          <a:bodyPr anchorCtr="0" anchor="ctr" bIns="45700" lIns="91425" spcFirstLastPara="1" rIns="91425" wrap="square" tIns="45700">
            <a:normAutofit/>
          </a:bodyPr>
          <a:lstStyle/>
          <a:p>
            <a:pPr indent="-228600" lvl="0" marL="469900" marR="5080" rtl="0" algn="just">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La maintenance consiste à modifier le produit (le  logiciel) après sa livraison au  client</a:t>
            </a:r>
            <a:endParaRPr/>
          </a:p>
          <a:p>
            <a:pPr indent="-228600" lvl="0" marL="4699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Son but est correctif ou  évolutif</a:t>
            </a:r>
            <a:endParaRPr b="0" i="0" sz="2200" u="none" cap="none" strike="noStrike">
              <a:solidFill>
                <a:srgbClr val="000000"/>
              </a:solidFill>
              <a:latin typeface="Times New Roman"/>
              <a:ea typeface="Times New Roman"/>
              <a:cs typeface="Times New Roman"/>
              <a:sym typeface="Times New Roman"/>
            </a:endParaRPr>
          </a:p>
          <a:p>
            <a:pPr indent="-228600" lvl="0" marL="4699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La maintenance a deux facettes : organisationnelle et  technique</a:t>
            </a:r>
            <a:endParaRPr/>
          </a:p>
          <a:p>
            <a:pPr indent="-228600" lvl="0" marL="4699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L’aspect organisationnel concerne l’organisation des équipes pour une réactivité face aux  changements</a:t>
            </a:r>
            <a:endParaRPr b="0" i="0" sz="2200" u="none" cap="none" strike="noStrike">
              <a:solidFill>
                <a:srgbClr val="000000"/>
              </a:solidFill>
              <a:latin typeface="Times New Roman"/>
              <a:ea typeface="Times New Roman"/>
              <a:cs typeface="Times New Roman"/>
              <a:sym typeface="Times New Roman"/>
            </a:endParaRPr>
          </a:p>
          <a:p>
            <a:pPr indent="-228600" lvl="0" marL="4699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L’aspect technique concerne une maintenance  sans impact négatif sur le  produit</a:t>
            </a:r>
            <a:endParaRPr b="0" i="0" sz="2200" u="none" cap="none" strike="noStrike">
              <a:solidFill>
                <a:srgbClr val="000000"/>
              </a:solidFill>
              <a:latin typeface="Times New Roman"/>
              <a:ea typeface="Times New Roman"/>
              <a:cs typeface="Times New Roman"/>
              <a:sym typeface="Times New Roman"/>
            </a:endParaRPr>
          </a:p>
          <a:p>
            <a:pPr indent="-228600" lvl="0" marL="469900" marR="5080" rtl="0" algn="just">
              <a:lnSpc>
                <a:spcPct val="90000"/>
              </a:lnSpc>
              <a:spcBef>
                <a:spcPts val="1425"/>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Le degré de maintenance dépend de la qualité de   la conception</a:t>
            </a:r>
            <a:endParaRPr/>
          </a:p>
        </p:txBody>
      </p:sp>
      <p:sp>
        <p:nvSpPr>
          <p:cNvPr id="2216" name="Google Shape;2216;p14"/>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0" name="Shape 2220"/>
        <p:cNvGrpSpPr/>
        <p:nvPr/>
      </p:nvGrpSpPr>
      <p:grpSpPr>
        <a:xfrm>
          <a:off x="0" y="0"/>
          <a:ext cx="0" cy="0"/>
          <a:chOff x="0" y="0"/>
          <a:chExt cx="0" cy="0"/>
        </a:xfrm>
      </p:grpSpPr>
      <p:sp>
        <p:nvSpPr>
          <p:cNvPr id="2221" name="Google Shape;2221;p15"/>
          <p:cNvSpPr/>
          <p:nvPr/>
        </p:nvSpPr>
        <p:spPr>
          <a:xfrm>
            <a:off x="475488" y="0"/>
            <a:ext cx="10910292"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22" name="Google Shape;2222;p15"/>
          <p:cNvSpPr txBox="1"/>
          <p:nvPr>
            <p:ph idx="4294967295" type="title"/>
          </p:nvPr>
        </p:nvSpPr>
        <p:spPr>
          <a:xfrm>
            <a:off x="2658793" y="2676710"/>
            <a:ext cx="6674648"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4700"/>
              <a:buFont typeface="Times New Roman"/>
              <a:buNone/>
            </a:pPr>
            <a:r>
              <a:rPr b="1" lang="en-US" sz="4700">
                <a:solidFill>
                  <a:srgbClr val="FFFFFF"/>
                </a:solidFill>
                <a:latin typeface="Times New Roman"/>
                <a:ea typeface="Times New Roman"/>
                <a:cs typeface="Times New Roman"/>
                <a:sym typeface="Times New Roman"/>
              </a:rPr>
              <a:t>Cycle de vie d’un logiciel </a:t>
            </a:r>
            <a:br>
              <a:rPr b="1" lang="en-US" sz="4700">
                <a:solidFill>
                  <a:srgbClr val="FFFFFF"/>
                </a:solidFill>
                <a:latin typeface="Times New Roman"/>
                <a:ea typeface="Times New Roman"/>
                <a:cs typeface="Times New Roman"/>
                <a:sym typeface="Times New Roman"/>
              </a:rPr>
            </a:br>
            <a:br>
              <a:rPr b="1" lang="en-US" sz="4700">
                <a:solidFill>
                  <a:srgbClr val="FFFFFF"/>
                </a:solidFill>
                <a:latin typeface="Times New Roman"/>
                <a:ea typeface="Times New Roman"/>
                <a:cs typeface="Times New Roman"/>
                <a:sym typeface="Times New Roman"/>
              </a:rPr>
            </a:br>
            <a:r>
              <a:rPr b="1" lang="en-US" sz="4700">
                <a:solidFill>
                  <a:srgbClr val="FFFFFF"/>
                </a:solidFill>
                <a:latin typeface="Times New Roman"/>
                <a:ea typeface="Times New Roman"/>
                <a:cs typeface="Times New Roman"/>
                <a:sym typeface="Times New Roman"/>
              </a:rPr>
              <a:t>(procédé logiciel )</a:t>
            </a:r>
            <a:endParaRPr/>
          </a:p>
        </p:txBody>
      </p:sp>
      <p:pic>
        <p:nvPicPr>
          <p:cNvPr id="2223" name="Google Shape;2223;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24" name="Google Shape;2224;p15"/>
          <p:cNvSpPr/>
          <p:nvPr>
            <p:ph idx="4294967295" type="sldNum"/>
          </p:nvPr>
        </p:nvSpPr>
        <p:spPr>
          <a:xfrm>
            <a:off x="10825930" y="6223702"/>
            <a:ext cx="570728" cy="314067"/>
          </a:xfrm>
          <a:prstGeom prst="ellipse">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None/>
            </a:pPr>
            <a:fld id="{00000000-1234-1234-1234-123412341234}" type="slidenum">
              <a:rPr lang="en-US" sz="900">
                <a:solidFill>
                  <a:srgbClr val="898989"/>
                </a:solidFill>
              </a:rPr>
              <a:t>‹#›</a:t>
            </a:fld>
            <a:endParaRPr sz="90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8" name="Shape 2228"/>
        <p:cNvGrpSpPr/>
        <p:nvPr/>
      </p:nvGrpSpPr>
      <p:grpSpPr>
        <a:xfrm>
          <a:off x="0" y="0"/>
          <a:ext cx="0" cy="0"/>
          <a:chOff x="0" y="0"/>
          <a:chExt cx="0" cy="0"/>
        </a:xfrm>
      </p:grpSpPr>
      <p:sp>
        <p:nvSpPr>
          <p:cNvPr id="2229" name="Google Shape;2229;p1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30" name="Google Shape;2230;p16"/>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231" name="Google Shape;2231;p16"/>
          <p:cNvPicPr preferRelativeResize="0"/>
          <p:nvPr/>
        </p:nvPicPr>
        <p:blipFill rotWithShape="1">
          <a:blip r:embed="rId3">
            <a:alphaModFix/>
          </a:blip>
          <a:srcRect b="0" l="0" r="0" t="0"/>
          <a:stretch/>
        </p:blipFill>
        <p:spPr>
          <a:xfrm>
            <a:off x="-2116650" y="-11812"/>
            <a:ext cx="12192000" cy="6858000"/>
          </a:xfrm>
          <a:prstGeom prst="rect">
            <a:avLst/>
          </a:prstGeom>
          <a:noFill/>
          <a:ln>
            <a:noFill/>
          </a:ln>
        </p:spPr>
      </p:pic>
      <p:sp>
        <p:nvSpPr>
          <p:cNvPr id="2232" name="Google Shape;2232;p1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0" lang="en-US">
                <a:solidFill>
                  <a:srgbClr val="FFFFFF"/>
                </a:solidFill>
                <a:latin typeface="Times New Roman"/>
                <a:ea typeface="Times New Roman"/>
                <a:cs typeface="Times New Roman"/>
                <a:sym typeface="Times New Roman"/>
              </a:rPr>
              <a:t>Définition</a:t>
            </a:r>
            <a:endParaRPr b="0">
              <a:solidFill>
                <a:srgbClr val="FFFFFF"/>
              </a:solidFill>
              <a:latin typeface="Times New Roman"/>
              <a:ea typeface="Times New Roman"/>
              <a:cs typeface="Times New Roman"/>
              <a:sym typeface="Times New Roman"/>
            </a:endParaRPr>
          </a:p>
        </p:txBody>
      </p:sp>
      <p:sp>
        <p:nvSpPr>
          <p:cNvPr id="2233" name="Google Shape;2233;p16"/>
          <p:cNvSpPr txBox="1"/>
          <p:nvPr>
            <p:ph idx="4294967295" type="body"/>
          </p:nvPr>
        </p:nvSpPr>
        <p:spPr>
          <a:xfrm>
            <a:off x="3014505" y="907716"/>
            <a:ext cx="6613500" cy="5230500"/>
          </a:xfrm>
          <a:prstGeom prst="rect">
            <a:avLst/>
          </a:prstGeom>
          <a:noFill/>
          <a:ln>
            <a:noFill/>
          </a:ln>
        </p:spPr>
        <p:txBody>
          <a:bodyPr anchorCtr="0" anchor="ctr" bIns="45700" lIns="91425" spcFirstLastPara="1" rIns="91425" wrap="square" tIns="45700">
            <a:normAutofit/>
          </a:bodyPr>
          <a:lstStyle/>
          <a:p>
            <a:pPr indent="-228600" lvl="0" marL="342900" rtl="0" algn="just">
              <a:lnSpc>
                <a:spcPct val="100000"/>
              </a:lnSpc>
              <a:spcBef>
                <a:spcPts val="0"/>
              </a:spcBef>
              <a:spcAft>
                <a:spcPts val="0"/>
              </a:spcAft>
              <a:buClr>
                <a:srgbClr val="000000"/>
              </a:buClr>
              <a:buSzPts val="2200"/>
              <a:buChar char="•"/>
            </a:pPr>
            <a:r>
              <a:rPr lang="en-US" sz="2200">
                <a:solidFill>
                  <a:srgbClr val="000000"/>
                </a:solidFill>
                <a:latin typeface="Times New Roman"/>
                <a:ea typeface="Times New Roman"/>
                <a:cs typeface="Times New Roman"/>
                <a:sym typeface="Times New Roman"/>
              </a:rPr>
              <a:t>Un procédé logiciel </a:t>
            </a:r>
            <a:r>
              <a:rPr lang="en-US" sz="2200">
                <a:solidFill>
                  <a:srgbClr val="004A66"/>
                </a:solidFill>
                <a:latin typeface="Times New Roman"/>
                <a:ea typeface="Times New Roman"/>
                <a:cs typeface="Times New Roman"/>
                <a:sym typeface="Times New Roman"/>
              </a:rPr>
              <a:t>(software process) </a:t>
            </a:r>
            <a:r>
              <a:rPr lang="en-US" sz="2200">
                <a:solidFill>
                  <a:srgbClr val="000000"/>
                </a:solidFill>
                <a:latin typeface="Times New Roman"/>
                <a:ea typeface="Times New Roman"/>
                <a:cs typeface="Times New Roman"/>
                <a:sym typeface="Times New Roman"/>
              </a:rPr>
              <a:t>est un ensemble  d’activités conduisant à  la production d’un logiciel</a:t>
            </a:r>
            <a:endParaRPr/>
          </a:p>
          <a:p>
            <a:pPr indent="-228600" lvl="0" marL="342900" rtl="0" algn="just">
              <a:lnSpc>
                <a:spcPct val="100000"/>
              </a:lnSpc>
              <a:spcBef>
                <a:spcPts val="1000"/>
              </a:spcBef>
              <a:spcAft>
                <a:spcPts val="0"/>
              </a:spcAft>
              <a:buClr>
                <a:srgbClr val="000000"/>
              </a:buClr>
              <a:buSzPts val="2200"/>
              <a:buChar char="•"/>
            </a:pPr>
            <a:r>
              <a:rPr lang="en-US" sz="2200">
                <a:solidFill>
                  <a:srgbClr val="000000"/>
                </a:solidFill>
                <a:latin typeface="Times New Roman"/>
                <a:ea typeface="Times New Roman"/>
                <a:cs typeface="Times New Roman"/>
                <a:sym typeface="Times New Roman"/>
              </a:rPr>
              <a:t>Un procédé définit les étapes qui le composent ainsi que  leur enchaînement</a:t>
            </a:r>
            <a:endParaRPr/>
          </a:p>
          <a:p>
            <a:pPr indent="-228600" lvl="0" marL="342900" rtl="0" algn="just">
              <a:lnSpc>
                <a:spcPct val="100000"/>
              </a:lnSpc>
              <a:spcBef>
                <a:spcPts val="1000"/>
              </a:spcBef>
              <a:spcAft>
                <a:spcPts val="0"/>
              </a:spcAft>
              <a:buClr>
                <a:srgbClr val="000000"/>
              </a:buClr>
              <a:buSzPts val="2200"/>
              <a:buChar char="•"/>
            </a:pPr>
            <a:r>
              <a:rPr lang="en-US" sz="2200">
                <a:solidFill>
                  <a:srgbClr val="000000"/>
                </a:solidFill>
                <a:latin typeface="Times New Roman"/>
                <a:ea typeface="Times New Roman"/>
                <a:cs typeface="Times New Roman"/>
                <a:sym typeface="Times New Roman"/>
              </a:rPr>
              <a:t>Les Cycles de vie de logiciels sont complexes   et dépendent fortement des acteurs qui dirigent  les activités</a:t>
            </a:r>
            <a:endParaRPr/>
          </a:p>
          <a:p>
            <a:pPr indent="-228600" lvl="0" marL="342900" rtl="0" algn="just">
              <a:lnSpc>
                <a:spcPct val="100000"/>
              </a:lnSpc>
              <a:spcBef>
                <a:spcPts val="1000"/>
              </a:spcBef>
              <a:spcAft>
                <a:spcPts val="0"/>
              </a:spcAft>
              <a:buClr>
                <a:srgbClr val="000000"/>
              </a:buClr>
              <a:buSzPts val="2200"/>
              <a:buChar char="•"/>
            </a:pPr>
            <a:r>
              <a:rPr lang="en-US" sz="2200">
                <a:solidFill>
                  <a:srgbClr val="000000"/>
                </a:solidFill>
                <a:latin typeface="Times New Roman"/>
                <a:ea typeface="Times New Roman"/>
                <a:cs typeface="Times New Roman"/>
                <a:sym typeface="Times New Roman"/>
              </a:rPr>
              <a:t>Les activités des procédés ne peuvent être  automatisées mais il y a des outils de support, appelés outils CASE  </a:t>
            </a:r>
            <a:r>
              <a:rPr lang="en-US" sz="2200">
                <a:solidFill>
                  <a:srgbClr val="004A66"/>
                </a:solidFill>
                <a:latin typeface="Times New Roman"/>
                <a:ea typeface="Times New Roman"/>
                <a:cs typeface="Times New Roman"/>
                <a:sym typeface="Times New Roman"/>
              </a:rPr>
              <a:t>(Computer-Aided Software Engineering)</a:t>
            </a:r>
            <a:endParaRPr/>
          </a:p>
        </p:txBody>
      </p:sp>
      <p:sp>
        <p:nvSpPr>
          <p:cNvPr id="2234" name="Google Shape;2234;p1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8" name="Shape 2238"/>
        <p:cNvGrpSpPr/>
        <p:nvPr/>
      </p:nvGrpSpPr>
      <p:grpSpPr>
        <a:xfrm>
          <a:off x="0" y="0"/>
          <a:ext cx="0" cy="0"/>
          <a:chOff x="0" y="0"/>
          <a:chExt cx="0" cy="0"/>
        </a:xfrm>
      </p:grpSpPr>
      <p:sp>
        <p:nvSpPr>
          <p:cNvPr id="2239" name="Google Shape;2239;p1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40" name="Google Shape;2240;p1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241" name="Google Shape;2241;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42" name="Google Shape;2242;p17"/>
          <p:cNvSpPr txBox="1"/>
          <p:nvPr>
            <p:ph type="title"/>
          </p:nvPr>
        </p:nvSpPr>
        <p:spPr>
          <a:xfrm>
            <a:off x="196949" y="2504049"/>
            <a:ext cx="4112292" cy="230969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de procédé</a:t>
            </a:r>
            <a:endParaRPr b="1">
              <a:solidFill>
                <a:srgbClr val="FFFFFF"/>
              </a:solidFill>
              <a:latin typeface="Times New Roman"/>
              <a:ea typeface="Times New Roman"/>
              <a:cs typeface="Times New Roman"/>
              <a:sym typeface="Times New Roman"/>
            </a:endParaRPr>
          </a:p>
        </p:txBody>
      </p:sp>
      <p:sp>
        <p:nvSpPr>
          <p:cNvPr id="2243" name="Google Shape;2243;p17"/>
          <p:cNvSpPr txBox="1"/>
          <p:nvPr>
            <p:ph idx="4294967295" type="body"/>
          </p:nvPr>
        </p:nvSpPr>
        <p:spPr>
          <a:xfrm>
            <a:off x="5050302" y="801865"/>
            <a:ext cx="6346356" cy="5735903"/>
          </a:xfrm>
          <a:prstGeom prst="rect">
            <a:avLst/>
          </a:prstGeom>
          <a:noFill/>
          <a:ln>
            <a:noFill/>
          </a:ln>
        </p:spPr>
        <p:txBody>
          <a:bodyPr anchorCtr="0" anchor="ctr" bIns="45700" lIns="91425" spcFirstLastPara="1" rIns="91425" wrap="square" tIns="45700">
            <a:normAutofit/>
          </a:bodyPr>
          <a:lstStyle/>
          <a:p>
            <a:pPr indent="-228600" lvl="0" marL="342900" rtl="0" algn="just">
              <a:lnSpc>
                <a:spcPct val="90000"/>
              </a:lnSpc>
              <a:spcBef>
                <a:spcPts val="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Un modèle de procédé est une abstraction d’un   procédé</a:t>
            </a:r>
            <a:endParaRPr/>
          </a:p>
          <a:p>
            <a:pPr indent="-228600" lvl="0" marL="342900" rtl="0" algn="just">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Un modèle décrit le procédé selon une certaine perspective</a:t>
            </a:r>
            <a:endParaRPr/>
          </a:p>
          <a:p>
            <a:pPr indent="-228600" lvl="0" marL="342900" rtl="0" algn="just">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Un procédé logiciel est une application d’un modèle pour un projet spécifique, qui peut inclure une  certaine adaptation</a:t>
            </a:r>
            <a:endParaRPr/>
          </a:p>
          <a:p>
            <a:pPr indent="-228600" lvl="0" marL="228600" rtl="0" algn="just">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Il existe deux types de modèles de procédés:</a:t>
            </a:r>
            <a:endParaRPr/>
          </a:p>
          <a:p>
            <a:pPr indent="-228600" lvl="1" marL="800100" rtl="0" algn="just">
              <a:lnSpc>
                <a:spcPct val="90000"/>
              </a:lnSpc>
              <a:spcBef>
                <a:spcPts val="500"/>
              </a:spcBef>
              <a:spcAft>
                <a:spcPts val="0"/>
              </a:spcAft>
              <a:buClr>
                <a:srgbClr val="D4530F"/>
              </a:buClr>
              <a:buSzPts val="2400"/>
              <a:buChar char="•"/>
            </a:pPr>
            <a:r>
              <a:rPr lang="en-US">
                <a:solidFill>
                  <a:srgbClr val="D4530F"/>
                </a:solidFill>
                <a:latin typeface="Times New Roman"/>
                <a:ea typeface="Times New Roman"/>
                <a:cs typeface="Times New Roman"/>
                <a:sym typeface="Times New Roman"/>
              </a:rPr>
              <a:t>Méthodes classique</a:t>
            </a:r>
            <a:endParaRPr/>
          </a:p>
          <a:p>
            <a:pPr indent="-228600" lvl="1" marL="800100" rtl="0" algn="just">
              <a:lnSpc>
                <a:spcPct val="90000"/>
              </a:lnSpc>
              <a:spcBef>
                <a:spcPts val="500"/>
              </a:spcBef>
              <a:spcAft>
                <a:spcPts val="0"/>
              </a:spcAft>
              <a:buClr>
                <a:srgbClr val="5C8514"/>
              </a:buClr>
              <a:buSzPts val="2400"/>
              <a:buChar char="•"/>
            </a:pPr>
            <a:r>
              <a:rPr lang="en-US">
                <a:solidFill>
                  <a:srgbClr val="5C8514"/>
                </a:solidFill>
                <a:latin typeface="Times New Roman"/>
                <a:ea typeface="Times New Roman"/>
                <a:cs typeface="Times New Roman"/>
                <a:sym typeface="Times New Roman"/>
              </a:rPr>
              <a:t>Méthode agile</a:t>
            </a:r>
            <a:endParaRPr/>
          </a:p>
        </p:txBody>
      </p:sp>
      <p:sp>
        <p:nvSpPr>
          <p:cNvPr id="2244" name="Google Shape;2244;p17"/>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9" name="Shape 2249"/>
        <p:cNvGrpSpPr/>
        <p:nvPr/>
      </p:nvGrpSpPr>
      <p:grpSpPr>
        <a:xfrm>
          <a:off x="0" y="0"/>
          <a:ext cx="0" cy="0"/>
          <a:chOff x="0" y="0"/>
          <a:chExt cx="0" cy="0"/>
        </a:xfrm>
      </p:grpSpPr>
      <p:sp>
        <p:nvSpPr>
          <p:cNvPr id="2250" name="Google Shape;2250;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1" name="Google Shape;2251;p18"/>
          <p:cNvSpPr txBox="1"/>
          <p:nvPr>
            <p:ph type="title"/>
          </p:nvPr>
        </p:nvSpPr>
        <p:spPr>
          <a:xfrm>
            <a:off x="588567" y="4525347"/>
            <a:ext cx="7211825" cy="173736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4A66"/>
              </a:buClr>
              <a:buSzPts val="6000"/>
              <a:buFont typeface="Times New Roman"/>
              <a:buNone/>
            </a:pPr>
            <a:r>
              <a:rPr b="1" lang="en-US" sz="6000">
                <a:solidFill>
                  <a:srgbClr val="004A66"/>
                </a:solidFill>
                <a:latin typeface="Times New Roman"/>
                <a:ea typeface="Times New Roman"/>
                <a:cs typeface="Times New Roman"/>
                <a:sym typeface="Times New Roman"/>
              </a:rPr>
              <a:t>Cycle de vie classique</a:t>
            </a:r>
            <a:endParaRPr b="1" sz="6000">
              <a:solidFill>
                <a:srgbClr val="004A66"/>
              </a:solidFill>
              <a:latin typeface="Times New Roman"/>
              <a:ea typeface="Times New Roman"/>
              <a:cs typeface="Times New Roman"/>
              <a:sym typeface="Times New Roman"/>
            </a:endParaRPr>
          </a:p>
        </p:txBody>
      </p:sp>
      <p:sp>
        <p:nvSpPr>
          <p:cNvPr id="2252" name="Google Shape;2252;p18"/>
          <p:cNvSpPr/>
          <p:nvPr/>
        </p:nvSpPr>
        <p:spPr>
          <a:xfrm>
            <a:off x="588567" y="620480"/>
            <a:ext cx="2243800" cy="2243796"/>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3" name="Google Shape;2253;p18"/>
          <p:cNvSpPr/>
          <p:nvPr/>
        </p:nvSpPr>
        <p:spPr>
          <a:xfrm>
            <a:off x="3395001" y="2466604"/>
            <a:ext cx="962395" cy="962395"/>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4" name="Google Shape;2254;p18"/>
          <p:cNvSpPr/>
          <p:nvPr/>
        </p:nvSpPr>
        <p:spPr>
          <a:xfrm>
            <a:off x="5125829" y="2327988"/>
            <a:ext cx="293695" cy="293695"/>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5" name="Google Shape;2255;p18"/>
          <p:cNvSpPr/>
          <p:nvPr/>
        </p:nvSpPr>
        <p:spPr>
          <a:xfrm>
            <a:off x="6492113" y="0"/>
            <a:ext cx="5699887" cy="4059244"/>
          </a:xfrm>
          <a:custGeom>
            <a:rect b="b" l="l" r="r" t="t"/>
            <a:pathLst>
              <a:path extrusionOk="0" h="4059244" w="5699887">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256" name="Google Shape;2256;p18"/>
          <p:cNvCxnSpPr/>
          <p:nvPr/>
        </p:nvCxnSpPr>
        <p:spPr>
          <a:xfrm>
            <a:off x="7800392" y="4525347"/>
            <a:ext cx="0" cy="1737360"/>
          </a:xfrm>
          <a:prstGeom prst="straightConnector1">
            <a:avLst/>
          </a:prstGeom>
          <a:noFill/>
          <a:ln cap="sq" cmpd="sng" w="19050">
            <a:solidFill>
              <a:schemeClr val="dk1"/>
            </a:solidFill>
            <a:prstDash val="solid"/>
            <a:miter lim="800000"/>
            <a:headEnd len="sm" w="sm" type="none"/>
            <a:tailEnd len="sm" w="sm" type="none"/>
          </a:ln>
        </p:spPr>
      </p:cxnSp>
      <p:sp>
        <p:nvSpPr>
          <p:cNvPr id="2257" name="Google Shape;2257;p1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1" name="Shape 2261"/>
        <p:cNvGrpSpPr/>
        <p:nvPr/>
      </p:nvGrpSpPr>
      <p:grpSpPr>
        <a:xfrm>
          <a:off x="0" y="0"/>
          <a:ext cx="0" cy="0"/>
          <a:chOff x="0" y="0"/>
          <a:chExt cx="0" cy="0"/>
        </a:xfrm>
      </p:grpSpPr>
      <p:sp>
        <p:nvSpPr>
          <p:cNvPr id="2262" name="Google Shape;2262;p19"/>
          <p:cNvSpPr/>
          <p:nvPr/>
        </p:nvSpPr>
        <p:spPr>
          <a:xfrm>
            <a:off x="0" y="0"/>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263" name="Google Shape;2263;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64" name="Google Shape;2264;p19"/>
          <p:cNvSpPr txBox="1"/>
          <p:nvPr>
            <p:ph type="title"/>
          </p:nvPr>
        </p:nvSpPr>
        <p:spPr>
          <a:xfrm>
            <a:off x="640079" y="2023236"/>
            <a:ext cx="3659777" cy="282090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Modèles génériques</a:t>
            </a:r>
            <a:endParaRPr b="1" sz="4000">
              <a:solidFill>
                <a:srgbClr val="FFFFFF"/>
              </a:solidFill>
              <a:latin typeface="Calibri"/>
              <a:ea typeface="Calibri"/>
              <a:cs typeface="Calibri"/>
              <a:sym typeface="Calibri"/>
            </a:endParaRPr>
          </a:p>
        </p:txBody>
      </p:sp>
      <p:sp>
        <p:nvSpPr>
          <p:cNvPr id="2265" name="Google Shape;2265;p19"/>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2266" name="Google Shape;2266;p19"/>
          <p:cNvGrpSpPr/>
          <p:nvPr/>
        </p:nvGrpSpPr>
        <p:grpSpPr>
          <a:xfrm>
            <a:off x="5155237" y="842683"/>
            <a:ext cx="6714782" cy="5050177"/>
            <a:chOff x="2666" y="522452"/>
            <a:chExt cx="6714782" cy="5050177"/>
          </a:xfrm>
        </p:grpSpPr>
        <p:sp>
          <p:nvSpPr>
            <p:cNvPr id="2267" name="Google Shape;2267;p19"/>
            <p:cNvSpPr/>
            <p:nvPr/>
          </p:nvSpPr>
          <p:spPr>
            <a:xfrm>
              <a:off x="4347525" y="4846841"/>
              <a:ext cx="394987" cy="424611"/>
            </a:xfrm>
            <a:custGeom>
              <a:rect b="b" l="l" r="r" t="t"/>
              <a:pathLst>
                <a:path extrusionOk="0" h="120000" w="120000">
                  <a:moveTo>
                    <a:pt x="0" y="0"/>
                  </a:moveTo>
                  <a:lnTo>
                    <a:pt x="60000" y="0"/>
                  </a:lnTo>
                  <a:lnTo>
                    <a:pt x="60000" y="120000"/>
                  </a:lnTo>
                  <a:lnTo>
                    <a:pt x="120000" y="120000"/>
                  </a:lnTo>
                </a:path>
              </a:pathLst>
            </a:custGeom>
            <a:noFill/>
            <a:ln cap="flat" cmpd="sng" w="9525">
              <a:solidFill>
                <a:srgbClr val="7AB218"/>
              </a:solidFill>
              <a:prstDash val="solid"/>
              <a:miter lim="800000"/>
              <a:headEnd len="sm" w="sm" type="none"/>
              <a:tailEnd len="sm" w="sm" type="none"/>
            </a:ln>
          </p:spPr>
        </p:sp>
        <p:sp>
          <p:nvSpPr>
            <p:cNvPr id="2268" name="Google Shape;2268;p19"/>
            <p:cNvSpPr/>
            <p:nvPr/>
          </p:nvSpPr>
          <p:spPr>
            <a:xfrm>
              <a:off x="4347525" y="4422229"/>
              <a:ext cx="394987" cy="424611"/>
            </a:xfrm>
            <a:custGeom>
              <a:rect b="b" l="l" r="r" t="t"/>
              <a:pathLst>
                <a:path extrusionOk="0" h="120000" w="120000">
                  <a:moveTo>
                    <a:pt x="0" y="120000"/>
                  </a:moveTo>
                  <a:lnTo>
                    <a:pt x="60000" y="120000"/>
                  </a:lnTo>
                  <a:lnTo>
                    <a:pt x="60000" y="0"/>
                  </a:lnTo>
                  <a:lnTo>
                    <a:pt x="120000" y="0"/>
                  </a:lnTo>
                </a:path>
              </a:pathLst>
            </a:custGeom>
            <a:noFill/>
            <a:ln cap="flat" cmpd="sng" w="9525">
              <a:solidFill>
                <a:srgbClr val="7AB218"/>
              </a:solidFill>
              <a:prstDash val="solid"/>
              <a:miter lim="800000"/>
              <a:headEnd len="sm" w="sm" type="none"/>
              <a:tailEnd len="sm" w="sm" type="none"/>
            </a:ln>
          </p:spPr>
        </p:sp>
        <p:sp>
          <p:nvSpPr>
            <p:cNvPr id="2269" name="Google Shape;2269;p19"/>
            <p:cNvSpPr/>
            <p:nvPr/>
          </p:nvSpPr>
          <p:spPr>
            <a:xfrm>
              <a:off x="1977602" y="3844026"/>
              <a:ext cx="394987" cy="1002814"/>
            </a:xfrm>
            <a:custGeom>
              <a:rect b="b" l="l" r="r" t="t"/>
              <a:pathLst>
                <a:path extrusionOk="0" h="120000" w="120000">
                  <a:moveTo>
                    <a:pt x="0" y="0"/>
                  </a:moveTo>
                  <a:lnTo>
                    <a:pt x="60000" y="0"/>
                  </a:lnTo>
                  <a:lnTo>
                    <a:pt x="60000" y="120000"/>
                  </a:lnTo>
                  <a:lnTo>
                    <a:pt x="120000" y="120000"/>
                  </a:lnTo>
                </a:path>
              </a:pathLst>
            </a:custGeom>
            <a:noFill/>
            <a:ln cap="flat" cmpd="sng" w="9525">
              <a:solidFill>
                <a:srgbClr val="F07B3D"/>
              </a:solidFill>
              <a:prstDash val="solid"/>
              <a:miter lim="800000"/>
              <a:headEnd len="sm" w="sm" type="none"/>
              <a:tailEnd len="sm" w="sm" type="none"/>
            </a:ln>
          </p:spPr>
        </p:sp>
        <p:sp>
          <p:nvSpPr>
            <p:cNvPr id="2270" name="Google Shape;2270;p19"/>
            <p:cNvSpPr/>
            <p:nvPr/>
          </p:nvSpPr>
          <p:spPr>
            <a:xfrm>
              <a:off x="1977602" y="3798306"/>
              <a:ext cx="394987" cy="91440"/>
            </a:xfrm>
            <a:custGeom>
              <a:rect b="b" l="l" r="r" t="t"/>
              <a:pathLst>
                <a:path extrusionOk="0" h="120000" w="120000">
                  <a:moveTo>
                    <a:pt x="0" y="60000"/>
                  </a:moveTo>
                  <a:lnTo>
                    <a:pt x="60000" y="60000"/>
                  </a:lnTo>
                  <a:lnTo>
                    <a:pt x="60000" y="72034"/>
                  </a:lnTo>
                  <a:lnTo>
                    <a:pt x="120000" y="72034"/>
                  </a:lnTo>
                </a:path>
              </a:pathLst>
            </a:custGeom>
            <a:noFill/>
            <a:ln cap="flat" cmpd="sng" w="9525">
              <a:solidFill>
                <a:srgbClr val="F07B3D"/>
              </a:solidFill>
              <a:prstDash val="solid"/>
              <a:miter lim="800000"/>
              <a:headEnd len="sm" w="sm" type="none"/>
              <a:tailEnd len="sm" w="sm" type="none"/>
            </a:ln>
          </p:spPr>
        </p:sp>
        <p:sp>
          <p:nvSpPr>
            <p:cNvPr id="2271" name="Google Shape;2271;p19"/>
            <p:cNvSpPr/>
            <p:nvPr/>
          </p:nvSpPr>
          <p:spPr>
            <a:xfrm>
              <a:off x="1977602" y="2850383"/>
              <a:ext cx="394987" cy="993643"/>
            </a:xfrm>
            <a:custGeom>
              <a:rect b="b" l="l" r="r" t="t"/>
              <a:pathLst>
                <a:path extrusionOk="0" h="120000" w="120000">
                  <a:moveTo>
                    <a:pt x="0" y="120000"/>
                  </a:moveTo>
                  <a:lnTo>
                    <a:pt x="60000" y="120000"/>
                  </a:lnTo>
                  <a:lnTo>
                    <a:pt x="60000" y="0"/>
                  </a:lnTo>
                  <a:lnTo>
                    <a:pt x="120000" y="0"/>
                  </a:lnTo>
                </a:path>
              </a:pathLst>
            </a:custGeom>
            <a:noFill/>
            <a:ln cap="flat" cmpd="sng" w="9525">
              <a:solidFill>
                <a:srgbClr val="F07B3D"/>
              </a:solidFill>
              <a:prstDash val="solid"/>
              <a:miter lim="800000"/>
              <a:headEnd len="sm" w="sm" type="none"/>
              <a:tailEnd len="sm" w="sm" type="none"/>
            </a:ln>
          </p:spPr>
        </p:sp>
        <p:sp>
          <p:nvSpPr>
            <p:cNvPr id="2272" name="Google Shape;2272;p19"/>
            <p:cNvSpPr/>
            <p:nvPr/>
          </p:nvSpPr>
          <p:spPr>
            <a:xfrm>
              <a:off x="1977602" y="1375221"/>
              <a:ext cx="394987" cy="482850"/>
            </a:xfrm>
            <a:custGeom>
              <a:rect b="b" l="l" r="r" t="t"/>
              <a:pathLst>
                <a:path extrusionOk="0" h="120000" w="120000">
                  <a:moveTo>
                    <a:pt x="0" y="0"/>
                  </a:moveTo>
                  <a:lnTo>
                    <a:pt x="60000" y="0"/>
                  </a:lnTo>
                  <a:lnTo>
                    <a:pt x="60000" y="120000"/>
                  </a:lnTo>
                  <a:lnTo>
                    <a:pt x="120000" y="120000"/>
                  </a:lnTo>
                </a:path>
              </a:pathLst>
            </a:custGeom>
            <a:noFill/>
            <a:ln cap="flat" cmpd="sng" w="9525">
              <a:solidFill>
                <a:srgbClr val="F07B3D"/>
              </a:solidFill>
              <a:prstDash val="solid"/>
              <a:miter lim="800000"/>
              <a:headEnd len="sm" w="sm" type="none"/>
              <a:tailEnd len="sm" w="sm" type="none"/>
            </a:ln>
          </p:spPr>
        </p:sp>
        <p:sp>
          <p:nvSpPr>
            <p:cNvPr id="2273" name="Google Shape;2273;p19"/>
            <p:cNvSpPr/>
            <p:nvPr/>
          </p:nvSpPr>
          <p:spPr>
            <a:xfrm>
              <a:off x="1977602" y="881869"/>
              <a:ext cx="394987" cy="493352"/>
            </a:xfrm>
            <a:custGeom>
              <a:rect b="b" l="l" r="r" t="t"/>
              <a:pathLst>
                <a:path extrusionOk="0" h="120000" w="120000">
                  <a:moveTo>
                    <a:pt x="0" y="120000"/>
                  </a:moveTo>
                  <a:lnTo>
                    <a:pt x="60000" y="120000"/>
                  </a:lnTo>
                  <a:lnTo>
                    <a:pt x="60000" y="0"/>
                  </a:lnTo>
                  <a:lnTo>
                    <a:pt x="120000" y="0"/>
                  </a:lnTo>
                </a:path>
              </a:pathLst>
            </a:custGeom>
            <a:noFill/>
            <a:ln cap="flat" cmpd="sng" w="9525">
              <a:solidFill>
                <a:srgbClr val="F07B3D"/>
              </a:solidFill>
              <a:prstDash val="solid"/>
              <a:miter lim="800000"/>
              <a:headEnd len="sm" w="sm" type="none"/>
              <a:tailEnd len="sm" w="sm" type="none"/>
            </a:ln>
          </p:spPr>
        </p:sp>
        <p:sp>
          <p:nvSpPr>
            <p:cNvPr id="2274" name="Google Shape;2274;p19"/>
            <p:cNvSpPr/>
            <p:nvPr/>
          </p:nvSpPr>
          <p:spPr>
            <a:xfrm>
              <a:off x="2666" y="1074043"/>
              <a:ext cx="1974936" cy="602355"/>
            </a:xfrm>
            <a:prstGeom prst="rect">
              <a:avLst/>
            </a:prstGeom>
            <a:gradFill>
              <a:gsLst>
                <a:gs pos="0">
                  <a:srgbClr val="47A1D7"/>
                </a:gs>
                <a:gs pos="50000">
                  <a:srgbClr val="0099D7"/>
                </a:gs>
                <a:gs pos="100000">
                  <a:srgbClr val="008BC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9"/>
            <p:cNvSpPr txBox="1"/>
            <p:nvPr/>
          </p:nvSpPr>
          <p:spPr>
            <a:xfrm>
              <a:off x="2666" y="1074043"/>
              <a:ext cx="1974936" cy="602355"/>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Modèles linéaires </a:t>
              </a:r>
              <a:endParaRPr/>
            </a:p>
          </p:txBody>
        </p:sp>
        <p:sp>
          <p:nvSpPr>
            <p:cNvPr id="2276" name="Google Shape;2276;p19"/>
            <p:cNvSpPr/>
            <p:nvPr/>
          </p:nvSpPr>
          <p:spPr>
            <a:xfrm>
              <a:off x="2372589" y="522452"/>
              <a:ext cx="1974936" cy="718833"/>
            </a:xfrm>
            <a:prstGeom prst="rect">
              <a:avLst/>
            </a:prstGeom>
            <a:gradFill>
              <a:gsLst>
                <a:gs pos="0">
                  <a:srgbClr val="F3895B"/>
                </a:gs>
                <a:gs pos="50000">
                  <a:srgbClr val="F77834"/>
                </a:gs>
                <a:gs pos="100000">
                  <a:srgbClr val="E3662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9"/>
            <p:cNvSpPr txBox="1"/>
            <p:nvPr/>
          </p:nvSpPr>
          <p:spPr>
            <a:xfrm>
              <a:off x="2372589" y="522452"/>
              <a:ext cx="1974936" cy="718833"/>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modèle en cascade </a:t>
              </a:r>
              <a:endParaRPr/>
            </a:p>
          </p:txBody>
        </p:sp>
        <p:sp>
          <p:nvSpPr>
            <p:cNvPr id="2278" name="Google Shape;2278;p19"/>
            <p:cNvSpPr/>
            <p:nvPr/>
          </p:nvSpPr>
          <p:spPr>
            <a:xfrm>
              <a:off x="2372589" y="1488152"/>
              <a:ext cx="1974936" cy="739837"/>
            </a:xfrm>
            <a:prstGeom prst="rect">
              <a:avLst/>
            </a:prstGeom>
            <a:gradFill>
              <a:gsLst>
                <a:gs pos="0">
                  <a:srgbClr val="F3895B"/>
                </a:gs>
                <a:gs pos="50000">
                  <a:srgbClr val="F77834"/>
                </a:gs>
                <a:gs pos="100000">
                  <a:srgbClr val="E3662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19"/>
            <p:cNvSpPr txBox="1"/>
            <p:nvPr/>
          </p:nvSpPr>
          <p:spPr>
            <a:xfrm>
              <a:off x="2372589" y="1488152"/>
              <a:ext cx="1974936" cy="739837"/>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modèle en V</a:t>
              </a:r>
              <a:endParaRPr/>
            </a:p>
          </p:txBody>
        </p:sp>
        <p:sp>
          <p:nvSpPr>
            <p:cNvPr id="2280" name="Google Shape;2280;p19"/>
            <p:cNvSpPr/>
            <p:nvPr/>
          </p:nvSpPr>
          <p:spPr>
            <a:xfrm>
              <a:off x="2666" y="3542849"/>
              <a:ext cx="1974936" cy="602355"/>
            </a:xfrm>
            <a:prstGeom prst="rect">
              <a:avLst/>
            </a:prstGeom>
            <a:gradFill>
              <a:gsLst>
                <a:gs pos="0">
                  <a:srgbClr val="47A1D7"/>
                </a:gs>
                <a:gs pos="50000">
                  <a:srgbClr val="0099D7"/>
                </a:gs>
                <a:gs pos="100000">
                  <a:srgbClr val="008BC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19"/>
            <p:cNvSpPr txBox="1"/>
            <p:nvPr/>
          </p:nvSpPr>
          <p:spPr>
            <a:xfrm>
              <a:off x="2666" y="3542849"/>
              <a:ext cx="1974936" cy="602355"/>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Modèles itératifs</a:t>
              </a:r>
              <a:endParaRPr/>
            </a:p>
          </p:txBody>
        </p:sp>
        <p:sp>
          <p:nvSpPr>
            <p:cNvPr id="2282" name="Google Shape;2282;p19"/>
            <p:cNvSpPr/>
            <p:nvPr/>
          </p:nvSpPr>
          <p:spPr>
            <a:xfrm>
              <a:off x="2372589" y="2474857"/>
              <a:ext cx="1974936" cy="751053"/>
            </a:xfrm>
            <a:prstGeom prst="rect">
              <a:avLst/>
            </a:prstGeom>
            <a:gradFill>
              <a:gsLst>
                <a:gs pos="0">
                  <a:srgbClr val="F3895B"/>
                </a:gs>
                <a:gs pos="50000">
                  <a:srgbClr val="F77834"/>
                </a:gs>
                <a:gs pos="100000">
                  <a:srgbClr val="E3662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19"/>
            <p:cNvSpPr txBox="1"/>
            <p:nvPr/>
          </p:nvSpPr>
          <p:spPr>
            <a:xfrm>
              <a:off x="2372589" y="2474857"/>
              <a:ext cx="1974936" cy="751053"/>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modèle de développement incrémental </a:t>
              </a:r>
              <a:endParaRPr/>
            </a:p>
          </p:txBody>
        </p:sp>
        <p:sp>
          <p:nvSpPr>
            <p:cNvPr id="2284" name="Google Shape;2284;p19"/>
            <p:cNvSpPr/>
            <p:nvPr/>
          </p:nvSpPr>
          <p:spPr>
            <a:xfrm>
              <a:off x="2372589" y="3472777"/>
              <a:ext cx="1974936" cy="760841"/>
            </a:xfrm>
            <a:prstGeom prst="rect">
              <a:avLst/>
            </a:prstGeom>
            <a:gradFill>
              <a:gsLst>
                <a:gs pos="0">
                  <a:srgbClr val="F3895B"/>
                </a:gs>
                <a:gs pos="50000">
                  <a:srgbClr val="F77834"/>
                </a:gs>
                <a:gs pos="100000">
                  <a:srgbClr val="E3662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19"/>
            <p:cNvSpPr txBox="1"/>
            <p:nvPr/>
          </p:nvSpPr>
          <p:spPr>
            <a:xfrm>
              <a:off x="2372589" y="3472777"/>
              <a:ext cx="1974936" cy="760841"/>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modèle de développement en spirale </a:t>
              </a:r>
              <a:endParaRPr/>
            </a:p>
          </p:txBody>
        </p:sp>
        <p:sp>
          <p:nvSpPr>
            <p:cNvPr id="2286" name="Google Shape;2286;p19"/>
            <p:cNvSpPr/>
            <p:nvPr/>
          </p:nvSpPr>
          <p:spPr>
            <a:xfrm>
              <a:off x="2372589" y="4480485"/>
              <a:ext cx="1974936" cy="732711"/>
            </a:xfrm>
            <a:prstGeom prst="rect">
              <a:avLst/>
            </a:prstGeom>
            <a:gradFill>
              <a:gsLst>
                <a:gs pos="0">
                  <a:srgbClr val="F3895B"/>
                </a:gs>
                <a:gs pos="50000">
                  <a:srgbClr val="F77834"/>
                </a:gs>
                <a:gs pos="100000">
                  <a:srgbClr val="E3662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19"/>
            <p:cNvSpPr txBox="1"/>
            <p:nvPr/>
          </p:nvSpPr>
          <p:spPr>
            <a:xfrm>
              <a:off x="2372589" y="4480485"/>
              <a:ext cx="1974936" cy="732711"/>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modèle par prototypage</a:t>
              </a:r>
              <a:endParaRPr b="1" i="0" sz="2000" u="none" cap="none" strike="noStrike">
                <a:solidFill>
                  <a:schemeClr val="lt1"/>
                </a:solidFill>
                <a:latin typeface="Times New Roman"/>
                <a:ea typeface="Times New Roman"/>
                <a:cs typeface="Times New Roman"/>
                <a:sym typeface="Times New Roman"/>
              </a:endParaRPr>
            </a:p>
          </p:txBody>
        </p:sp>
        <p:sp>
          <p:nvSpPr>
            <p:cNvPr id="2288" name="Google Shape;2288;p19"/>
            <p:cNvSpPr/>
            <p:nvPr/>
          </p:nvSpPr>
          <p:spPr>
            <a:xfrm>
              <a:off x="4742512" y="4121052"/>
              <a:ext cx="1974936" cy="602355"/>
            </a:xfrm>
            <a:prstGeom prst="rect">
              <a:avLst/>
            </a:prstGeom>
            <a:gradFill>
              <a:gsLst>
                <a:gs pos="0">
                  <a:srgbClr val="88BC49"/>
                </a:gs>
                <a:gs pos="50000">
                  <a:srgbClr val="7CB90F"/>
                </a:gs>
                <a:gs pos="100000">
                  <a:srgbClr val="6EAA0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9"/>
            <p:cNvSpPr txBox="1"/>
            <p:nvPr/>
          </p:nvSpPr>
          <p:spPr>
            <a:xfrm>
              <a:off x="4742512" y="4121052"/>
              <a:ext cx="1974936" cy="602355"/>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prototypage jetable</a:t>
              </a:r>
              <a:endParaRPr/>
            </a:p>
          </p:txBody>
        </p:sp>
        <p:sp>
          <p:nvSpPr>
            <p:cNvPr id="2290" name="Google Shape;2290;p19"/>
            <p:cNvSpPr/>
            <p:nvPr/>
          </p:nvSpPr>
          <p:spPr>
            <a:xfrm>
              <a:off x="4742512" y="4970274"/>
              <a:ext cx="1974936" cy="602355"/>
            </a:xfrm>
            <a:prstGeom prst="rect">
              <a:avLst/>
            </a:prstGeom>
            <a:gradFill>
              <a:gsLst>
                <a:gs pos="0">
                  <a:srgbClr val="88BC49"/>
                </a:gs>
                <a:gs pos="50000">
                  <a:srgbClr val="7CB90F"/>
                </a:gs>
                <a:gs pos="100000">
                  <a:srgbClr val="6EAA0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19"/>
            <p:cNvSpPr txBox="1"/>
            <p:nvPr/>
          </p:nvSpPr>
          <p:spPr>
            <a:xfrm>
              <a:off x="4742512" y="4970274"/>
              <a:ext cx="1974936" cy="602355"/>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prototypage évolutif</a:t>
              </a:r>
              <a:endParaRPr/>
            </a:p>
          </p:txBody>
        </p:sp>
        <p:sp>
          <p:nvSpPr>
            <p:cNvPr id="2292" name="Google Shape;2292;p19"/>
            <p:cNvSpPr/>
            <p:nvPr/>
          </p:nvSpPr>
          <p:spPr>
            <a:xfrm>
              <a:off x="2666" y="4392071"/>
              <a:ext cx="1974936" cy="602355"/>
            </a:xfrm>
            <a:prstGeom prst="rect">
              <a:avLst/>
            </a:prstGeom>
            <a:gradFill>
              <a:gsLst>
                <a:gs pos="0">
                  <a:srgbClr val="47A1D7"/>
                </a:gs>
                <a:gs pos="50000">
                  <a:srgbClr val="0099D7"/>
                </a:gs>
                <a:gs pos="100000">
                  <a:srgbClr val="008BC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9"/>
            <p:cNvSpPr txBox="1"/>
            <p:nvPr/>
          </p:nvSpPr>
          <p:spPr>
            <a:xfrm>
              <a:off x="2666" y="4392071"/>
              <a:ext cx="1974936" cy="602355"/>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Autres modèles</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7" name="Shape 2297"/>
        <p:cNvGrpSpPr/>
        <p:nvPr/>
      </p:nvGrpSpPr>
      <p:grpSpPr>
        <a:xfrm>
          <a:off x="0" y="0"/>
          <a:ext cx="0" cy="0"/>
          <a:chOff x="0" y="0"/>
          <a:chExt cx="0" cy="0"/>
        </a:xfrm>
      </p:grpSpPr>
      <p:sp>
        <p:nvSpPr>
          <p:cNvPr id="2298" name="Google Shape;2298;p20"/>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99" name="Google Shape;2299;p20"/>
          <p:cNvSpPr/>
          <p:nvPr/>
        </p:nvSpPr>
        <p:spPr>
          <a:xfrm>
            <a:off x="0" y="0"/>
            <a:ext cx="2013557" cy="6858000"/>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00" name="Google Shape;2300;p20"/>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800"/>
              <a:buFont typeface="Times New Roman"/>
              <a:buNone/>
            </a:pPr>
            <a:r>
              <a:rPr b="1" lang="en-US" sz="2800">
                <a:solidFill>
                  <a:srgbClr val="FFFFFF"/>
                </a:solidFill>
                <a:latin typeface="Times New Roman"/>
                <a:ea typeface="Times New Roman"/>
                <a:cs typeface="Times New Roman"/>
                <a:sym typeface="Times New Roman"/>
              </a:rPr>
              <a:t>Modèle linéaire :</a:t>
            </a:r>
            <a:br>
              <a:rPr b="1" lang="en-US" sz="2800">
                <a:solidFill>
                  <a:srgbClr val="FFFFFF"/>
                </a:solidFill>
                <a:latin typeface="Times New Roman"/>
                <a:ea typeface="Times New Roman"/>
                <a:cs typeface="Times New Roman"/>
                <a:sym typeface="Times New Roman"/>
              </a:rPr>
            </a:br>
            <a:r>
              <a:rPr b="1" lang="en-US" sz="2800">
                <a:solidFill>
                  <a:srgbClr val="FFFFFF"/>
                </a:solidFill>
                <a:latin typeface="Times New Roman"/>
                <a:ea typeface="Times New Roman"/>
                <a:cs typeface="Times New Roman"/>
                <a:sym typeface="Times New Roman"/>
              </a:rPr>
              <a:t>en cascade</a:t>
            </a:r>
            <a:endParaRPr/>
          </a:p>
        </p:txBody>
      </p:sp>
      <p:pic>
        <p:nvPicPr>
          <p:cNvPr id="2301" name="Google Shape;2301;p20"/>
          <p:cNvPicPr preferRelativeResize="0"/>
          <p:nvPr/>
        </p:nvPicPr>
        <p:blipFill rotWithShape="1">
          <a:blip r:embed="rId3">
            <a:alphaModFix/>
          </a:blip>
          <a:srcRect b="0" l="0" r="0" t="0"/>
          <a:stretch/>
        </p:blipFill>
        <p:spPr>
          <a:xfrm>
            <a:off x="3512457" y="1583496"/>
            <a:ext cx="8364800" cy="3743247"/>
          </a:xfrm>
          <a:prstGeom prst="rect">
            <a:avLst/>
          </a:prstGeom>
          <a:noFill/>
          <a:ln>
            <a:noFill/>
          </a:ln>
        </p:spPr>
      </p:pic>
      <p:sp>
        <p:nvSpPr>
          <p:cNvPr id="2302" name="Google Shape;2302;p20"/>
          <p:cNvSpPr txBox="1"/>
          <p:nvPr>
            <p:ph idx="12" type="sldNum"/>
          </p:nvPr>
        </p:nvSpPr>
        <p:spPr>
          <a:xfrm>
            <a:off x="11310257" y="6356350"/>
            <a:ext cx="560009"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898989"/>
                </a:solidFill>
              </a:rPr>
              <a:t>‹#›</a:t>
            </a:fld>
            <a:endParaRPr>
              <a:solidFill>
                <a:srgbClr val="89898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7" name="Shape 2307"/>
        <p:cNvGrpSpPr/>
        <p:nvPr/>
      </p:nvGrpSpPr>
      <p:grpSpPr>
        <a:xfrm>
          <a:off x="0" y="0"/>
          <a:ext cx="0" cy="0"/>
          <a:chOff x="0" y="0"/>
          <a:chExt cx="0" cy="0"/>
        </a:xfrm>
      </p:grpSpPr>
      <p:sp>
        <p:nvSpPr>
          <p:cNvPr id="2308" name="Google Shape;2308;p21"/>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2309" name="Google Shape;2309;p21"/>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pic>
        <p:nvPicPr>
          <p:cNvPr id="2310" name="Google Shape;2310;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11" name="Google Shape;2311;p21"/>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Modèles linéaires :</a:t>
            </a:r>
            <a:br>
              <a:rPr b="1" lang="en-US">
                <a:solidFill>
                  <a:srgbClr val="FFFFFF"/>
                </a:solidFill>
                <a:latin typeface="Times New Roman"/>
                <a:ea typeface="Times New Roman"/>
                <a:cs typeface="Times New Roman"/>
                <a:sym typeface="Times New Roman"/>
              </a:rPr>
            </a:br>
            <a:r>
              <a:rPr b="1" lang="en-US">
                <a:solidFill>
                  <a:srgbClr val="FFFFFF"/>
                </a:solidFill>
                <a:latin typeface="Times New Roman"/>
                <a:ea typeface="Times New Roman"/>
                <a:cs typeface="Times New Roman"/>
                <a:sym typeface="Times New Roman"/>
              </a:rPr>
              <a:t>en cascade</a:t>
            </a:r>
            <a:endParaRPr/>
          </a:p>
        </p:txBody>
      </p:sp>
      <p:sp>
        <p:nvSpPr>
          <p:cNvPr id="2312" name="Google Shape;2312;p21"/>
          <p:cNvSpPr txBox="1"/>
          <p:nvPr>
            <p:ph idx="1" type="body"/>
          </p:nvPr>
        </p:nvSpPr>
        <p:spPr>
          <a:xfrm>
            <a:off x="4949318" y="801866"/>
            <a:ext cx="6447340" cy="5230634"/>
          </a:xfrm>
          <a:prstGeom prst="rect">
            <a:avLst/>
          </a:prstGeom>
          <a:noFill/>
          <a:ln>
            <a:noFill/>
          </a:ln>
        </p:spPr>
        <p:txBody>
          <a:bodyPr anchorCtr="0" anchor="ctr" bIns="45700" lIns="91425" spcFirstLastPara="1" rIns="91425" wrap="square" tIns="45700">
            <a:normAutofit/>
          </a:bodyPr>
          <a:lstStyle/>
          <a:p>
            <a:pPr indent="-457200" lvl="0" marL="457200" rtl="0" algn="just">
              <a:lnSpc>
                <a:spcPct val="9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Chaque phase se termine à une date précise par la production de certains documents ou logiciels.</a:t>
            </a:r>
            <a:endParaRPr/>
          </a:p>
          <a:p>
            <a:pPr indent="-457200" lvl="0" marL="457200" rtl="0" algn="just">
              <a:lnSpc>
                <a:spcPct val="90000"/>
              </a:lnSpc>
              <a:spcBef>
                <a:spcPts val="10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Les résultats sont définis sur la base des interactions entre étapes et activités, ils sont soumis à une revue approfondie </a:t>
            </a:r>
            <a:endParaRPr/>
          </a:p>
          <a:p>
            <a:pPr indent="-304800" lvl="0" marL="457200" rtl="0" algn="just">
              <a:lnSpc>
                <a:spcPct val="90000"/>
              </a:lnSpc>
              <a:spcBef>
                <a:spcPts val="1000"/>
              </a:spcBef>
              <a:spcAft>
                <a:spcPts val="0"/>
              </a:spcAft>
              <a:buClr>
                <a:schemeClr val="dk1"/>
              </a:buClr>
              <a:buSzPts val="2400"/>
              <a:buFont typeface="Noto Sans Symbols"/>
              <a:buNone/>
            </a:pPr>
            <a:r>
              <a:t/>
            </a:r>
            <a:endParaRPr sz="2400">
              <a:solidFill>
                <a:srgbClr val="000000"/>
              </a:solidFill>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accent6"/>
              </a:buClr>
              <a:buSzPts val="2400"/>
              <a:buFont typeface="Noto Sans Symbols"/>
              <a:buNone/>
            </a:pPr>
            <a:r>
              <a:rPr lang="en-US">
                <a:solidFill>
                  <a:schemeClr val="accent6"/>
                </a:solidFill>
                <a:latin typeface="Times New Roman"/>
                <a:ea typeface="Times New Roman"/>
                <a:cs typeface="Times New Roman"/>
                <a:sym typeface="Times New Roman"/>
              </a:rPr>
              <a:t>(on ne passe à la phase suivante que s'ils sont jugés satisfaisants)</a:t>
            </a:r>
            <a:endParaRPr/>
          </a:p>
          <a:p>
            <a:pPr indent="-495300" lvl="0" marL="495300" rtl="0" algn="just">
              <a:lnSpc>
                <a:spcPct val="90000"/>
              </a:lnSpc>
              <a:spcBef>
                <a:spcPts val="100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p:txBody>
      </p:sp>
      <p:sp>
        <p:nvSpPr>
          <p:cNvPr id="2313" name="Google Shape;2313;p21"/>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latin typeface="Times New Roman"/>
                <a:ea typeface="Times New Roman"/>
                <a:cs typeface="Times New Roman"/>
                <a:sym typeface="Times New Roman"/>
              </a:rPr>
              <a:t>‹#›</a:t>
            </a:fld>
            <a:endParaRPr sz="1000">
              <a:solidFill>
                <a:srgbClr val="898989"/>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8" name="Shape 2318"/>
        <p:cNvGrpSpPr/>
        <p:nvPr/>
      </p:nvGrpSpPr>
      <p:grpSpPr>
        <a:xfrm>
          <a:off x="0" y="0"/>
          <a:ext cx="0" cy="0"/>
          <a:chOff x="0" y="0"/>
          <a:chExt cx="0" cy="0"/>
        </a:xfrm>
      </p:grpSpPr>
      <p:sp>
        <p:nvSpPr>
          <p:cNvPr id="2319" name="Google Shape;2319;p2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2320" name="Google Shape;2320;p22"/>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pic>
        <p:nvPicPr>
          <p:cNvPr id="2321" name="Google Shape;2321;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22" name="Google Shape;2322;p22"/>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Modèles linéaires :</a:t>
            </a:r>
            <a:br>
              <a:rPr b="1" lang="en-US">
                <a:solidFill>
                  <a:srgbClr val="FFFFFF"/>
                </a:solidFill>
                <a:latin typeface="Times New Roman"/>
                <a:ea typeface="Times New Roman"/>
                <a:cs typeface="Times New Roman"/>
                <a:sym typeface="Times New Roman"/>
              </a:rPr>
            </a:br>
            <a:r>
              <a:rPr b="1" lang="en-US">
                <a:solidFill>
                  <a:srgbClr val="FFFFFF"/>
                </a:solidFill>
                <a:latin typeface="Times New Roman"/>
                <a:ea typeface="Times New Roman"/>
                <a:cs typeface="Times New Roman"/>
                <a:sym typeface="Times New Roman"/>
              </a:rPr>
              <a:t>en cascade</a:t>
            </a:r>
            <a:endParaRPr/>
          </a:p>
        </p:txBody>
      </p:sp>
      <p:sp>
        <p:nvSpPr>
          <p:cNvPr id="2323" name="Google Shape;2323;p22"/>
          <p:cNvSpPr txBox="1"/>
          <p:nvPr>
            <p:ph idx="1" type="body"/>
          </p:nvPr>
        </p:nvSpPr>
        <p:spPr>
          <a:xfrm>
            <a:off x="5314547" y="801866"/>
            <a:ext cx="6237373" cy="5230634"/>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rgbClr val="000000"/>
              </a:buClr>
              <a:buSzPts val="2200"/>
              <a:buFont typeface="Noto Sans Symbols"/>
              <a:buChar char="⮚"/>
            </a:pPr>
            <a:r>
              <a:rPr lang="en-US" sz="2200">
                <a:solidFill>
                  <a:srgbClr val="000000"/>
                </a:solidFill>
                <a:latin typeface="Times New Roman"/>
                <a:ea typeface="Times New Roman"/>
                <a:cs typeface="Times New Roman"/>
                <a:sym typeface="Times New Roman"/>
              </a:rPr>
              <a:t>Certaines phases portent le nom d'une activité </a:t>
            </a:r>
            <a:endParaRPr/>
          </a:p>
          <a:p>
            <a:pPr indent="-228600" lvl="1" marL="685800" rtl="0" algn="just">
              <a:lnSpc>
                <a:spcPct val="90000"/>
              </a:lnSpc>
              <a:spcBef>
                <a:spcPts val="1000"/>
              </a:spcBef>
              <a:spcAft>
                <a:spcPts val="0"/>
              </a:spcAft>
              <a:buClr>
                <a:srgbClr val="000000"/>
              </a:buClr>
              <a:buSzPts val="2200"/>
              <a:buChar char="•"/>
            </a:pPr>
            <a:r>
              <a:rPr lang="en-US" sz="2200">
                <a:solidFill>
                  <a:srgbClr val="000000"/>
                </a:solidFill>
                <a:latin typeface="Times New Roman"/>
                <a:ea typeface="Times New Roman"/>
                <a:cs typeface="Times New Roman"/>
                <a:sym typeface="Times New Roman"/>
              </a:rPr>
              <a:t>signifie que l'activité est essentielle pour cette phase, mais n'impose pas qu'elle n'ait lieu que dans cette étape. </a:t>
            </a:r>
            <a:endParaRPr/>
          </a:p>
          <a:p>
            <a:pPr indent="-228600" lvl="1" marL="685800" rtl="0" algn="just">
              <a:lnSpc>
                <a:spcPct val="90000"/>
              </a:lnSpc>
              <a:spcBef>
                <a:spcPts val="1000"/>
              </a:spcBef>
              <a:spcAft>
                <a:spcPts val="0"/>
              </a:spcAft>
              <a:buClr>
                <a:srgbClr val="000000"/>
              </a:buClr>
              <a:buSzPts val="2200"/>
              <a:buChar char="•"/>
            </a:pPr>
            <a:r>
              <a:rPr lang="en-US" sz="2200">
                <a:solidFill>
                  <a:srgbClr val="000000"/>
                </a:solidFill>
                <a:latin typeface="Times New Roman"/>
                <a:ea typeface="Times New Roman"/>
                <a:cs typeface="Times New Roman"/>
                <a:sym typeface="Times New Roman"/>
              </a:rPr>
              <a:t>D'autres activités interviennent, par exemple le contrôle technique et la gestion de la configuration, tout au long du processus. </a:t>
            </a:r>
            <a:endParaRPr/>
          </a:p>
          <a:p>
            <a:pPr indent="-228600" lvl="0" marL="228600" rtl="0" algn="just">
              <a:lnSpc>
                <a:spcPct val="90000"/>
              </a:lnSpc>
              <a:spcBef>
                <a:spcPts val="1000"/>
              </a:spcBef>
              <a:spcAft>
                <a:spcPts val="0"/>
              </a:spcAft>
              <a:buClr>
                <a:srgbClr val="000000"/>
              </a:buClr>
              <a:buSzPts val="2200"/>
              <a:buFont typeface="Noto Sans Symbols"/>
              <a:buChar char="⮚"/>
            </a:pPr>
            <a:r>
              <a:rPr lang="en-US" sz="2200">
                <a:solidFill>
                  <a:srgbClr val="000000"/>
                </a:solidFill>
                <a:latin typeface="Times New Roman"/>
                <a:ea typeface="Times New Roman"/>
                <a:cs typeface="Times New Roman"/>
                <a:sym typeface="Times New Roman"/>
              </a:rPr>
              <a:t>Le modèle original ne comporte pas de possibilité de retour en arrière. </a:t>
            </a:r>
            <a:endParaRPr/>
          </a:p>
          <a:p>
            <a:pPr indent="-228600" lvl="1" marL="685800" rtl="0" algn="just">
              <a:lnSpc>
                <a:spcPct val="90000"/>
              </a:lnSpc>
              <a:spcBef>
                <a:spcPts val="1000"/>
              </a:spcBef>
              <a:spcAft>
                <a:spcPts val="0"/>
              </a:spcAft>
              <a:buClr>
                <a:srgbClr val="000000"/>
              </a:buClr>
              <a:buSzPts val="2200"/>
              <a:buChar char="•"/>
            </a:pPr>
            <a:r>
              <a:rPr lang="en-US" sz="2200">
                <a:solidFill>
                  <a:srgbClr val="000000"/>
                </a:solidFill>
                <a:latin typeface="Times New Roman"/>
                <a:ea typeface="Times New Roman"/>
                <a:cs typeface="Times New Roman"/>
                <a:sym typeface="Times New Roman"/>
              </a:rPr>
              <a:t>a été rajoutée sur la base qu'une étape ne remet en cause que l'étape précédente, ce qui, dans la pratique, s'avère insuffisant.</a:t>
            </a:r>
            <a:endParaRPr/>
          </a:p>
        </p:txBody>
      </p:sp>
      <p:sp>
        <p:nvSpPr>
          <p:cNvPr id="2324" name="Google Shape;2324;p2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latin typeface="Times New Roman"/>
                <a:ea typeface="Times New Roman"/>
                <a:cs typeface="Times New Roman"/>
                <a:sym typeface="Times New Roman"/>
              </a:rPr>
              <a:t>‹#›</a:t>
            </a:fld>
            <a:endParaRPr sz="1000">
              <a:solidFill>
                <a:srgbClr val="898989"/>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9" name="Shape 2329"/>
        <p:cNvGrpSpPr/>
        <p:nvPr/>
      </p:nvGrpSpPr>
      <p:grpSpPr>
        <a:xfrm>
          <a:off x="0" y="0"/>
          <a:ext cx="0" cy="0"/>
          <a:chOff x="0" y="0"/>
          <a:chExt cx="0" cy="0"/>
        </a:xfrm>
      </p:grpSpPr>
      <p:sp>
        <p:nvSpPr>
          <p:cNvPr id="2330" name="Google Shape;2330;p23"/>
          <p:cNvSpPr/>
          <p:nvPr/>
        </p:nvSpPr>
        <p:spPr>
          <a:xfrm>
            <a:off x="0" y="0"/>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331" name="Google Shape;2331;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32" name="Google Shape;2332;p23"/>
          <p:cNvSpPr txBox="1"/>
          <p:nvPr>
            <p:ph type="title"/>
          </p:nvPr>
        </p:nvSpPr>
        <p:spPr>
          <a:xfrm>
            <a:off x="450167" y="2023236"/>
            <a:ext cx="4304714" cy="28209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linéaire : </a:t>
            </a:r>
            <a:br>
              <a:rPr b="1" lang="en-US">
                <a:solidFill>
                  <a:srgbClr val="FFFFFF"/>
                </a:solidFill>
                <a:latin typeface="Times New Roman"/>
                <a:ea typeface="Times New Roman"/>
                <a:cs typeface="Times New Roman"/>
                <a:sym typeface="Times New Roman"/>
              </a:rPr>
            </a:br>
            <a:r>
              <a:rPr b="1" lang="en-US">
                <a:solidFill>
                  <a:srgbClr val="FFFFFF"/>
                </a:solidFill>
                <a:latin typeface="Times New Roman"/>
                <a:ea typeface="Times New Roman"/>
                <a:cs typeface="Times New Roman"/>
                <a:sym typeface="Times New Roman"/>
              </a:rPr>
              <a:t>en cascade</a:t>
            </a:r>
            <a:br>
              <a:rPr b="1" lang="en-US">
                <a:solidFill>
                  <a:srgbClr val="FFFFFF"/>
                </a:solidFill>
                <a:latin typeface="Times New Roman"/>
                <a:ea typeface="Times New Roman"/>
                <a:cs typeface="Times New Roman"/>
                <a:sym typeface="Times New Roman"/>
              </a:rPr>
            </a:br>
            <a:r>
              <a:rPr b="1" lang="en-US">
                <a:solidFill>
                  <a:srgbClr val="FFFFFF"/>
                </a:solidFill>
                <a:latin typeface="Times New Roman"/>
                <a:ea typeface="Times New Roman"/>
                <a:cs typeface="Times New Roman"/>
                <a:sym typeface="Times New Roman"/>
              </a:rPr>
              <a:t>Avantages</a:t>
            </a:r>
            <a:endParaRPr b="1">
              <a:solidFill>
                <a:srgbClr val="FFFFFF"/>
              </a:solidFill>
              <a:latin typeface="Times New Roman"/>
              <a:ea typeface="Times New Roman"/>
              <a:cs typeface="Times New Roman"/>
              <a:sym typeface="Times New Roman"/>
            </a:endParaRPr>
          </a:p>
        </p:txBody>
      </p:sp>
      <p:sp>
        <p:nvSpPr>
          <p:cNvPr id="2333" name="Google Shape;2333;p23"/>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2334" name="Google Shape;2334;p23"/>
          <p:cNvGrpSpPr/>
          <p:nvPr/>
        </p:nvGrpSpPr>
        <p:grpSpPr>
          <a:xfrm>
            <a:off x="6175074" y="955653"/>
            <a:ext cx="4947818" cy="4947818"/>
            <a:chOff x="83836" y="0"/>
            <a:chExt cx="4947818" cy="4947818"/>
          </a:xfrm>
        </p:grpSpPr>
        <p:sp>
          <p:nvSpPr>
            <p:cNvPr id="2335" name="Google Shape;2335;p23"/>
            <p:cNvSpPr/>
            <p:nvPr/>
          </p:nvSpPr>
          <p:spPr>
            <a:xfrm>
              <a:off x="83836" y="0"/>
              <a:ext cx="4947818" cy="4947818"/>
            </a:xfrm>
            <a:prstGeom prst="diamond">
              <a:avLst/>
            </a:prstGeom>
            <a:solidFill>
              <a:srgbClr val="CCC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3"/>
            <p:cNvSpPr/>
            <p:nvPr/>
          </p:nvSpPr>
          <p:spPr>
            <a:xfrm>
              <a:off x="553879" y="470042"/>
              <a:ext cx="1929649" cy="1929649"/>
            </a:xfrm>
            <a:prstGeom prst="roundRect">
              <a:avLst>
                <a:gd fmla="val 16667" name="adj"/>
              </a:avLst>
            </a:prstGeom>
            <a:gradFill>
              <a:gsLst>
                <a:gs pos="0">
                  <a:srgbClr val="526571"/>
                </a:gs>
                <a:gs pos="50000">
                  <a:srgbClr val="2D4C60"/>
                </a:gs>
                <a:gs pos="100000">
                  <a:srgbClr val="25445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3"/>
            <p:cNvSpPr txBox="1"/>
            <p:nvPr/>
          </p:nvSpPr>
          <p:spPr>
            <a:xfrm>
              <a:off x="648077" y="564240"/>
              <a:ext cx="1741253" cy="1741253"/>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Facile à  utiliser et à  comprendre</a:t>
              </a:r>
              <a:endParaRPr/>
            </a:p>
          </p:txBody>
        </p:sp>
        <p:sp>
          <p:nvSpPr>
            <p:cNvPr id="2338" name="Google Shape;2338;p23"/>
            <p:cNvSpPr/>
            <p:nvPr/>
          </p:nvSpPr>
          <p:spPr>
            <a:xfrm>
              <a:off x="2631962" y="470042"/>
              <a:ext cx="1929649" cy="1929649"/>
            </a:xfrm>
            <a:prstGeom prst="roundRect">
              <a:avLst>
                <a:gd fmla="val 16667" name="adj"/>
              </a:avLst>
            </a:prstGeom>
            <a:gradFill>
              <a:gsLst>
                <a:gs pos="0">
                  <a:srgbClr val="529F6A"/>
                </a:gs>
                <a:gs pos="50000">
                  <a:srgbClr val="2A9752"/>
                </a:gs>
                <a:gs pos="100000">
                  <a:srgbClr val="21894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3"/>
            <p:cNvSpPr txBox="1"/>
            <p:nvPr/>
          </p:nvSpPr>
          <p:spPr>
            <a:xfrm>
              <a:off x="2726160" y="564240"/>
              <a:ext cx="1741253" cy="1741253"/>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Un procédé structuré pour une équipe  inexpérimentée</a:t>
              </a:r>
              <a:endParaRPr/>
            </a:p>
          </p:txBody>
        </p:sp>
        <p:sp>
          <p:nvSpPr>
            <p:cNvPr id="2340" name="Google Shape;2340;p23"/>
            <p:cNvSpPr/>
            <p:nvPr/>
          </p:nvSpPr>
          <p:spPr>
            <a:xfrm>
              <a:off x="553879" y="2548126"/>
              <a:ext cx="1929649" cy="1929649"/>
            </a:xfrm>
            <a:prstGeom prst="roundRect">
              <a:avLst>
                <a:gd fmla="val 16667" name="adj"/>
              </a:avLst>
            </a:prstGeom>
            <a:gradFill>
              <a:gsLst>
                <a:gs pos="0">
                  <a:srgbClr val="9FDB4D"/>
                </a:gs>
                <a:gs pos="50000">
                  <a:srgbClr val="95DA1C"/>
                </a:gs>
                <a:gs pos="100000">
                  <a:srgbClr val="85C81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23"/>
            <p:cNvSpPr txBox="1"/>
            <p:nvPr/>
          </p:nvSpPr>
          <p:spPr>
            <a:xfrm>
              <a:off x="648077" y="2642324"/>
              <a:ext cx="1741253" cy="1741253"/>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Idéal pour la gestion et le suivi de   projets</a:t>
              </a:r>
              <a:endParaRPr/>
            </a:p>
          </p:txBody>
        </p:sp>
        <p:sp>
          <p:nvSpPr>
            <p:cNvPr id="2342" name="Google Shape;2342;p23"/>
            <p:cNvSpPr/>
            <p:nvPr/>
          </p:nvSpPr>
          <p:spPr>
            <a:xfrm>
              <a:off x="2631962" y="2548126"/>
              <a:ext cx="1929649" cy="1929649"/>
            </a:xfrm>
            <a:prstGeom prst="roundRect">
              <a:avLst>
                <a:gd fmla="val 16667" name="adj"/>
              </a:avLst>
            </a:prstGeom>
            <a:gradFill>
              <a:gsLst>
                <a:gs pos="0">
                  <a:srgbClr val="F48A5A"/>
                </a:gs>
                <a:gs pos="50000">
                  <a:srgbClr val="F97932"/>
                </a:gs>
                <a:gs pos="100000">
                  <a:srgbClr val="E3672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23"/>
            <p:cNvSpPr txBox="1"/>
            <p:nvPr/>
          </p:nvSpPr>
          <p:spPr>
            <a:xfrm>
              <a:off x="2726160" y="2642324"/>
              <a:ext cx="1741253" cy="1741253"/>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Fonctionne très bien quand la qualité est plus importante  que les coûts et les  délais</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7" name="Shape 2347"/>
        <p:cNvGrpSpPr/>
        <p:nvPr/>
      </p:nvGrpSpPr>
      <p:grpSpPr>
        <a:xfrm>
          <a:off x="0" y="0"/>
          <a:ext cx="0" cy="0"/>
          <a:chOff x="0" y="0"/>
          <a:chExt cx="0" cy="0"/>
        </a:xfrm>
      </p:grpSpPr>
      <p:sp>
        <p:nvSpPr>
          <p:cNvPr id="2348" name="Google Shape;2348;p24"/>
          <p:cNvSpPr/>
          <p:nvPr/>
        </p:nvSpPr>
        <p:spPr>
          <a:xfrm>
            <a:off x="0" y="0"/>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pic>
        <p:nvPicPr>
          <p:cNvPr id="2349" name="Google Shape;2349;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50" name="Google Shape;2350;p24"/>
          <p:cNvSpPr txBox="1"/>
          <p:nvPr>
            <p:ph type="title"/>
          </p:nvPr>
        </p:nvSpPr>
        <p:spPr>
          <a:xfrm>
            <a:off x="436098" y="2023236"/>
            <a:ext cx="4360985" cy="28209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linéaire : en cascade</a:t>
            </a:r>
            <a:br>
              <a:rPr b="1" lang="en-US">
                <a:solidFill>
                  <a:srgbClr val="FFFFFF"/>
                </a:solidFill>
                <a:latin typeface="Times New Roman"/>
                <a:ea typeface="Times New Roman"/>
                <a:cs typeface="Times New Roman"/>
                <a:sym typeface="Times New Roman"/>
              </a:rPr>
            </a:br>
            <a:r>
              <a:rPr b="1" lang="en-US">
                <a:solidFill>
                  <a:srgbClr val="FFFFFF"/>
                </a:solidFill>
                <a:latin typeface="Times New Roman"/>
                <a:ea typeface="Times New Roman"/>
                <a:cs typeface="Times New Roman"/>
                <a:sym typeface="Times New Roman"/>
              </a:rPr>
              <a:t>Inconvénients</a:t>
            </a:r>
            <a:endParaRPr b="1">
              <a:solidFill>
                <a:srgbClr val="FFFFFF"/>
              </a:solidFill>
              <a:latin typeface="Times New Roman"/>
              <a:ea typeface="Times New Roman"/>
              <a:cs typeface="Times New Roman"/>
              <a:sym typeface="Times New Roman"/>
            </a:endParaRPr>
          </a:p>
        </p:txBody>
      </p:sp>
      <p:sp>
        <p:nvSpPr>
          <p:cNvPr id="2351" name="Google Shape;2351;p24"/>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latin typeface="Times New Roman"/>
                <a:ea typeface="Times New Roman"/>
                <a:cs typeface="Times New Roman"/>
                <a:sym typeface="Times New Roman"/>
              </a:rPr>
              <a:t>‹#›</a:t>
            </a:fld>
            <a:endParaRPr sz="1000">
              <a:solidFill>
                <a:srgbClr val="898989"/>
              </a:solidFill>
              <a:latin typeface="Times New Roman"/>
              <a:ea typeface="Times New Roman"/>
              <a:cs typeface="Times New Roman"/>
              <a:sym typeface="Times New Roman"/>
            </a:endParaRPr>
          </a:p>
        </p:txBody>
      </p:sp>
      <p:grpSp>
        <p:nvGrpSpPr>
          <p:cNvPr id="2352" name="Google Shape;2352;p24"/>
          <p:cNvGrpSpPr/>
          <p:nvPr/>
        </p:nvGrpSpPr>
        <p:grpSpPr>
          <a:xfrm>
            <a:off x="5402934" y="655107"/>
            <a:ext cx="5844960" cy="5566628"/>
            <a:chOff x="148763" y="1965"/>
            <a:chExt cx="5844960" cy="5566628"/>
          </a:xfrm>
        </p:grpSpPr>
        <p:sp>
          <p:nvSpPr>
            <p:cNvPr id="2353" name="Google Shape;2353;p24"/>
            <p:cNvSpPr/>
            <p:nvPr/>
          </p:nvSpPr>
          <p:spPr>
            <a:xfrm>
              <a:off x="148763" y="1965"/>
              <a:ext cx="2783314" cy="1669988"/>
            </a:xfrm>
            <a:prstGeom prst="rect">
              <a:avLst/>
            </a:prstGeom>
            <a:gradFill>
              <a:gsLst>
                <a:gs pos="0">
                  <a:srgbClr val="526571"/>
                </a:gs>
                <a:gs pos="50000">
                  <a:srgbClr val="2D4C60"/>
                </a:gs>
                <a:gs pos="100000">
                  <a:srgbClr val="254456"/>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4"/>
            <p:cNvSpPr txBox="1"/>
            <p:nvPr/>
          </p:nvSpPr>
          <p:spPr>
            <a:xfrm>
              <a:off x="148763" y="1965"/>
              <a:ext cx="2783314" cy="166998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Les besoins des clients sont très rarement stables et  clairement définis</a:t>
              </a:r>
              <a:endParaRPr/>
            </a:p>
          </p:txBody>
        </p:sp>
        <p:sp>
          <p:nvSpPr>
            <p:cNvPr id="2355" name="Google Shape;2355;p24"/>
            <p:cNvSpPr/>
            <p:nvPr/>
          </p:nvSpPr>
          <p:spPr>
            <a:xfrm>
              <a:off x="3210409" y="1965"/>
              <a:ext cx="2783314" cy="1669988"/>
            </a:xfrm>
            <a:prstGeom prst="rect">
              <a:avLst/>
            </a:prstGeom>
            <a:gradFill>
              <a:gsLst>
                <a:gs pos="0">
                  <a:srgbClr val="F3895B"/>
                </a:gs>
                <a:gs pos="50000">
                  <a:srgbClr val="F77834"/>
                </a:gs>
                <a:gs pos="100000">
                  <a:srgbClr val="E3662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4"/>
            <p:cNvSpPr txBox="1"/>
            <p:nvPr/>
          </p:nvSpPr>
          <p:spPr>
            <a:xfrm>
              <a:off x="3210409" y="1965"/>
              <a:ext cx="2783314" cy="166998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Sensibilité aux nouveaux besoins :  refaire tout le  procédé</a:t>
              </a:r>
              <a:endParaRPr/>
            </a:p>
          </p:txBody>
        </p:sp>
        <p:sp>
          <p:nvSpPr>
            <p:cNvPr id="2357" name="Google Shape;2357;p24"/>
            <p:cNvSpPr/>
            <p:nvPr/>
          </p:nvSpPr>
          <p:spPr>
            <a:xfrm>
              <a:off x="148763" y="1950285"/>
              <a:ext cx="2783314" cy="1669988"/>
            </a:xfrm>
            <a:prstGeom prst="rect">
              <a:avLst/>
            </a:prstGeom>
            <a:gradFill>
              <a:gsLst>
                <a:gs pos="0">
                  <a:srgbClr val="88BC49"/>
                </a:gs>
                <a:gs pos="50000">
                  <a:srgbClr val="7CB90F"/>
                </a:gs>
                <a:gs pos="100000">
                  <a:srgbClr val="6EAA06"/>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4"/>
            <p:cNvSpPr txBox="1"/>
            <p:nvPr/>
          </p:nvSpPr>
          <p:spPr>
            <a:xfrm>
              <a:off x="148763" y="1950285"/>
              <a:ext cx="2783314" cy="166998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Une phase ne peut démarrer que si l’étape précédente est  finie</a:t>
              </a:r>
              <a:endParaRPr/>
            </a:p>
          </p:txBody>
        </p:sp>
        <p:sp>
          <p:nvSpPr>
            <p:cNvPr id="2359" name="Google Shape;2359;p24"/>
            <p:cNvSpPr/>
            <p:nvPr/>
          </p:nvSpPr>
          <p:spPr>
            <a:xfrm>
              <a:off x="3210409" y="1950285"/>
              <a:ext cx="2783314" cy="1669988"/>
            </a:xfrm>
            <a:prstGeom prst="rect">
              <a:avLst/>
            </a:prstGeom>
            <a:gradFill>
              <a:gsLst>
                <a:gs pos="0">
                  <a:srgbClr val="8E648C"/>
                </a:gs>
                <a:gs pos="50000">
                  <a:srgbClr val="824A80"/>
                </a:gs>
                <a:gs pos="100000">
                  <a:srgbClr val="753E7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4"/>
            <p:cNvSpPr txBox="1"/>
            <p:nvPr/>
          </p:nvSpPr>
          <p:spPr>
            <a:xfrm>
              <a:off x="3210409" y="1950285"/>
              <a:ext cx="2783314" cy="166998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Le produit n’est visible qu’à la  fin</a:t>
              </a:r>
              <a:endParaRPr/>
            </a:p>
          </p:txBody>
        </p:sp>
        <p:sp>
          <p:nvSpPr>
            <p:cNvPr id="2361" name="Google Shape;2361;p24"/>
            <p:cNvSpPr/>
            <p:nvPr/>
          </p:nvSpPr>
          <p:spPr>
            <a:xfrm>
              <a:off x="148763" y="3898605"/>
              <a:ext cx="2783314" cy="1669988"/>
            </a:xfrm>
            <a:prstGeom prst="rect">
              <a:avLst/>
            </a:prstGeom>
            <a:gradFill>
              <a:gsLst>
                <a:gs pos="0">
                  <a:srgbClr val="A94849"/>
                </a:gs>
                <a:gs pos="50000">
                  <a:srgbClr val="A4060E"/>
                </a:gs>
                <a:gs pos="100000">
                  <a:srgbClr val="960006"/>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4"/>
            <p:cNvSpPr txBox="1"/>
            <p:nvPr/>
          </p:nvSpPr>
          <p:spPr>
            <a:xfrm>
              <a:off x="148763" y="3898605"/>
              <a:ext cx="2783314" cy="166998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Les risques se décalent vers la  fin</a:t>
              </a:r>
              <a:endParaRPr/>
            </a:p>
          </p:txBody>
        </p:sp>
        <p:sp>
          <p:nvSpPr>
            <p:cNvPr id="2363" name="Google Shape;2363;p24"/>
            <p:cNvSpPr/>
            <p:nvPr/>
          </p:nvSpPr>
          <p:spPr>
            <a:xfrm>
              <a:off x="3210409" y="3898605"/>
              <a:ext cx="2783314" cy="1669988"/>
            </a:xfrm>
            <a:prstGeom prst="rect">
              <a:avLst/>
            </a:prstGeom>
            <a:gradFill>
              <a:gsLst>
                <a:gs pos="0">
                  <a:srgbClr val="526571"/>
                </a:gs>
                <a:gs pos="50000">
                  <a:srgbClr val="2D4C60"/>
                </a:gs>
                <a:gs pos="100000">
                  <a:srgbClr val="254456"/>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4"/>
            <p:cNvSpPr txBox="1"/>
            <p:nvPr/>
          </p:nvSpPr>
          <p:spPr>
            <a:xfrm>
              <a:off x="3210409" y="3898605"/>
              <a:ext cx="2783314" cy="166998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Très faible implication du  client</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69" name="Shape 2369"/>
        <p:cNvGrpSpPr/>
        <p:nvPr/>
      </p:nvGrpSpPr>
      <p:grpSpPr>
        <a:xfrm>
          <a:off x="0" y="0"/>
          <a:ext cx="0" cy="0"/>
          <a:chOff x="0" y="0"/>
          <a:chExt cx="0" cy="0"/>
        </a:xfrm>
      </p:grpSpPr>
      <p:sp>
        <p:nvSpPr>
          <p:cNvPr id="2370" name="Google Shape;2370;p25"/>
          <p:cNvSpPr/>
          <p:nvPr/>
        </p:nvSpPr>
        <p:spPr>
          <a:xfrm>
            <a:off x="1" y="3726"/>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371" name="Google Shape;2371;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72" name="Google Shape;2372;p25"/>
          <p:cNvSpPr txBox="1"/>
          <p:nvPr>
            <p:ph type="title"/>
          </p:nvPr>
        </p:nvSpPr>
        <p:spPr>
          <a:xfrm>
            <a:off x="5000438" y="193908"/>
            <a:ext cx="6396220" cy="145405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53946"/>
              </a:buClr>
              <a:buSzPts val="4400"/>
              <a:buFont typeface="Times New Roman"/>
              <a:buNone/>
            </a:pPr>
            <a:r>
              <a:rPr b="1" lang="en-US">
                <a:solidFill>
                  <a:srgbClr val="253946"/>
                </a:solidFill>
                <a:latin typeface="Times New Roman"/>
                <a:ea typeface="Times New Roman"/>
                <a:cs typeface="Times New Roman"/>
                <a:sym typeface="Times New Roman"/>
              </a:rPr>
              <a:t>Modèles linéaires:Modèle en cascade</a:t>
            </a:r>
            <a:endParaRPr/>
          </a:p>
        </p:txBody>
      </p:sp>
      <p:sp>
        <p:nvSpPr>
          <p:cNvPr id="2373" name="Google Shape;2373;p25"/>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cap="flat" cmpd="sng" w="12700">
            <a:solidFill>
              <a:srgbClr val="85D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374" name="Google Shape;2374;p25"/>
          <p:cNvPicPr preferRelativeResize="0"/>
          <p:nvPr/>
        </p:nvPicPr>
        <p:blipFill rotWithShape="1">
          <a:blip r:embed="rId4">
            <a:alphaModFix/>
          </a:blip>
          <a:srcRect b="0" l="0" r="0" t="0"/>
          <a:stretch/>
        </p:blipFill>
        <p:spPr>
          <a:xfrm>
            <a:off x="0" y="1981234"/>
            <a:ext cx="4736398" cy="2750423"/>
          </a:xfrm>
          <a:prstGeom prst="rect">
            <a:avLst/>
          </a:prstGeom>
          <a:noFill/>
          <a:ln>
            <a:noFill/>
          </a:ln>
        </p:spPr>
      </p:pic>
      <p:sp>
        <p:nvSpPr>
          <p:cNvPr id="2375" name="Google Shape;2375;p25"/>
          <p:cNvSpPr txBox="1"/>
          <p:nvPr>
            <p:ph idx="1" type="body"/>
          </p:nvPr>
        </p:nvSpPr>
        <p:spPr>
          <a:xfrm>
            <a:off x="6090574" y="2421682"/>
            <a:ext cx="4977578" cy="3639289"/>
          </a:xfrm>
          <a:prstGeom prst="rect">
            <a:avLst/>
          </a:prstGeom>
          <a:noFill/>
          <a:ln>
            <a:noFill/>
          </a:ln>
        </p:spPr>
        <p:txBody>
          <a:bodyPr anchorCtr="0" anchor="ctr" bIns="45700" lIns="91425" spcFirstLastPara="1" rIns="91425" wrap="square" tIns="45700">
            <a:normAutofit/>
          </a:bodyPr>
          <a:lstStyle/>
          <a:p>
            <a:pPr indent="0" lvl="0" marL="45720" rtl="0" algn="l">
              <a:lnSpc>
                <a:spcPct val="90000"/>
              </a:lnSpc>
              <a:spcBef>
                <a:spcPts val="0"/>
              </a:spcBef>
              <a:spcAft>
                <a:spcPts val="0"/>
              </a:spcAft>
              <a:buClr>
                <a:srgbClr val="000000"/>
              </a:buClr>
              <a:buSzPts val="2000"/>
              <a:buNone/>
            </a:pPr>
            <a:r>
              <a:rPr lang="en-US" sz="2000">
                <a:solidFill>
                  <a:srgbClr val="000000"/>
                </a:solidFill>
                <a:latin typeface="Times New Roman"/>
                <a:ea typeface="Times New Roman"/>
                <a:cs typeface="Times New Roman"/>
                <a:sym typeface="Times New Roman"/>
              </a:rPr>
              <a:t>Même si on l’étend avec des possibilités de retour en arrière, idéalement limitées à la seule phase qui précède celle remise en cause, le développement reste fondamentalement linéaire.</a:t>
            </a:r>
            <a:endParaRPr/>
          </a:p>
        </p:txBody>
      </p:sp>
      <p:sp>
        <p:nvSpPr>
          <p:cNvPr id="2376" name="Google Shape;2376;p25"/>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0" name="Shape 2380"/>
        <p:cNvGrpSpPr/>
        <p:nvPr/>
      </p:nvGrpSpPr>
      <p:grpSpPr>
        <a:xfrm>
          <a:off x="0" y="0"/>
          <a:ext cx="0" cy="0"/>
          <a:chOff x="0" y="0"/>
          <a:chExt cx="0" cy="0"/>
        </a:xfrm>
      </p:grpSpPr>
      <p:sp>
        <p:nvSpPr>
          <p:cNvPr id="2381" name="Google Shape;2381;p26"/>
          <p:cNvSpPr/>
          <p:nvPr/>
        </p:nvSpPr>
        <p:spPr>
          <a:xfrm>
            <a:off x="0" y="0"/>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382" name="Google Shape;238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83" name="Google Shape;2383;p26"/>
          <p:cNvSpPr txBox="1"/>
          <p:nvPr>
            <p:ph type="title"/>
          </p:nvPr>
        </p:nvSpPr>
        <p:spPr>
          <a:xfrm>
            <a:off x="333829" y="2023236"/>
            <a:ext cx="4412342" cy="28209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linéaire: en cascade</a:t>
            </a:r>
            <a:br>
              <a:rPr b="1" lang="en-US">
                <a:solidFill>
                  <a:srgbClr val="FFFFFF"/>
                </a:solidFill>
                <a:latin typeface="Times New Roman"/>
                <a:ea typeface="Times New Roman"/>
                <a:cs typeface="Times New Roman"/>
                <a:sym typeface="Times New Roman"/>
              </a:rPr>
            </a:br>
            <a:r>
              <a:rPr b="1" lang="en-US">
                <a:solidFill>
                  <a:srgbClr val="F2F2F2"/>
                </a:solidFill>
                <a:latin typeface="Times New Roman"/>
                <a:ea typeface="Times New Roman"/>
                <a:cs typeface="Times New Roman"/>
                <a:sym typeface="Times New Roman"/>
              </a:rPr>
              <a:t>Quand l'utiliser ?</a:t>
            </a:r>
            <a:endParaRPr b="1">
              <a:solidFill>
                <a:srgbClr val="F2F2F2"/>
              </a:solidFill>
              <a:latin typeface="Times New Roman"/>
              <a:ea typeface="Times New Roman"/>
              <a:cs typeface="Times New Roman"/>
              <a:sym typeface="Times New Roman"/>
            </a:endParaRPr>
          </a:p>
        </p:txBody>
      </p:sp>
      <p:sp>
        <p:nvSpPr>
          <p:cNvPr id="2384" name="Google Shape;2384;p2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2385" name="Google Shape;2385;p26"/>
          <p:cNvGrpSpPr/>
          <p:nvPr/>
        </p:nvGrpSpPr>
        <p:grpSpPr>
          <a:xfrm>
            <a:off x="5524158" y="754744"/>
            <a:ext cx="5660570" cy="5660570"/>
            <a:chOff x="211928" y="0"/>
            <a:chExt cx="5660570" cy="5660570"/>
          </a:xfrm>
        </p:grpSpPr>
        <p:sp>
          <p:nvSpPr>
            <p:cNvPr id="2386" name="Google Shape;2386;p26"/>
            <p:cNvSpPr/>
            <p:nvPr/>
          </p:nvSpPr>
          <p:spPr>
            <a:xfrm>
              <a:off x="211928" y="0"/>
              <a:ext cx="5660570" cy="5660570"/>
            </a:xfrm>
            <a:prstGeom prst="diamond">
              <a:avLst/>
            </a:prstGeom>
            <a:solidFill>
              <a:srgbClr val="CADC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26"/>
            <p:cNvSpPr/>
            <p:nvPr/>
          </p:nvSpPr>
          <p:spPr>
            <a:xfrm>
              <a:off x="749683" y="537754"/>
              <a:ext cx="2207622" cy="2207622"/>
            </a:xfrm>
            <a:prstGeom prst="roundRect">
              <a:avLst>
                <a:gd fmla="val 16667" name="adj"/>
              </a:avLst>
            </a:prstGeom>
            <a:solidFill>
              <a:schemeClr val="accent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26"/>
            <p:cNvSpPr txBox="1"/>
            <p:nvPr/>
          </p:nvSpPr>
          <p:spPr>
            <a:xfrm>
              <a:off x="857450" y="645521"/>
              <a:ext cx="1992088" cy="1992088"/>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Times New Roman"/>
                <a:buNone/>
              </a:pPr>
              <a:r>
                <a:rPr b="0" i="0" lang="en-US" sz="2800" u="none" cap="none" strike="noStrike">
                  <a:solidFill>
                    <a:schemeClr val="lt1"/>
                  </a:solidFill>
                  <a:latin typeface="Times New Roman"/>
                  <a:ea typeface="Times New Roman"/>
                  <a:cs typeface="Times New Roman"/>
                  <a:sym typeface="Times New Roman"/>
                </a:rPr>
                <a:t>Quand les besoins sont connus et  stables</a:t>
              </a:r>
              <a:endParaRPr/>
            </a:p>
          </p:txBody>
        </p:sp>
        <p:sp>
          <p:nvSpPr>
            <p:cNvPr id="2389" name="Google Shape;2389;p26"/>
            <p:cNvSpPr/>
            <p:nvPr/>
          </p:nvSpPr>
          <p:spPr>
            <a:xfrm>
              <a:off x="3127122" y="537754"/>
              <a:ext cx="2207622" cy="2207622"/>
            </a:xfrm>
            <a:prstGeom prst="roundRect">
              <a:avLst>
                <a:gd fmla="val 16667" name="adj"/>
              </a:avLst>
            </a:prstGeom>
            <a:solidFill>
              <a:schemeClr val="accent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26"/>
            <p:cNvSpPr txBox="1"/>
            <p:nvPr/>
          </p:nvSpPr>
          <p:spPr>
            <a:xfrm>
              <a:off x="3234889" y="645521"/>
              <a:ext cx="1992088" cy="199208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Quand la technologie à  utiliser est maîtrisée</a:t>
              </a:r>
              <a:endParaRPr/>
            </a:p>
          </p:txBody>
        </p:sp>
        <p:sp>
          <p:nvSpPr>
            <p:cNvPr id="2391" name="Google Shape;2391;p26"/>
            <p:cNvSpPr/>
            <p:nvPr/>
          </p:nvSpPr>
          <p:spPr>
            <a:xfrm>
              <a:off x="749683" y="2915193"/>
              <a:ext cx="2207622" cy="2207622"/>
            </a:xfrm>
            <a:prstGeom prst="roundRect">
              <a:avLst>
                <a:gd fmla="val 16667" name="adj"/>
              </a:avLst>
            </a:prstGeom>
            <a:solidFill>
              <a:schemeClr val="accent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26"/>
            <p:cNvSpPr txBox="1"/>
            <p:nvPr/>
          </p:nvSpPr>
          <p:spPr>
            <a:xfrm>
              <a:off x="857450" y="3022960"/>
              <a:ext cx="1992088" cy="1992088"/>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lt1"/>
                </a:buClr>
                <a:buSzPts val="2200"/>
                <a:buFont typeface="Times New Roman"/>
                <a:buNone/>
              </a:pPr>
              <a:r>
                <a:rPr b="0" i="0" lang="en-US" sz="2200" u="none" cap="none" strike="noStrike">
                  <a:solidFill>
                    <a:schemeClr val="lt1"/>
                  </a:solidFill>
                  <a:latin typeface="Times New Roman"/>
                  <a:ea typeface="Times New Roman"/>
                  <a:cs typeface="Times New Roman"/>
                  <a:sym typeface="Times New Roman"/>
                </a:rPr>
                <a:t>Lors de la création d’une nouvelle version d’un produit  existant</a:t>
              </a:r>
              <a:endParaRPr b="0" i="0" sz="2200" u="none" cap="none" strike="noStrike">
                <a:solidFill>
                  <a:schemeClr val="lt1"/>
                </a:solidFill>
                <a:latin typeface="Times New Roman"/>
                <a:ea typeface="Times New Roman"/>
                <a:cs typeface="Times New Roman"/>
                <a:sym typeface="Times New Roman"/>
              </a:endParaRPr>
            </a:p>
          </p:txBody>
        </p:sp>
        <p:sp>
          <p:nvSpPr>
            <p:cNvPr id="2393" name="Google Shape;2393;p26"/>
            <p:cNvSpPr/>
            <p:nvPr/>
          </p:nvSpPr>
          <p:spPr>
            <a:xfrm>
              <a:off x="3127122" y="2915193"/>
              <a:ext cx="2207622" cy="2207622"/>
            </a:xfrm>
            <a:prstGeom prst="roundRect">
              <a:avLst>
                <a:gd fmla="val 16667" name="adj"/>
              </a:avLst>
            </a:prstGeom>
            <a:solidFill>
              <a:schemeClr val="accent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26"/>
            <p:cNvSpPr txBox="1"/>
            <p:nvPr/>
          </p:nvSpPr>
          <p:spPr>
            <a:xfrm>
              <a:off x="3234889" y="3022960"/>
              <a:ext cx="1992088" cy="199208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Lors du portage d’un produit sur une autre   plateforme</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99" name="Shape 2399"/>
        <p:cNvGrpSpPr/>
        <p:nvPr/>
      </p:nvGrpSpPr>
      <p:grpSpPr>
        <a:xfrm>
          <a:off x="0" y="0"/>
          <a:ext cx="0" cy="0"/>
          <a:chOff x="0" y="0"/>
          <a:chExt cx="0" cy="0"/>
        </a:xfrm>
      </p:grpSpPr>
      <p:sp>
        <p:nvSpPr>
          <p:cNvPr id="2400" name="Google Shape;2400;p2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2401" name="Google Shape;2401;p2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pic>
        <p:nvPicPr>
          <p:cNvPr id="2402" name="Google Shape;2402;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03" name="Google Shape;2403;p2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Modèles linéaires: en V</a:t>
            </a:r>
            <a:endParaRPr/>
          </a:p>
        </p:txBody>
      </p:sp>
      <p:sp>
        <p:nvSpPr>
          <p:cNvPr id="2404" name="Google Shape;2404;p27"/>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898989"/>
              </a:buClr>
              <a:buSzPts val="1000"/>
              <a:buFont typeface="Times New Roman"/>
              <a:buNone/>
            </a:pPr>
            <a:fld id="{00000000-1234-1234-1234-123412341234}" type="slidenum">
              <a:rPr b="0" i="0" lang="en-US" sz="1000" u="none" cap="none" strike="noStrike">
                <a:solidFill>
                  <a:srgbClr val="898989"/>
                </a:solidFill>
                <a:latin typeface="Times New Roman"/>
                <a:ea typeface="Times New Roman"/>
                <a:cs typeface="Times New Roman"/>
                <a:sym typeface="Times New Roman"/>
              </a:rPr>
              <a:t>‹#›</a:t>
            </a:fld>
            <a:endParaRPr b="0" i="0" sz="1000" u="none" cap="none" strike="noStrike">
              <a:solidFill>
                <a:srgbClr val="898989"/>
              </a:solidFill>
              <a:latin typeface="Times New Roman"/>
              <a:ea typeface="Times New Roman"/>
              <a:cs typeface="Times New Roman"/>
              <a:sym typeface="Times New Roman"/>
            </a:endParaRPr>
          </a:p>
        </p:txBody>
      </p:sp>
      <p:grpSp>
        <p:nvGrpSpPr>
          <p:cNvPr id="2405" name="Google Shape;2405;p27"/>
          <p:cNvGrpSpPr/>
          <p:nvPr/>
        </p:nvGrpSpPr>
        <p:grpSpPr>
          <a:xfrm>
            <a:off x="5194300" y="632096"/>
            <a:ext cx="6513603" cy="5563080"/>
            <a:chOff x="0" y="161172"/>
            <a:chExt cx="6513603" cy="5563080"/>
          </a:xfrm>
        </p:grpSpPr>
        <p:sp>
          <p:nvSpPr>
            <p:cNvPr id="2406" name="Google Shape;2406;p27"/>
            <p:cNvSpPr/>
            <p:nvPr/>
          </p:nvSpPr>
          <p:spPr>
            <a:xfrm>
              <a:off x="0" y="515412"/>
              <a:ext cx="6513603" cy="1625400"/>
            </a:xfrm>
            <a:prstGeom prst="rect">
              <a:avLst/>
            </a:prstGeom>
            <a:solidFill>
              <a:schemeClr val="lt1">
                <a:alpha val="89803"/>
              </a:schemeClr>
            </a:solidFill>
            <a:ln cap="flat" cmpd="sng" w="9525">
              <a:solidFill>
                <a:srgbClr val="814D7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27"/>
            <p:cNvSpPr txBox="1"/>
            <p:nvPr/>
          </p:nvSpPr>
          <p:spPr>
            <a:xfrm>
              <a:off x="0" y="515412"/>
              <a:ext cx="6513603" cy="1625400"/>
            </a:xfrm>
            <a:prstGeom prst="rect">
              <a:avLst/>
            </a:prstGeom>
            <a:noFill/>
            <a:ln>
              <a:noFill/>
            </a:ln>
          </p:spPr>
          <p:txBody>
            <a:bodyPr anchorCtr="0" anchor="t" bIns="170675" lIns="505525" spcFirstLastPara="1" rIns="505525" wrap="square" tIns="499850">
              <a:noAutofit/>
            </a:bodyPr>
            <a:lstStyle/>
            <a:p>
              <a:pPr indent="-228600" lvl="1" marL="228600" marR="0" rtl="0" algn="just">
                <a:lnSpc>
                  <a:spcPct val="9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Validations intermédiaires pour prévenir les erreurs tardives : meilleure planification et gestion</a:t>
              </a:r>
              <a:endParaRPr b="0" i="0" sz="2400" u="none" cap="none" strike="noStrike">
                <a:solidFill>
                  <a:schemeClr val="dk1"/>
                </a:solidFill>
                <a:latin typeface="Times New Roman"/>
                <a:ea typeface="Times New Roman"/>
                <a:cs typeface="Times New Roman"/>
                <a:sym typeface="Times New Roman"/>
              </a:endParaRPr>
            </a:p>
          </p:txBody>
        </p:sp>
        <p:sp>
          <p:nvSpPr>
            <p:cNvPr id="2408" name="Google Shape;2408;p27"/>
            <p:cNvSpPr/>
            <p:nvPr/>
          </p:nvSpPr>
          <p:spPr>
            <a:xfrm>
              <a:off x="325680" y="161172"/>
              <a:ext cx="4559522" cy="708480"/>
            </a:xfrm>
            <a:prstGeom prst="roundRect">
              <a:avLst>
                <a:gd fmla="val 16667" name="adj"/>
              </a:avLst>
            </a:prstGeom>
            <a:gradFill>
              <a:gsLst>
                <a:gs pos="0">
                  <a:srgbClr val="8E648C"/>
                </a:gs>
                <a:gs pos="50000">
                  <a:srgbClr val="824A80"/>
                </a:gs>
                <a:gs pos="100000">
                  <a:srgbClr val="753E7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27"/>
            <p:cNvSpPr txBox="1"/>
            <p:nvPr/>
          </p:nvSpPr>
          <p:spPr>
            <a:xfrm>
              <a:off x="360265" y="195757"/>
              <a:ext cx="4490352" cy="639310"/>
            </a:xfrm>
            <a:prstGeom prst="rect">
              <a:avLst/>
            </a:prstGeom>
            <a:noFill/>
            <a:ln>
              <a:noFill/>
            </a:ln>
          </p:spPr>
          <p:txBody>
            <a:bodyPr anchorCtr="0" anchor="ctr" bIns="0" lIns="172325" spcFirstLastPara="1" rIns="172325" wrap="square" tIns="0">
              <a:noAutofit/>
            </a:bodyPr>
            <a:lstStyle/>
            <a:p>
              <a:pPr indent="0" lvl="0" marL="0" marR="0" rtl="0" algn="l">
                <a:lnSpc>
                  <a:spcPct val="90000"/>
                </a:lnSpc>
                <a:spcBef>
                  <a:spcPts val="0"/>
                </a:spcBef>
                <a:spcAft>
                  <a:spcPts val="0"/>
                </a:spcAft>
                <a:buClr>
                  <a:schemeClr val="lt1"/>
                </a:buClr>
                <a:buSzPts val="2400"/>
                <a:buFont typeface="Times New Roman"/>
                <a:buNone/>
              </a:pPr>
              <a:r>
                <a:rPr b="0" i="0" lang="en-US" sz="2400" u="none" cap="none" strike="noStrike">
                  <a:solidFill>
                    <a:schemeClr val="lt1"/>
                  </a:solidFill>
                  <a:latin typeface="Times New Roman"/>
                  <a:ea typeface="Times New Roman"/>
                  <a:cs typeface="Times New Roman"/>
                  <a:sym typeface="Times New Roman"/>
                </a:rPr>
                <a:t>Objectifs </a:t>
              </a:r>
              <a:endParaRPr b="0" i="0" sz="2400" u="none" cap="none" strike="noStrike">
                <a:solidFill>
                  <a:schemeClr val="lt1"/>
                </a:solidFill>
                <a:latin typeface="Times New Roman"/>
                <a:ea typeface="Times New Roman"/>
                <a:cs typeface="Times New Roman"/>
                <a:sym typeface="Times New Roman"/>
              </a:endParaRPr>
            </a:p>
          </p:txBody>
        </p:sp>
        <p:sp>
          <p:nvSpPr>
            <p:cNvPr id="2410" name="Google Shape;2410;p27"/>
            <p:cNvSpPr/>
            <p:nvPr/>
          </p:nvSpPr>
          <p:spPr>
            <a:xfrm>
              <a:off x="0" y="2624652"/>
              <a:ext cx="6513603" cy="3099600"/>
            </a:xfrm>
            <a:prstGeom prst="rect">
              <a:avLst/>
            </a:prstGeom>
            <a:solidFill>
              <a:schemeClr val="lt1">
                <a:alpha val="89803"/>
              </a:schemeClr>
            </a:solidFill>
            <a:ln cap="flat" cmpd="sng" w="9525">
              <a:solidFill>
                <a:srgbClr val="9C101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27"/>
            <p:cNvSpPr txBox="1"/>
            <p:nvPr/>
          </p:nvSpPr>
          <p:spPr>
            <a:xfrm>
              <a:off x="0" y="2624652"/>
              <a:ext cx="6513603" cy="3099600"/>
            </a:xfrm>
            <a:prstGeom prst="rect">
              <a:avLst/>
            </a:prstGeom>
            <a:noFill/>
            <a:ln>
              <a:noFill/>
            </a:ln>
          </p:spPr>
          <p:txBody>
            <a:bodyPr anchorCtr="0" anchor="t" bIns="170675" lIns="505525" spcFirstLastPara="1" rIns="505525" wrap="square" tIns="499850">
              <a:noAutofit/>
            </a:bodyPr>
            <a:lstStyle/>
            <a:p>
              <a:pPr indent="-228600" lvl="1" marL="228600" marR="0" rtl="0" algn="just">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Processus linéaire </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just">
                <a:lnSpc>
                  <a:spcPct val="90000"/>
                </a:lnSpc>
                <a:spcBef>
                  <a:spcPts val="36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Validation à chaque étape</a:t>
              </a:r>
              <a:endParaRPr b="0" i="0" sz="2400" u="none" cap="none" strike="noStrike">
                <a:solidFill>
                  <a:schemeClr val="dk1"/>
                </a:solidFill>
                <a:latin typeface="Times New Roman"/>
                <a:ea typeface="Times New Roman"/>
                <a:cs typeface="Times New Roman"/>
                <a:sym typeface="Times New Roman"/>
              </a:endParaRPr>
            </a:p>
            <a:p>
              <a:pPr indent="-228600" lvl="2" marL="457200" marR="0" rtl="0" algn="just">
                <a:lnSpc>
                  <a:spcPct val="90000"/>
                </a:lnSpc>
                <a:spcBef>
                  <a:spcPts val="36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Préparation des protocoles de validation finaux à chaque étape descendante</a:t>
              </a:r>
              <a:endParaRPr b="0" i="0" sz="2400" u="none" cap="none" strike="noStrike">
                <a:solidFill>
                  <a:schemeClr val="dk1"/>
                </a:solidFill>
                <a:latin typeface="Times New Roman"/>
                <a:ea typeface="Times New Roman"/>
                <a:cs typeface="Times New Roman"/>
                <a:sym typeface="Times New Roman"/>
              </a:endParaRPr>
            </a:p>
            <a:p>
              <a:pPr indent="-228600" lvl="2" marL="457200" marR="0" rtl="0" algn="just">
                <a:lnSpc>
                  <a:spcPct val="90000"/>
                </a:lnSpc>
                <a:spcBef>
                  <a:spcPts val="36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Validation finale montante et confirmation de la validation descendante</a:t>
              </a:r>
              <a:endParaRPr b="0" i="0" sz="2400" u="none" cap="none" strike="noStrike">
                <a:solidFill>
                  <a:schemeClr val="dk1"/>
                </a:solidFill>
                <a:latin typeface="Times New Roman"/>
                <a:ea typeface="Times New Roman"/>
                <a:cs typeface="Times New Roman"/>
                <a:sym typeface="Times New Roman"/>
              </a:endParaRPr>
            </a:p>
          </p:txBody>
        </p:sp>
        <p:sp>
          <p:nvSpPr>
            <p:cNvPr id="2412" name="Google Shape;2412;p27"/>
            <p:cNvSpPr/>
            <p:nvPr/>
          </p:nvSpPr>
          <p:spPr>
            <a:xfrm>
              <a:off x="325680" y="2270412"/>
              <a:ext cx="4559522" cy="708480"/>
            </a:xfrm>
            <a:prstGeom prst="roundRect">
              <a:avLst>
                <a:gd fmla="val 16667" name="adj"/>
              </a:avLst>
            </a:prstGeom>
            <a:gradFill>
              <a:gsLst>
                <a:gs pos="0">
                  <a:srgbClr val="A84849"/>
                </a:gs>
                <a:gs pos="50000">
                  <a:srgbClr val="A3070E"/>
                </a:gs>
                <a:gs pos="100000">
                  <a:srgbClr val="950006"/>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27"/>
            <p:cNvSpPr txBox="1"/>
            <p:nvPr/>
          </p:nvSpPr>
          <p:spPr>
            <a:xfrm>
              <a:off x="360265" y="2304997"/>
              <a:ext cx="4490352" cy="639310"/>
            </a:xfrm>
            <a:prstGeom prst="rect">
              <a:avLst/>
            </a:prstGeom>
            <a:noFill/>
            <a:ln>
              <a:noFill/>
            </a:ln>
          </p:spPr>
          <p:txBody>
            <a:bodyPr anchorCtr="0" anchor="ctr" bIns="0" lIns="172325" spcFirstLastPara="1" rIns="172325" wrap="square" tIns="0">
              <a:noAutofit/>
            </a:bodyPr>
            <a:lstStyle/>
            <a:p>
              <a:pPr indent="0" lvl="0" marL="0" marR="0" rtl="0" algn="l">
                <a:lnSpc>
                  <a:spcPct val="90000"/>
                </a:lnSpc>
                <a:spcBef>
                  <a:spcPts val="0"/>
                </a:spcBef>
                <a:spcAft>
                  <a:spcPts val="0"/>
                </a:spcAft>
                <a:buClr>
                  <a:schemeClr val="lt1"/>
                </a:buClr>
                <a:buSzPts val="2400"/>
                <a:buFont typeface="Times New Roman"/>
                <a:buNone/>
              </a:pPr>
              <a:r>
                <a:rPr b="0" i="0" lang="en-US" sz="2400" u="none" cap="none" strike="noStrike">
                  <a:solidFill>
                    <a:schemeClr val="lt1"/>
                  </a:solidFill>
                  <a:latin typeface="Times New Roman"/>
                  <a:ea typeface="Times New Roman"/>
                  <a:cs typeface="Times New Roman"/>
                  <a:sym typeface="Times New Roman"/>
                </a:rPr>
                <a:t>Principes du cycle de vie en V </a:t>
              </a:r>
              <a:endParaRPr b="0" i="0" sz="2400" u="none" cap="none" strike="noStrike">
                <a:solidFill>
                  <a:schemeClr val="lt1"/>
                </a:solidFill>
                <a:latin typeface="Times New Roman"/>
                <a:ea typeface="Times New Roman"/>
                <a:cs typeface="Times New Roman"/>
                <a:sym typeface="Times New Roman"/>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8" name="Shape 2418"/>
        <p:cNvGrpSpPr/>
        <p:nvPr/>
      </p:nvGrpSpPr>
      <p:grpSpPr>
        <a:xfrm>
          <a:off x="0" y="0"/>
          <a:ext cx="0" cy="0"/>
          <a:chOff x="0" y="0"/>
          <a:chExt cx="0" cy="0"/>
        </a:xfrm>
      </p:grpSpPr>
      <p:sp>
        <p:nvSpPr>
          <p:cNvPr id="2419" name="Google Shape;2419;p2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20" name="Google Shape;2420;p28"/>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421" name="Google Shape;2421;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22" name="Google Shape;2422;p28"/>
          <p:cNvSpPr txBox="1"/>
          <p:nvPr>
            <p:ph type="title"/>
          </p:nvPr>
        </p:nvSpPr>
        <p:spPr>
          <a:xfrm>
            <a:off x="316522"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Modèles linéaires: en V</a:t>
            </a:r>
            <a:endParaRPr/>
          </a:p>
        </p:txBody>
      </p:sp>
      <p:sp>
        <p:nvSpPr>
          <p:cNvPr id="2423" name="Google Shape;2423;p28"/>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2424" name="Google Shape;2424;p28"/>
          <p:cNvGrpSpPr/>
          <p:nvPr/>
        </p:nvGrpSpPr>
        <p:grpSpPr>
          <a:xfrm>
            <a:off x="4107805" y="1946744"/>
            <a:ext cx="7469870" cy="2929341"/>
            <a:chOff x="36" y="1454375"/>
            <a:chExt cx="7469870" cy="2929341"/>
          </a:xfrm>
        </p:grpSpPr>
        <p:sp>
          <p:nvSpPr>
            <p:cNvPr id="2425" name="Google Shape;2425;p28"/>
            <p:cNvSpPr/>
            <p:nvPr/>
          </p:nvSpPr>
          <p:spPr>
            <a:xfrm>
              <a:off x="36" y="1454375"/>
              <a:ext cx="3490593" cy="1172370"/>
            </a:xfrm>
            <a:prstGeom prst="rect">
              <a:avLst/>
            </a:prstGeom>
            <a:solidFill>
              <a:srgbClr val="814D7E"/>
            </a:solidFill>
            <a:ln cap="flat" cmpd="sng" w="12700">
              <a:solidFill>
                <a:srgbClr val="814D7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28"/>
            <p:cNvSpPr txBox="1"/>
            <p:nvPr/>
          </p:nvSpPr>
          <p:spPr>
            <a:xfrm>
              <a:off x="36" y="1454375"/>
              <a:ext cx="3490593" cy="1172370"/>
            </a:xfrm>
            <a:prstGeom prst="rect">
              <a:avLst/>
            </a:prstGeom>
            <a:noFill/>
            <a:ln>
              <a:noFill/>
            </a:ln>
          </p:spPr>
          <p:txBody>
            <a:bodyPr anchorCtr="0" anchor="ctr" bIns="77200" lIns="135125" spcFirstLastPara="1" rIns="135125" wrap="square" tIns="77200">
              <a:noAutofit/>
            </a:bodyPr>
            <a:lstStyle/>
            <a:p>
              <a:pPr indent="0" lvl="0" marL="0" marR="0" rtl="0" algn="ctr">
                <a:lnSpc>
                  <a:spcPct val="90000"/>
                </a:lnSpc>
                <a:spcBef>
                  <a:spcPts val="0"/>
                </a:spcBef>
                <a:spcAft>
                  <a:spcPts val="0"/>
                </a:spcAft>
                <a:buClr>
                  <a:schemeClr val="lt1"/>
                </a:buClr>
                <a:buSzPts val="1900"/>
                <a:buFont typeface="Times New Roman"/>
                <a:buNone/>
              </a:pPr>
              <a:r>
                <a:rPr b="0" i="0" lang="en-US" sz="1900" u="none" cap="none" strike="noStrike">
                  <a:solidFill>
                    <a:schemeClr val="lt1"/>
                  </a:solidFill>
                  <a:latin typeface="Times New Roman"/>
                  <a:ea typeface="Times New Roman"/>
                  <a:cs typeface="Times New Roman"/>
                  <a:sym typeface="Times New Roman"/>
                </a:rPr>
                <a:t>avec toute décomposition doit être décrite la recomposition, </a:t>
              </a:r>
              <a:endParaRPr b="0" i="0" sz="1900" u="none" cap="none" strike="noStrike">
                <a:solidFill>
                  <a:schemeClr val="lt1"/>
                </a:solidFill>
                <a:latin typeface="Times New Roman"/>
                <a:ea typeface="Times New Roman"/>
                <a:cs typeface="Times New Roman"/>
                <a:sym typeface="Times New Roman"/>
              </a:endParaRPr>
            </a:p>
          </p:txBody>
        </p:sp>
        <p:sp>
          <p:nvSpPr>
            <p:cNvPr id="2427" name="Google Shape;2427;p28"/>
            <p:cNvSpPr/>
            <p:nvPr/>
          </p:nvSpPr>
          <p:spPr>
            <a:xfrm>
              <a:off x="36" y="2626745"/>
              <a:ext cx="3490593" cy="1756971"/>
            </a:xfrm>
            <a:prstGeom prst="rect">
              <a:avLst/>
            </a:prstGeom>
            <a:solidFill>
              <a:srgbClr val="D7CFD7">
                <a:alpha val="89803"/>
              </a:srgbClr>
            </a:solidFill>
            <a:ln cap="flat" cmpd="sng" w="12700">
              <a:solidFill>
                <a:srgbClr val="D7CFD7">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28"/>
            <p:cNvSpPr txBox="1"/>
            <p:nvPr/>
          </p:nvSpPr>
          <p:spPr>
            <a:xfrm>
              <a:off x="36" y="2626745"/>
              <a:ext cx="3490593" cy="1756971"/>
            </a:xfrm>
            <a:prstGeom prst="rect">
              <a:avLst/>
            </a:prstGeom>
            <a:noFill/>
            <a:ln>
              <a:noFill/>
            </a:ln>
          </p:spPr>
          <p:txBody>
            <a:bodyPr anchorCtr="0" anchor="t" bIns="152000" lIns="101325" spcFirstLastPara="1" rIns="135125" wrap="square" tIns="101325">
              <a:noAutofit/>
            </a:bodyPr>
            <a:lstStyle/>
            <a:p>
              <a:pPr indent="-171450" lvl="1" marL="171450" marR="0" rtl="0" algn="l">
                <a:lnSpc>
                  <a:spcPct val="90000"/>
                </a:lnSpc>
                <a:spcBef>
                  <a:spcPts val="0"/>
                </a:spcBef>
                <a:spcAft>
                  <a:spcPts val="0"/>
                </a:spcAft>
                <a:buClr>
                  <a:schemeClr val="dk1"/>
                </a:buClr>
                <a:buSzPts val="1900"/>
                <a:buFont typeface="Times New Roman"/>
                <a:buNone/>
              </a:pPr>
              <a:r>
                <a:rPr b="0" i="0" lang="en-US" sz="1900" u="none" cap="none" strike="noStrike">
                  <a:solidFill>
                    <a:schemeClr val="dk1"/>
                  </a:solidFill>
                  <a:latin typeface="Times New Roman"/>
                  <a:ea typeface="Times New Roman"/>
                  <a:cs typeface="Times New Roman"/>
                  <a:sym typeface="Times New Roman"/>
                </a:rPr>
                <a:t>la préparation des dernières phases (validation-vérification) est explicite  par les premières (construction du logiciel)</a:t>
              </a:r>
              <a:endParaRPr b="0" i="0" sz="1900" u="none" cap="none" strike="noStrike">
                <a:solidFill>
                  <a:schemeClr val="dk1"/>
                </a:solidFill>
                <a:latin typeface="Times New Roman"/>
                <a:ea typeface="Times New Roman"/>
                <a:cs typeface="Times New Roman"/>
                <a:sym typeface="Times New Roman"/>
              </a:endParaRPr>
            </a:p>
          </p:txBody>
        </p:sp>
        <p:sp>
          <p:nvSpPr>
            <p:cNvPr id="2429" name="Google Shape;2429;p28"/>
            <p:cNvSpPr/>
            <p:nvPr/>
          </p:nvSpPr>
          <p:spPr>
            <a:xfrm>
              <a:off x="3979313" y="1454375"/>
              <a:ext cx="3490593" cy="1172370"/>
            </a:xfrm>
            <a:prstGeom prst="rect">
              <a:avLst/>
            </a:prstGeom>
            <a:solidFill>
              <a:srgbClr val="9C1015"/>
            </a:solidFill>
            <a:ln cap="flat" cmpd="sng" w="12700">
              <a:solidFill>
                <a:srgbClr val="9C101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28"/>
            <p:cNvSpPr txBox="1"/>
            <p:nvPr/>
          </p:nvSpPr>
          <p:spPr>
            <a:xfrm>
              <a:off x="3979313" y="1454375"/>
              <a:ext cx="3490593" cy="1172370"/>
            </a:xfrm>
            <a:prstGeom prst="rect">
              <a:avLst/>
            </a:prstGeom>
            <a:noFill/>
            <a:ln>
              <a:noFill/>
            </a:ln>
          </p:spPr>
          <p:txBody>
            <a:bodyPr anchorCtr="0" anchor="ctr" bIns="77200" lIns="135125" spcFirstLastPara="1" rIns="135125" wrap="square" tIns="77200">
              <a:noAutofit/>
            </a:bodyPr>
            <a:lstStyle/>
            <a:p>
              <a:pPr indent="0" lvl="0" marL="0" marR="0" rtl="0" algn="ctr">
                <a:lnSpc>
                  <a:spcPct val="90000"/>
                </a:lnSpc>
                <a:spcBef>
                  <a:spcPts val="0"/>
                </a:spcBef>
                <a:spcAft>
                  <a:spcPts val="0"/>
                </a:spcAft>
                <a:buClr>
                  <a:schemeClr val="lt1"/>
                </a:buClr>
                <a:buSzPts val="1900"/>
                <a:buFont typeface="Times New Roman"/>
                <a:buNone/>
              </a:pPr>
              <a:r>
                <a:rPr b="0" i="0" lang="en-US" sz="1900" u="none" cap="none" strike="noStrike">
                  <a:solidFill>
                    <a:schemeClr val="lt1"/>
                  </a:solidFill>
                  <a:latin typeface="Times New Roman"/>
                  <a:ea typeface="Times New Roman"/>
                  <a:cs typeface="Times New Roman"/>
                  <a:sym typeface="Times New Roman"/>
                </a:rPr>
                <a:t>toute description d'un composant est accompagnée de tests qui permettront de s'assurer qu'il correspond à sa description.</a:t>
              </a:r>
              <a:endParaRPr b="0" i="0" sz="1900" u="none" cap="none" strike="noStrike">
                <a:solidFill>
                  <a:schemeClr val="lt1"/>
                </a:solidFill>
                <a:latin typeface="Times New Roman"/>
                <a:ea typeface="Times New Roman"/>
                <a:cs typeface="Times New Roman"/>
                <a:sym typeface="Times New Roman"/>
              </a:endParaRPr>
            </a:p>
          </p:txBody>
        </p:sp>
        <p:sp>
          <p:nvSpPr>
            <p:cNvPr id="2431" name="Google Shape;2431;p28"/>
            <p:cNvSpPr/>
            <p:nvPr/>
          </p:nvSpPr>
          <p:spPr>
            <a:xfrm>
              <a:off x="3979313" y="2626745"/>
              <a:ext cx="3490593" cy="1756971"/>
            </a:xfrm>
            <a:prstGeom prst="rect">
              <a:avLst/>
            </a:prstGeom>
            <a:solidFill>
              <a:srgbClr val="DCCACA">
                <a:alpha val="89803"/>
              </a:srgbClr>
            </a:solidFill>
            <a:ln cap="flat" cmpd="sng" w="12700">
              <a:solidFill>
                <a:srgbClr val="DCCAC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28"/>
            <p:cNvSpPr txBox="1"/>
            <p:nvPr/>
          </p:nvSpPr>
          <p:spPr>
            <a:xfrm>
              <a:off x="3979313" y="2626745"/>
              <a:ext cx="3490593" cy="1756971"/>
            </a:xfrm>
            <a:prstGeom prst="rect">
              <a:avLst/>
            </a:prstGeom>
            <a:noFill/>
            <a:ln>
              <a:noFill/>
            </a:ln>
          </p:spPr>
          <p:txBody>
            <a:bodyPr anchorCtr="0" anchor="t" bIns="152000" lIns="101325" spcFirstLastPara="1" rIns="135125" wrap="square" tIns="101325">
              <a:noAutofit/>
            </a:bodyPr>
            <a:lstStyle/>
            <a:p>
              <a:pPr indent="-171450" lvl="1" marL="171450" marR="0" rtl="0" algn="l">
                <a:lnSpc>
                  <a:spcPct val="90000"/>
                </a:lnSpc>
                <a:spcBef>
                  <a:spcPts val="0"/>
                </a:spcBef>
                <a:spcAft>
                  <a:spcPts val="0"/>
                </a:spcAft>
                <a:buClr>
                  <a:schemeClr val="dk1"/>
                </a:buClr>
                <a:buSzPts val="1900"/>
                <a:buFont typeface="Times New Roman"/>
                <a:buNone/>
              </a:pPr>
              <a:r>
                <a:rPr b="0" i="0" lang="en-US" sz="1900" u="none" cap="none" strike="noStrike">
                  <a:solidFill>
                    <a:schemeClr val="dk1"/>
                  </a:solidFill>
                  <a:latin typeface="Times New Roman"/>
                  <a:ea typeface="Times New Roman"/>
                  <a:cs typeface="Times New Roman"/>
                  <a:sym typeface="Times New Roman"/>
                </a:rPr>
                <a:t>permet ainsi d'éviter un écueil bien connu de la spécification : énoncer une propriété qu'il est impossible de vérifier objectivement après la réalisation. </a:t>
              </a:r>
              <a:endParaRPr b="0" i="0" sz="1900" u="none" cap="none" strike="noStrike">
                <a:solidFill>
                  <a:schemeClr val="dk1"/>
                </a:solidFill>
                <a:latin typeface="Times New Roman"/>
                <a:ea typeface="Times New Roman"/>
                <a:cs typeface="Times New Roman"/>
                <a:sym typeface="Times New Roman"/>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7" name="Shape 2437"/>
        <p:cNvGrpSpPr/>
        <p:nvPr/>
      </p:nvGrpSpPr>
      <p:grpSpPr>
        <a:xfrm>
          <a:off x="0" y="0"/>
          <a:ext cx="0" cy="0"/>
          <a:chOff x="0" y="0"/>
          <a:chExt cx="0" cy="0"/>
        </a:xfrm>
      </p:grpSpPr>
      <p:sp>
        <p:nvSpPr>
          <p:cNvPr id="2438" name="Google Shape;2438;p29"/>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39" name="Google Shape;2439;p29"/>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440" name="Google Shape;2440;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41" name="Google Shape;2441;p29"/>
          <p:cNvSpPr txBox="1"/>
          <p:nvPr>
            <p:ph type="title"/>
          </p:nvPr>
        </p:nvSpPr>
        <p:spPr>
          <a:xfrm>
            <a:off x="414525" y="2053641"/>
            <a:ext cx="389471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Modèles linéaires: Modèle en V</a:t>
            </a:r>
            <a:endParaRPr/>
          </a:p>
        </p:txBody>
      </p:sp>
      <p:sp>
        <p:nvSpPr>
          <p:cNvPr id="2442" name="Google Shape;2442;p29"/>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2443" name="Google Shape;2443;p29"/>
          <p:cNvGrpSpPr/>
          <p:nvPr/>
        </p:nvGrpSpPr>
        <p:grpSpPr>
          <a:xfrm>
            <a:off x="4431319" y="882544"/>
            <a:ext cx="7248207" cy="4913344"/>
            <a:chOff x="624" y="1536"/>
            <a:chExt cx="4416" cy="2602"/>
          </a:xfrm>
        </p:grpSpPr>
        <p:sp>
          <p:nvSpPr>
            <p:cNvPr id="2444" name="Google Shape;2444;p29"/>
            <p:cNvSpPr txBox="1"/>
            <p:nvPr/>
          </p:nvSpPr>
          <p:spPr>
            <a:xfrm>
              <a:off x="957" y="2064"/>
              <a:ext cx="873" cy="230"/>
            </a:xfrm>
            <a:prstGeom prst="rect">
              <a:avLst/>
            </a:prstGeom>
            <a:solidFill>
              <a:srgbClr val="C2ED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Spécifications</a:t>
              </a:r>
              <a:endParaRPr/>
            </a:p>
          </p:txBody>
        </p:sp>
        <p:sp>
          <p:nvSpPr>
            <p:cNvPr id="2445" name="Google Shape;2445;p29"/>
            <p:cNvSpPr txBox="1"/>
            <p:nvPr/>
          </p:nvSpPr>
          <p:spPr>
            <a:xfrm>
              <a:off x="1373" y="2448"/>
              <a:ext cx="707" cy="278"/>
            </a:xfrm>
            <a:prstGeom prst="rect">
              <a:avLst/>
            </a:prstGeom>
            <a:solidFill>
              <a:srgbClr val="C2ED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Analyse</a:t>
              </a:r>
              <a:endParaRPr/>
            </a:p>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Conception</a:t>
              </a:r>
              <a:endParaRPr/>
            </a:p>
          </p:txBody>
        </p:sp>
        <p:sp>
          <p:nvSpPr>
            <p:cNvPr id="2446" name="Google Shape;2446;p29"/>
            <p:cNvSpPr txBox="1"/>
            <p:nvPr/>
          </p:nvSpPr>
          <p:spPr>
            <a:xfrm>
              <a:off x="1830" y="2832"/>
              <a:ext cx="892" cy="288"/>
            </a:xfrm>
            <a:prstGeom prst="rect">
              <a:avLst/>
            </a:prstGeom>
            <a:solidFill>
              <a:srgbClr val="C2ED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Implémentation</a:t>
              </a:r>
              <a:endParaRPr/>
            </a:p>
          </p:txBody>
        </p:sp>
        <p:sp>
          <p:nvSpPr>
            <p:cNvPr id="2447" name="Google Shape;2447;p29"/>
            <p:cNvSpPr txBox="1"/>
            <p:nvPr/>
          </p:nvSpPr>
          <p:spPr>
            <a:xfrm>
              <a:off x="2465" y="3568"/>
              <a:ext cx="783" cy="173"/>
            </a:xfrm>
            <a:prstGeom prst="rect">
              <a:avLst/>
            </a:prstGeom>
            <a:gradFill>
              <a:gsLst>
                <a:gs pos="0">
                  <a:srgbClr val="859070"/>
                </a:gs>
                <a:gs pos="50000">
                  <a:srgbClr val="C0D0A4"/>
                </a:gs>
                <a:gs pos="100000">
                  <a:srgbClr val="E6FAC4"/>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Maintenance</a:t>
              </a:r>
              <a:endParaRPr b="1" i="0" sz="1200" u="none" cap="none" strike="noStrike">
                <a:solidFill>
                  <a:schemeClr val="dk1"/>
                </a:solidFill>
                <a:latin typeface="Times New Roman"/>
                <a:ea typeface="Times New Roman"/>
                <a:cs typeface="Times New Roman"/>
                <a:sym typeface="Times New Roman"/>
              </a:endParaRPr>
            </a:p>
          </p:txBody>
        </p:sp>
        <p:grpSp>
          <p:nvGrpSpPr>
            <p:cNvPr id="2448" name="Google Shape;2448;p29"/>
            <p:cNvGrpSpPr/>
            <p:nvPr/>
          </p:nvGrpSpPr>
          <p:grpSpPr>
            <a:xfrm>
              <a:off x="1165" y="2304"/>
              <a:ext cx="208" cy="288"/>
              <a:chOff x="528" y="1920"/>
              <a:chExt cx="336" cy="288"/>
            </a:xfrm>
          </p:grpSpPr>
          <p:cxnSp>
            <p:nvCxnSpPr>
              <p:cNvPr id="2449" name="Google Shape;2449;p29"/>
              <p:cNvCxnSpPr/>
              <p:nvPr/>
            </p:nvCxnSpPr>
            <p:spPr>
              <a:xfrm>
                <a:off x="528" y="1920"/>
                <a:ext cx="0" cy="288"/>
              </a:xfrm>
              <a:prstGeom prst="straightConnector1">
                <a:avLst/>
              </a:prstGeom>
              <a:noFill/>
              <a:ln cap="flat" cmpd="sng" w="9525">
                <a:solidFill>
                  <a:schemeClr val="dk1"/>
                </a:solidFill>
                <a:prstDash val="solid"/>
                <a:round/>
                <a:headEnd len="med" w="med" type="none"/>
                <a:tailEnd len="med" w="med" type="none"/>
              </a:ln>
            </p:spPr>
          </p:cxnSp>
          <p:cxnSp>
            <p:nvCxnSpPr>
              <p:cNvPr id="2450" name="Google Shape;2450;p29"/>
              <p:cNvCxnSpPr/>
              <p:nvPr/>
            </p:nvCxnSpPr>
            <p:spPr>
              <a:xfrm>
                <a:off x="528" y="2208"/>
                <a:ext cx="336" cy="0"/>
              </a:xfrm>
              <a:prstGeom prst="straightConnector1">
                <a:avLst/>
              </a:prstGeom>
              <a:noFill/>
              <a:ln cap="flat" cmpd="sng" w="9525">
                <a:solidFill>
                  <a:schemeClr val="dk1"/>
                </a:solidFill>
                <a:prstDash val="solid"/>
                <a:round/>
                <a:headEnd len="med" w="med" type="none"/>
                <a:tailEnd len="med" w="med" type="triangle"/>
              </a:ln>
            </p:spPr>
          </p:cxnSp>
        </p:grpSp>
        <p:grpSp>
          <p:nvGrpSpPr>
            <p:cNvPr id="2451" name="Google Shape;2451;p29"/>
            <p:cNvGrpSpPr/>
            <p:nvPr/>
          </p:nvGrpSpPr>
          <p:grpSpPr>
            <a:xfrm>
              <a:off x="1622" y="2736"/>
              <a:ext cx="208" cy="240"/>
              <a:chOff x="528" y="1920"/>
              <a:chExt cx="336" cy="288"/>
            </a:xfrm>
          </p:grpSpPr>
          <p:cxnSp>
            <p:nvCxnSpPr>
              <p:cNvPr id="2452" name="Google Shape;2452;p29"/>
              <p:cNvCxnSpPr/>
              <p:nvPr/>
            </p:nvCxnSpPr>
            <p:spPr>
              <a:xfrm>
                <a:off x="528" y="1920"/>
                <a:ext cx="0" cy="288"/>
              </a:xfrm>
              <a:prstGeom prst="straightConnector1">
                <a:avLst/>
              </a:prstGeom>
              <a:noFill/>
              <a:ln cap="flat" cmpd="sng" w="9525">
                <a:solidFill>
                  <a:schemeClr val="dk1"/>
                </a:solidFill>
                <a:prstDash val="solid"/>
                <a:round/>
                <a:headEnd len="med" w="med" type="none"/>
                <a:tailEnd len="med" w="med" type="none"/>
              </a:ln>
            </p:spPr>
          </p:cxnSp>
          <p:cxnSp>
            <p:nvCxnSpPr>
              <p:cNvPr id="2453" name="Google Shape;2453;p29"/>
              <p:cNvCxnSpPr/>
              <p:nvPr/>
            </p:nvCxnSpPr>
            <p:spPr>
              <a:xfrm>
                <a:off x="528" y="2208"/>
                <a:ext cx="336" cy="0"/>
              </a:xfrm>
              <a:prstGeom prst="straightConnector1">
                <a:avLst/>
              </a:prstGeom>
              <a:noFill/>
              <a:ln cap="flat" cmpd="sng" w="9525">
                <a:solidFill>
                  <a:schemeClr val="dk1"/>
                </a:solidFill>
                <a:prstDash val="solid"/>
                <a:round/>
                <a:headEnd len="med" w="med" type="none"/>
                <a:tailEnd len="med" w="med" type="triangle"/>
              </a:ln>
            </p:spPr>
          </p:cxnSp>
        </p:grpSp>
        <p:sp>
          <p:nvSpPr>
            <p:cNvPr id="2454" name="Google Shape;2454;p29"/>
            <p:cNvSpPr txBox="1"/>
            <p:nvPr/>
          </p:nvSpPr>
          <p:spPr>
            <a:xfrm>
              <a:off x="624" y="1632"/>
              <a:ext cx="812" cy="288"/>
            </a:xfrm>
            <a:prstGeom prst="rect">
              <a:avLst/>
            </a:prstGeom>
            <a:solidFill>
              <a:srgbClr val="C2ED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Expression </a:t>
              </a:r>
              <a:endParaRPr/>
            </a:p>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des besoins</a:t>
              </a:r>
              <a:endParaRPr/>
            </a:p>
          </p:txBody>
        </p:sp>
        <p:grpSp>
          <p:nvGrpSpPr>
            <p:cNvPr id="2455" name="Google Shape;2455;p29"/>
            <p:cNvGrpSpPr/>
            <p:nvPr/>
          </p:nvGrpSpPr>
          <p:grpSpPr>
            <a:xfrm>
              <a:off x="790" y="1920"/>
              <a:ext cx="167" cy="240"/>
              <a:chOff x="528" y="1920"/>
              <a:chExt cx="336" cy="288"/>
            </a:xfrm>
          </p:grpSpPr>
          <p:cxnSp>
            <p:nvCxnSpPr>
              <p:cNvPr id="2456" name="Google Shape;2456;p29"/>
              <p:cNvCxnSpPr/>
              <p:nvPr/>
            </p:nvCxnSpPr>
            <p:spPr>
              <a:xfrm>
                <a:off x="528" y="1920"/>
                <a:ext cx="0" cy="288"/>
              </a:xfrm>
              <a:prstGeom prst="straightConnector1">
                <a:avLst/>
              </a:prstGeom>
              <a:noFill/>
              <a:ln cap="flat" cmpd="sng" w="9525">
                <a:solidFill>
                  <a:schemeClr val="dk1"/>
                </a:solidFill>
                <a:prstDash val="solid"/>
                <a:round/>
                <a:headEnd len="med" w="med" type="none"/>
                <a:tailEnd len="med" w="med" type="none"/>
              </a:ln>
            </p:spPr>
          </p:cxnSp>
          <p:cxnSp>
            <p:nvCxnSpPr>
              <p:cNvPr id="2457" name="Google Shape;2457;p29"/>
              <p:cNvCxnSpPr/>
              <p:nvPr/>
            </p:nvCxnSpPr>
            <p:spPr>
              <a:xfrm>
                <a:off x="528" y="2208"/>
                <a:ext cx="336" cy="0"/>
              </a:xfrm>
              <a:prstGeom prst="straightConnector1">
                <a:avLst/>
              </a:prstGeom>
              <a:noFill/>
              <a:ln cap="flat" cmpd="sng" w="9525">
                <a:solidFill>
                  <a:schemeClr val="dk1"/>
                </a:solidFill>
                <a:prstDash val="solid"/>
                <a:round/>
                <a:headEnd len="med" w="med" type="none"/>
                <a:tailEnd len="med" w="med" type="triangle"/>
              </a:ln>
            </p:spPr>
          </p:cxnSp>
        </p:grpSp>
        <p:sp>
          <p:nvSpPr>
            <p:cNvPr id="2458" name="Google Shape;2458;p29"/>
            <p:cNvSpPr txBox="1"/>
            <p:nvPr/>
          </p:nvSpPr>
          <p:spPr>
            <a:xfrm>
              <a:off x="3702" y="2016"/>
              <a:ext cx="916" cy="288"/>
            </a:xfrm>
            <a:prstGeom prst="rect">
              <a:avLst/>
            </a:prstGeom>
            <a:solidFill>
              <a:srgbClr val="FCE4D7"/>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Validation </a:t>
              </a:r>
              <a:endParaRPr/>
            </a:p>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fonctionnelle</a:t>
              </a:r>
              <a:endParaRPr/>
            </a:p>
          </p:txBody>
        </p:sp>
        <p:sp>
          <p:nvSpPr>
            <p:cNvPr id="2459" name="Google Shape;2459;p29"/>
            <p:cNvSpPr txBox="1"/>
            <p:nvPr/>
          </p:nvSpPr>
          <p:spPr>
            <a:xfrm>
              <a:off x="3494" y="2448"/>
              <a:ext cx="791" cy="288"/>
            </a:xfrm>
            <a:prstGeom prst="rect">
              <a:avLst/>
            </a:prstGeom>
            <a:solidFill>
              <a:srgbClr val="FCE4D7"/>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Validation </a:t>
              </a:r>
              <a:endParaRPr/>
            </a:p>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Analyse</a:t>
              </a:r>
              <a:endParaRPr/>
            </a:p>
          </p:txBody>
        </p:sp>
        <p:sp>
          <p:nvSpPr>
            <p:cNvPr id="2460" name="Google Shape;2460;p29"/>
            <p:cNvSpPr txBox="1"/>
            <p:nvPr/>
          </p:nvSpPr>
          <p:spPr>
            <a:xfrm>
              <a:off x="3037" y="2832"/>
              <a:ext cx="957" cy="288"/>
            </a:xfrm>
            <a:prstGeom prst="rect">
              <a:avLst/>
            </a:prstGeom>
            <a:solidFill>
              <a:srgbClr val="FCE4D7"/>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Validation finale</a:t>
              </a:r>
              <a:endParaRPr/>
            </a:p>
          </p:txBody>
        </p:sp>
        <p:grpSp>
          <p:nvGrpSpPr>
            <p:cNvPr id="2461" name="Google Shape;2461;p29"/>
            <p:cNvGrpSpPr/>
            <p:nvPr/>
          </p:nvGrpSpPr>
          <p:grpSpPr>
            <a:xfrm>
              <a:off x="3994" y="2736"/>
              <a:ext cx="166" cy="240"/>
              <a:chOff x="4848" y="2688"/>
              <a:chExt cx="336" cy="336"/>
            </a:xfrm>
          </p:grpSpPr>
          <p:cxnSp>
            <p:nvCxnSpPr>
              <p:cNvPr id="2462" name="Google Shape;2462;p29"/>
              <p:cNvCxnSpPr/>
              <p:nvPr/>
            </p:nvCxnSpPr>
            <p:spPr>
              <a:xfrm rot="10800000">
                <a:off x="4848" y="3024"/>
                <a:ext cx="336" cy="0"/>
              </a:xfrm>
              <a:prstGeom prst="straightConnector1">
                <a:avLst/>
              </a:prstGeom>
              <a:noFill/>
              <a:ln cap="flat" cmpd="sng" w="9525">
                <a:solidFill>
                  <a:schemeClr val="dk1"/>
                </a:solidFill>
                <a:prstDash val="solid"/>
                <a:round/>
                <a:headEnd len="med" w="med" type="none"/>
                <a:tailEnd len="med" w="med" type="triangle"/>
              </a:ln>
            </p:spPr>
          </p:cxnSp>
          <p:cxnSp>
            <p:nvCxnSpPr>
              <p:cNvPr id="2463" name="Google Shape;2463;p29"/>
              <p:cNvCxnSpPr/>
              <p:nvPr/>
            </p:nvCxnSpPr>
            <p:spPr>
              <a:xfrm rot="10800000">
                <a:off x="5184" y="2688"/>
                <a:ext cx="0" cy="336"/>
              </a:xfrm>
              <a:prstGeom prst="straightConnector1">
                <a:avLst/>
              </a:prstGeom>
              <a:noFill/>
              <a:ln cap="flat" cmpd="sng" w="9525">
                <a:solidFill>
                  <a:schemeClr val="dk1"/>
                </a:solidFill>
                <a:prstDash val="solid"/>
                <a:round/>
                <a:headEnd len="med" w="med" type="none"/>
                <a:tailEnd len="med" w="med" type="none"/>
              </a:ln>
            </p:spPr>
          </p:cxnSp>
        </p:grpSp>
        <p:grpSp>
          <p:nvGrpSpPr>
            <p:cNvPr id="2464" name="Google Shape;2464;p29"/>
            <p:cNvGrpSpPr/>
            <p:nvPr/>
          </p:nvGrpSpPr>
          <p:grpSpPr>
            <a:xfrm>
              <a:off x="4285" y="2304"/>
              <a:ext cx="166" cy="288"/>
              <a:chOff x="4848" y="2688"/>
              <a:chExt cx="336" cy="336"/>
            </a:xfrm>
          </p:grpSpPr>
          <p:cxnSp>
            <p:nvCxnSpPr>
              <p:cNvPr id="2465" name="Google Shape;2465;p29"/>
              <p:cNvCxnSpPr/>
              <p:nvPr/>
            </p:nvCxnSpPr>
            <p:spPr>
              <a:xfrm rot="10800000">
                <a:off x="4848" y="3024"/>
                <a:ext cx="336" cy="0"/>
              </a:xfrm>
              <a:prstGeom prst="straightConnector1">
                <a:avLst/>
              </a:prstGeom>
              <a:noFill/>
              <a:ln cap="flat" cmpd="sng" w="9525">
                <a:solidFill>
                  <a:schemeClr val="dk1"/>
                </a:solidFill>
                <a:prstDash val="solid"/>
                <a:round/>
                <a:headEnd len="med" w="med" type="none"/>
                <a:tailEnd len="med" w="med" type="triangle"/>
              </a:ln>
            </p:spPr>
          </p:cxnSp>
          <p:cxnSp>
            <p:nvCxnSpPr>
              <p:cNvPr id="2466" name="Google Shape;2466;p29"/>
              <p:cNvCxnSpPr/>
              <p:nvPr/>
            </p:nvCxnSpPr>
            <p:spPr>
              <a:xfrm rot="10800000">
                <a:off x="5184" y="2688"/>
                <a:ext cx="0" cy="336"/>
              </a:xfrm>
              <a:prstGeom prst="straightConnector1">
                <a:avLst/>
              </a:prstGeom>
              <a:noFill/>
              <a:ln cap="flat" cmpd="sng" w="9525">
                <a:solidFill>
                  <a:schemeClr val="dk1"/>
                </a:solidFill>
                <a:prstDash val="solid"/>
                <a:round/>
                <a:headEnd len="med" w="med" type="none"/>
                <a:tailEnd len="med" w="med" type="none"/>
              </a:ln>
            </p:spPr>
          </p:cxnSp>
        </p:grpSp>
        <p:grpSp>
          <p:nvGrpSpPr>
            <p:cNvPr id="2467" name="Google Shape;2467;p29"/>
            <p:cNvGrpSpPr/>
            <p:nvPr/>
          </p:nvGrpSpPr>
          <p:grpSpPr>
            <a:xfrm>
              <a:off x="4618" y="1920"/>
              <a:ext cx="208" cy="240"/>
              <a:chOff x="4848" y="2688"/>
              <a:chExt cx="336" cy="336"/>
            </a:xfrm>
          </p:grpSpPr>
          <p:cxnSp>
            <p:nvCxnSpPr>
              <p:cNvPr id="2468" name="Google Shape;2468;p29"/>
              <p:cNvCxnSpPr/>
              <p:nvPr/>
            </p:nvCxnSpPr>
            <p:spPr>
              <a:xfrm rot="10800000">
                <a:off x="4848" y="3024"/>
                <a:ext cx="336" cy="0"/>
              </a:xfrm>
              <a:prstGeom prst="straightConnector1">
                <a:avLst/>
              </a:prstGeom>
              <a:noFill/>
              <a:ln cap="flat" cmpd="sng" w="9525">
                <a:solidFill>
                  <a:schemeClr val="dk1"/>
                </a:solidFill>
                <a:prstDash val="solid"/>
                <a:round/>
                <a:headEnd len="med" w="med" type="none"/>
                <a:tailEnd len="med" w="med" type="triangle"/>
              </a:ln>
            </p:spPr>
          </p:cxnSp>
          <p:cxnSp>
            <p:nvCxnSpPr>
              <p:cNvPr id="2469" name="Google Shape;2469;p29"/>
              <p:cNvCxnSpPr/>
              <p:nvPr/>
            </p:nvCxnSpPr>
            <p:spPr>
              <a:xfrm rot="10800000">
                <a:off x="5184" y="2688"/>
                <a:ext cx="0" cy="336"/>
              </a:xfrm>
              <a:prstGeom prst="straightConnector1">
                <a:avLst/>
              </a:prstGeom>
              <a:noFill/>
              <a:ln cap="flat" cmpd="sng" w="9525">
                <a:solidFill>
                  <a:schemeClr val="dk1"/>
                </a:solidFill>
                <a:prstDash val="solid"/>
                <a:round/>
                <a:headEnd len="med" w="med" type="none"/>
                <a:tailEnd len="med" w="med" type="none"/>
              </a:ln>
            </p:spPr>
          </p:cxnSp>
        </p:grpSp>
        <p:sp>
          <p:nvSpPr>
            <p:cNvPr id="2470" name="Google Shape;2470;p29"/>
            <p:cNvSpPr/>
            <p:nvPr/>
          </p:nvSpPr>
          <p:spPr>
            <a:xfrm>
              <a:off x="2787" y="3168"/>
              <a:ext cx="208" cy="288"/>
            </a:xfrm>
            <a:custGeom>
              <a:rect b="b" l="l" r="r" t="t"/>
              <a:pathLst>
                <a:path extrusionOk="0" h="120000" w="120000">
                  <a:moveTo>
                    <a:pt x="0" y="30000"/>
                  </a:moveTo>
                  <a:lnTo>
                    <a:pt x="45000" y="30000"/>
                  </a:lnTo>
                  <a:lnTo>
                    <a:pt x="45000" y="13039"/>
                  </a:lnTo>
                  <a:lnTo>
                    <a:pt x="30000" y="13039"/>
                  </a:lnTo>
                  <a:lnTo>
                    <a:pt x="60000" y="0"/>
                  </a:lnTo>
                  <a:lnTo>
                    <a:pt x="90000" y="13039"/>
                  </a:lnTo>
                  <a:lnTo>
                    <a:pt x="75000" y="13039"/>
                  </a:lnTo>
                  <a:lnTo>
                    <a:pt x="75000" y="30000"/>
                  </a:lnTo>
                  <a:lnTo>
                    <a:pt x="120000" y="30000"/>
                  </a:lnTo>
                  <a:lnTo>
                    <a:pt x="120000" y="90000"/>
                  </a:lnTo>
                  <a:lnTo>
                    <a:pt x="75000" y="90000"/>
                  </a:lnTo>
                  <a:lnTo>
                    <a:pt x="75000" y="106961"/>
                  </a:lnTo>
                  <a:lnTo>
                    <a:pt x="90000" y="106961"/>
                  </a:lnTo>
                  <a:lnTo>
                    <a:pt x="60000" y="120000"/>
                  </a:lnTo>
                  <a:lnTo>
                    <a:pt x="30000" y="106961"/>
                  </a:lnTo>
                  <a:lnTo>
                    <a:pt x="45000" y="106961"/>
                  </a:lnTo>
                  <a:lnTo>
                    <a:pt x="45000" y="90000"/>
                  </a:lnTo>
                  <a:lnTo>
                    <a:pt x="0" y="90000"/>
                  </a:lnTo>
                  <a:close/>
                </a:path>
              </a:pathLst>
            </a:custGeom>
            <a:gradFill>
              <a:gsLst>
                <a:gs pos="0">
                  <a:srgbClr val="859070"/>
                </a:gs>
                <a:gs pos="50000">
                  <a:srgbClr val="C0D0A4"/>
                </a:gs>
                <a:gs pos="100000">
                  <a:srgbClr val="E6FAC4"/>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2471" name="Google Shape;2471;p29"/>
            <p:cNvCxnSpPr/>
            <p:nvPr/>
          </p:nvCxnSpPr>
          <p:spPr>
            <a:xfrm>
              <a:off x="2080" y="2592"/>
              <a:ext cx="1414" cy="0"/>
            </a:xfrm>
            <a:prstGeom prst="straightConnector1">
              <a:avLst/>
            </a:prstGeom>
            <a:noFill/>
            <a:ln cap="flat" cmpd="sng" w="28575">
              <a:solidFill>
                <a:schemeClr val="dk1"/>
              </a:solidFill>
              <a:prstDash val="dot"/>
              <a:round/>
              <a:headEnd len="med" w="med" type="none"/>
              <a:tailEnd len="med" w="med" type="none"/>
            </a:ln>
          </p:spPr>
        </p:cxnSp>
        <p:cxnSp>
          <p:nvCxnSpPr>
            <p:cNvPr id="2472" name="Google Shape;2472;p29"/>
            <p:cNvCxnSpPr/>
            <p:nvPr/>
          </p:nvCxnSpPr>
          <p:spPr>
            <a:xfrm>
              <a:off x="1830" y="2160"/>
              <a:ext cx="1866" cy="0"/>
            </a:xfrm>
            <a:prstGeom prst="straightConnector1">
              <a:avLst/>
            </a:prstGeom>
            <a:noFill/>
            <a:ln cap="flat" cmpd="sng" w="28575">
              <a:solidFill>
                <a:schemeClr val="dk1"/>
              </a:solidFill>
              <a:prstDash val="dot"/>
              <a:round/>
              <a:headEnd len="med" w="med" type="none"/>
              <a:tailEnd len="med" w="med" type="none"/>
            </a:ln>
          </p:spPr>
        </p:cxnSp>
        <p:cxnSp>
          <p:nvCxnSpPr>
            <p:cNvPr id="2473" name="Google Shape;2473;p29"/>
            <p:cNvCxnSpPr/>
            <p:nvPr/>
          </p:nvCxnSpPr>
          <p:spPr>
            <a:xfrm flipH="1" rot="10800000">
              <a:off x="1456" y="1824"/>
              <a:ext cx="2704" cy="10"/>
            </a:xfrm>
            <a:prstGeom prst="straightConnector1">
              <a:avLst/>
            </a:prstGeom>
            <a:noFill/>
            <a:ln cap="flat" cmpd="sng" w="28575">
              <a:solidFill>
                <a:schemeClr val="dk1"/>
              </a:solidFill>
              <a:prstDash val="dot"/>
              <a:round/>
              <a:headEnd len="med" w="med" type="none"/>
              <a:tailEnd len="med" w="med" type="none"/>
            </a:ln>
          </p:spPr>
        </p:cxnSp>
        <p:sp>
          <p:nvSpPr>
            <p:cNvPr id="2474" name="Google Shape;2474;p29"/>
            <p:cNvSpPr txBox="1"/>
            <p:nvPr/>
          </p:nvSpPr>
          <p:spPr>
            <a:xfrm>
              <a:off x="2359" y="1536"/>
              <a:ext cx="95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u="none" cap="none" strike="noStrike">
                  <a:solidFill>
                    <a:srgbClr val="3333FF"/>
                  </a:solidFill>
                  <a:latin typeface="Times New Roman"/>
                  <a:ea typeface="Times New Roman"/>
                  <a:cs typeface="Times New Roman"/>
                  <a:sym typeface="Times New Roman"/>
                </a:rPr>
                <a:t>validé par</a:t>
              </a:r>
              <a:endParaRPr/>
            </a:p>
          </p:txBody>
        </p:sp>
        <p:sp>
          <p:nvSpPr>
            <p:cNvPr id="2475" name="Google Shape;2475;p29"/>
            <p:cNvSpPr txBox="1"/>
            <p:nvPr/>
          </p:nvSpPr>
          <p:spPr>
            <a:xfrm>
              <a:off x="4160" y="1626"/>
              <a:ext cx="832" cy="294"/>
            </a:xfrm>
            <a:prstGeom prst="rect">
              <a:avLst/>
            </a:prstGeom>
            <a:solidFill>
              <a:srgbClr val="FCE4D7"/>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Validation </a:t>
              </a:r>
              <a:endParaRPr/>
            </a:p>
            <a:p>
              <a:pPr indent="0" lvl="0" marL="0" marR="0" rtl="0" algn="ctr">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besoins</a:t>
              </a:r>
              <a:endParaRPr/>
            </a:p>
          </p:txBody>
        </p:sp>
        <p:cxnSp>
          <p:nvCxnSpPr>
            <p:cNvPr id="2476" name="Google Shape;2476;p29"/>
            <p:cNvCxnSpPr/>
            <p:nvPr/>
          </p:nvCxnSpPr>
          <p:spPr>
            <a:xfrm>
              <a:off x="2735" y="2976"/>
              <a:ext cx="291" cy="0"/>
            </a:xfrm>
            <a:prstGeom prst="straightConnector1">
              <a:avLst/>
            </a:prstGeom>
            <a:noFill/>
            <a:ln cap="flat" cmpd="sng" w="28575">
              <a:solidFill>
                <a:schemeClr val="dk1"/>
              </a:solidFill>
              <a:prstDash val="dot"/>
              <a:round/>
              <a:headEnd len="med" w="med" type="none"/>
              <a:tailEnd len="med" w="med" type="none"/>
            </a:ln>
          </p:spPr>
        </p:cxnSp>
        <p:sp>
          <p:nvSpPr>
            <p:cNvPr id="2477" name="Google Shape;2477;p29"/>
            <p:cNvSpPr txBox="1"/>
            <p:nvPr/>
          </p:nvSpPr>
          <p:spPr>
            <a:xfrm>
              <a:off x="912" y="3888"/>
              <a:ext cx="4128" cy="250"/>
            </a:xfrm>
            <a:prstGeom prst="rect">
              <a:avLst/>
            </a:prstGeom>
            <a:solidFill>
              <a:srgbClr val="F2F2F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Validations des étapes intermédiaires sous forme de documents</a:t>
              </a:r>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1" name="Shape 2481"/>
        <p:cNvGrpSpPr/>
        <p:nvPr/>
      </p:nvGrpSpPr>
      <p:grpSpPr>
        <a:xfrm>
          <a:off x="0" y="0"/>
          <a:ext cx="0" cy="0"/>
          <a:chOff x="0" y="0"/>
          <a:chExt cx="0" cy="0"/>
        </a:xfrm>
      </p:grpSpPr>
      <p:sp>
        <p:nvSpPr>
          <p:cNvPr id="2482" name="Google Shape;2482;p30"/>
          <p:cNvSpPr/>
          <p:nvPr/>
        </p:nvSpPr>
        <p:spPr>
          <a:xfrm>
            <a:off x="0" y="0"/>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483" name="Google Shape;248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84" name="Google Shape;2484;p30"/>
          <p:cNvSpPr txBox="1"/>
          <p:nvPr>
            <p:ph type="title"/>
          </p:nvPr>
        </p:nvSpPr>
        <p:spPr>
          <a:xfrm>
            <a:off x="640079" y="2023236"/>
            <a:ext cx="3659777" cy="28209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Times New Roman"/>
              <a:buNone/>
            </a:pPr>
            <a:r>
              <a:rPr b="1" lang="en-US" sz="4000">
                <a:solidFill>
                  <a:srgbClr val="FFFFFF"/>
                </a:solidFill>
                <a:latin typeface="Times New Roman"/>
                <a:ea typeface="Times New Roman"/>
                <a:cs typeface="Times New Roman"/>
                <a:sym typeface="Times New Roman"/>
              </a:rPr>
              <a:t>Modèle linéaire : en V</a:t>
            </a:r>
            <a:br>
              <a:rPr b="1" lang="en-US" sz="4000">
                <a:solidFill>
                  <a:srgbClr val="FFFFFF"/>
                </a:solidFill>
                <a:latin typeface="Times New Roman"/>
                <a:ea typeface="Times New Roman"/>
                <a:cs typeface="Times New Roman"/>
                <a:sym typeface="Times New Roman"/>
              </a:rPr>
            </a:br>
            <a:r>
              <a:rPr b="1" lang="en-US" sz="4000">
                <a:solidFill>
                  <a:srgbClr val="F2F2F2"/>
                </a:solidFill>
                <a:latin typeface="Times New Roman"/>
                <a:ea typeface="Times New Roman"/>
                <a:cs typeface="Times New Roman"/>
                <a:sym typeface="Times New Roman"/>
              </a:rPr>
              <a:t>Avantages</a:t>
            </a:r>
            <a:endParaRPr b="1" sz="4000">
              <a:solidFill>
                <a:srgbClr val="F2F2F2"/>
              </a:solidFill>
              <a:latin typeface="Times New Roman"/>
              <a:ea typeface="Times New Roman"/>
              <a:cs typeface="Times New Roman"/>
              <a:sym typeface="Times New Roman"/>
            </a:endParaRPr>
          </a:p>
        </p:txBody>
      </p:sp>
      <p:sp>
        <p:nvSpPr>
          <p:cNvPr id="2485" name="Google Shape;2485;p30"/>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2486" name="Google Shape;2486;p30"/>
          <p:cNvGrpSpPr/>
          <p:nvPr/>
        </p:nvGrpSpPr>
        <p:grpSpPr>
          <a:xfrm>
            <a:off x="5554649" y="667658"/>
            <a:ext cx="5556044" cy="5556044"/>
            <a:chOff x="285963" y="0"/>
            <a:chExt cx="5556044" cy="5556044"/>
          </a:xfrm>
        </p:grpSpPr>
        <p:sp>
          <p:nvSpPr>
            <p:cNvPr id="2487" name="Google Shape;2487;p30"/>
            <p:cNvSpPr/>
            <p:nvPr/>
          </p:nvSpPr>
          <p:spPr>
            <a:xfrm>
              <a:off x="285963" y="0"/>
              <a:ext cx="5556044" cy="5556044"/>
            </a:xfrm>
            <a:prstGeom prst="diamond">
              <a:avLst/>
            </a:prstGeom>
            <a:solidFill>
              <a:srgbClr val="CADC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30"/>
            <p:cNvSpPr/>
            <p:nvPr/>
          </p:nvSpPr>
          <p:spPr>
            <a:xfrm>
              <a:off x="813788" y="527824"/>
              <a:ext cx="2166857" cy="2166857"/>
            </a:xfrm>
            <a:prstGeom prst="roundRect">
              <a:avLst>
                <a:gd fmla="val 16667" name="adj"/>
              </a:avLst>
            </a:prstGeom>
            <a:gradFill>
              <a:gsLst>
                <a:gs pos="0">
                  <a:srgbClr val="47A1D7"/>
                </a:gs>
                <a:gs pos="50000">
                  <a:srgbClr val="0099D7"/>
                </a:gs>
                <a:gs pos="100000">
                  <a:srgbClr val="008BC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30"/>
            <p:cNvSpPr txBox="1"/>
            <p:nvPr/>
          </p:nvSpPr>
          <p:spPr>
            <a:xfrm>
              <a:off x="919565" y="633601"/>
              <a:ext cx="1955303" cy="195530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Times New Roman"/>
                <a:buNone/>
              </a:pPr>
              <a:r>
                <a:rPr b="0" i="0" lang="en-US" sz="2100" u="none" cap="none" strike="noStrike">
                  <a:solidFill>
                    <a:schemeClr val="lt1"/>
                  </a:solidFill>
                  <a:latin typeface="Times New Roman"/>
                  <a:ea typeface="Times New Roman"/>
                  <a:cs typeface="Times New Roman"/>
                  <a:sym typeface="Times New Roman"/>
                </a:rPr>
                <a:t>Met l’accent sur les tests et la validation et par conséquent, ça accroît la qualité du logiciel</a:t>
              </a:r>
              <a:endParaRPr/>
            </a:p>
          </p:txBody>
        </p:sp>
        <p:sp>
          <p:nvSpPr>
            <p:cNvPr id="2490" name="Google Shape;2490;p30"/>
            <p:cNvSpPr/>
            <p:nvPr/>
          </p:nvSpPr>
          <p:spPr>
            <a:xfrm>
              <a:off x="3147326" y="527824"/>
              <a:ext cx="2166857" cy="2166857"/>
            </a:xfrm>
            <a:prstGeom prst="roundRect">
              <a:avLst>
                <a:gd fmla="val 16667" name="adj"/>
              </a:avLst>
            </a:prstGeom>
            <a:gradFill>
              <a:gsLst>
                <a:gs pos="0">
                  <a:srgbClr val="47A1D7"/>
                </a:gs>
                <a:gs pos="50000">
                  <a:srgbClr val="0099D7"/>
                </a:gs>
                <a:gs pos="100000">
                  <a:srgbClr val="008BC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0"/>
            <p:cNvSpPr txBox="1"/>
            <p:nvPr/>
          </p:nvSpPr>
          <p:spPr>
            <a:xfrm>
              <a:off x="3253103" y="633601"/>
              <a:ext cx="1955303" cy="195530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Times New Roman"/>
                <a:buNone/>
              </a:pPr>
              <a:r>
                <a:rPr b="0" i="0" lang="en-US" sz="2100" u="none" cap="none" strike="noStrike">
                  <a:solidFill>
                    <a:schemeClr val="lt1"/>
                  </a:solidFill>
                  <a:latin typeface="Times New Roman"/>
                  <a:ea typeface="Times New Roman"/>
                  <a:cs typeface="Times New Roman"/>
                  <a:sym typeface="Times New Roman"/>
                </a:rPr>
                <a:t>Chaque livrable doit être testable</a:t>
              </a:r>
              <a:endParaRPr/>
            </a:p>
          </p:txBody>
        </p:sp>
        <p:sp>
          <p:nvSpPr>
            <p:cNvPr id="2492" name="Google Shape;2492;p30"/>
            <p:cNvSpPr/>
            <p:nvPr/>
          </p:nvSpPr>
          <p:spPr>
            <a:xfrm>
              <a:off x="813788" y="2861362"/>
              <a:ext cx="2166857" cy="2166857"/>
            </a:xfrm>
            <a:prstGeom prst="roundRect">
              <a:avLst>
                <a:gd fmla="val 16667" name="adj"/>
              </a:avLst>
            </a:prstGeom>
            <a:gradFill>
              <a:gsLst>
                <a:gs pos="0">
                  <a:srgbClr val="47A1D7"/>
                </a:gs>
                <a:gs pos="50000">
                  <a:srgbClr val="0099D7"/>
                </a:gs>
                <a:gs pos="100000">
                  <a:srgbClr val="008BC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0"/>
            <p:cNvSpPr txBox="1"/>
            <p:nvPr/>
          </p:nvSpPr>
          <p:spPr>
            <a:xfrm>
              <a:off x="919565" y="2967139"/>
              <a:ext cx="1955303" cy="195530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Times New Roman"/>
                <a:buNone/>
              </a:pPr>
              <a:r>
                <a:rPr b="0" i="0" lang="en-US" sz="2100" u="none" cap="none" strike="noStrike">
                  <a:solidFill>
                    <a:schemeClr val="lt1"/>
                  </a:solidFill>
                  <a:latin typeface="Times New Roman"/>
                  <a:ea typeface="Times New Roman"/>
                  <a:cs typeface="Times New Roman"/>
                  <a:sym typeface="Times New Roman"/>
                </a:rPr>
                <a:t>Facile à planifier dans une gestion de projets</a:t>
              </a:r>
              <a:endParaRPr/>
            </a:p>
          </p:txBody>
        </p:sp>
        <p:sp>
          <p:nvSpPr>
            <p:cNvPr id="2494" name="Google Shape;2494;p30"/>
            <p:cNvSpPr/>
            <p:nvPr/>
          </p:nvSpPr>
          <p:spPr>
            <a:xfrm>
              <a:off x="3147326" y="2861362"/>
              <a:ext cx="2166857" cy="2166857"/>
            </a:xfrm>
            <a:prstGeom prst="roundRect">
              <a:avLst>
                <a:gd fmla="val 16667" name="adj"/>
              </a:avLst>
            </a:prstGeom>
            <a:gradFill>
              <a:gsLst>
                <a:gs pos="0">
                  <a:srgbClr val="47A1D7"/>
                </a:gs>
                <a:gs pos="50000">
                  <a:srgbClr val="0099D7"/>
                </a:gs>
                <a:gs pos="100000">
                  <a:srgbClr val="008BC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0"/>
            <p:cNvSpPr txBox="1"/>
            <p:nvPr/>
          </p:nvSpPr>
          <p:spPr>
            <a:xfrm>
              <a:off x="3253103" y="2967139"/>
              <a:ext cx="1955303" cy="195530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Times New Roman"/>
                <a:buNone/>
              </a:pPr>
              <a:r>
                <a:rPr b="0" i="0" lang="en-US" sz="2100" u="none" cap="none" strike="noStrike">
                  <a:solidFill>
                    <a:schemeClr val="lt1"/>
                  </a:solidFill>
                  <a:latin typeface="Times New Roman"/>
                  <a:ea typeface="Times New Roman"/>
                  <a:cs typeface="Times New Roman"/>
                  <a:sym typeface="Times New Roman"/>
                </a:rPr>
                <a:t>Facile à utiliser</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9" name="Shape 2499"/>
        <p:cNvGrpSpPr/>
        <p:nvPr/>
      </p:nvGrpSpPr>
      <p:grpSpPr>
        <a:xfrm>
          <a:off x="0" y="0"/>
          <a:ext cx="0" cy="0"/>
          <a:chOff x="0" y="0"/>
          <a:chExt cx="0" cy="0"/>
        </a:xfrm>
      </p:grpSpPr>
      <p:sp>
        <p:nvSpPr>
          <p:cNvPr id="2500" name="Google Shape;2500;p31"/>
          <p:cNvSpPr/>
          <p:nvPr/>
        </p:nvSpPr>
        <p:spPr>
          <a:xfrm>
            <a:off x="0" y="0"/>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501" name="Google Shape;2501;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02" name="Google Shape;2502;p31"/>
          <p:cNvSpPr txBox="1"/>
          <p:nvPr>
            <p:ph type="title"/>
          </p:nvPr>
        </p:nvSpPr>
        <p:spPr>
          <a:xfrm>
            <a:off x="640079" y="2023236"/>
            <a:ext cx="4062550" cy="28209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Times New Roman"/>
              <a:buNone/>
            </a:pPr>
            <a:r>
              <a:rPr b="1" lang="en-US" sz="4000">
                <a:solidFill>
                  <a:srgbClr val="FFFFFF"/>
                </a:solidFill>
                <a:latin typeface="Times New Roman"/>
                <a:ea typeface="Times New Roman"/>
                <a:cs typeface="Times New Roman"/>
                <a:sym typeface="Times New Roman"/>
              </a:rPr>
              <a:t>Modèle linéaire : en V</a:t>
            </a:r>
            <a:br>
              <a:rPr b="1" lang="en-US" sz="4000">
                <a:solidFill>
                  <a:srgbClr val="FFFFFF"/>
                </a:solidFill>
                <a:latin typeface="Times New Roman"/>
                <a:ea typeface="Times New Roman"/>
                <a:cs typeface="Times New Roman"/>
                <a:sym typeface="Times New Roman"/>
              </a:rPr>
            </a:br>
            <a:r>
              <a:rPr b="1" lang="en-US" sz="4000">
                <a:solidFill>
                  <a:srgbClr val="F2F2F2"/>
                </a:solidFill>
                <a:latin typeface="Times New Roman"/>
                <a:ea typeface="Times New Roman"/>
                <a:cs typeface="Times New Roman"/>
                <a:sym typeface="Times New Roman"/>
              </a:rPr>
              <a:t>Inconvénients</a:t>
            </a:r>
            <a:endParaRPr b="1" sz="4000">
              <a:solidFill>
                <a:srgbClr val="F2F2F2"/>
              </a:solidFill>
              <a:latin typeface="Times New Roman"/>
              <a:ea typeface="Times New Roman"/>
              <a:cs typeface="Times New Roman"/>
              <a:sym typeface="Times New Roman"/>
            </a:endParaRPr>
          </a:p>
        </p:txBody>
      </p:sp>
      <p:sp>
        <p:nvSpPr>
          <p:cNvPr id="2503" name="Google Shape;2503;p31"/>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2504" name="Google Shape;2504;p31"/>
          <p:cNvGrpSpPr/>
          <p:nvPr/>
        </p:nvGrpSpPr>
        <p:grpSpPr>
          <a:xfrm>
            <a:off x="6091238" y="958068"/>
            <a:ext cx="5115491" cy="4942987"/>
            <a:chOff x="0" y="2415"/>
            <a:chExt cx="5115491" cy="4942987"/>
          </a:xfrm>
        </p:grpSpPr>
        <p:cxnSp>
          <p:nvCxnSpPr>
            <p:cNvPr id="2505" name="Google Shape;2505;p31"/>
            <p:cNvCxnSpPr/>
            <p:nvPr/>
          </p:nvCxnSpPr>
          <p:spPr>
            <a:xfrm>
              <a:off x="0" y="2415"/>
              <a:ext cx="5115491" cy="0"/>
            </a:xfrm>
            <a:prstGeom prst="straightConnector1">
              <a:avLst/>
            </a:prstGeom>
            <a:gradFill>
              <a:gsLst>
                <a:gs pos="0">
                  <a:srgbClr val="526571"/>
                </a:gs>
                <a:gs pos="50000">
                  <a:srgbClr val="2D4C60"/>
                </a:gs>
                <a:gs pos="100000">
                  <a:srgbClr val="254456"/>
                </a:gs>
              </a:gsLst>
              <a:lin ang="5400000" scaled="0"/>
            </a:gradFill>
            <a:ln cap="flat" cmpd="sng" w="9525">
              <a:solidFill>
                <a:srgbClr val="304D5E"/>
              </a:solidFill>
              <a:prstDash val="solid"/>
              <a:miter lim="800000"/>
              <a:headEnd len="sm" w="sm" type="none"/>
              <a:tailEnd len="sm" w="sm" type="none"/>
            </a:ln>
            <a:effectLst>
              <a:outerShdw blurRad="57150" rotWithShape="0" algn="ctr" dir="5400000" dist="19050">
                <a:srgbClr val="000000">
                  <a:alpha val="62745"/>
                </a:srgbClr>
              </a:outerShdw>
            </a:effectLst>
          </p:spPr>
        </p:cxnSp>
        <p:sp>
          <p:nvSpPr>
            <p:cNvPr id="2506" name="Google Shape;2506;p31"/>
            <p:cNvSpPr/>
            <p:nvPr/>
          </p:nvSpPr>
          <p:spPr>
            <a:xfrm>
              <a:off x="0" y="2415"/>
              <a:ext cx="5115491" cy="16476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1"/>
            <p:cNvSpPr txBox="1"/>
            <p:nvPr/>
          </p:nvSpPr>
          <p:spPr>
            <a:xfrm>
              <a:off x="0" y="2415"/>
              <a:ext cx="5115491" cy="1647662"/>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Ne gère pas les activités parallèles</a:t>
              </a:r>
              <a:endParaRPr b="0" i="0" sz="3200" u="none" cap="none" strike="noStrike">
                <a:solidFill>
                  <a:schemeClr val="dk1"/>
                </a:solidFill>
                <a:latin typeface="Times New Roman"/>
                <a:ea typeface="Times New Roman"/>
                <a:cs typeface="Times New Roman"/>
                <a:sym typeface="Times New Roman"/>
              </a:endParaRPr>
            </a:p>
          </p:txBody>
        </p:sp>
        <p:cxnSp>
          <p:nvCxnSpPr>
            <p:cNvPr id="2508" name="Google Shape;2508;p31"/>
            <p:cNvCxnSpPr/>
            <p:nvPr/>
          </p:nvCxnSpPr>
          <p:spPr>
            <a:xfrm>
              <a:off x="0" y="1650077"/>
              <a:ext cx="5115491" cy="0"/>
            </a:xfrm>
            <a:prstGeom prst="straightConnector1">
              <a:avLst/>
            </a:prstGeom>
            <a:gradFill>
              <a:gsLst>
                <a:gs pos="0">
                  <a:srgbClr val="526571"/>
                </a:gs>
                <a:gs pos="50000">
                  <a:srgbClr val="2D4C60"/>
                </a:gs>
                <a:gs pos="100000">
                  <a:srgbClr val="254456"/>
                </a:gs>
              </a:gsLst>
              <a:lin ang="5400000" scaled="0"/>
            </a:gradFill>
            <a:ln cap="flat" cmpd="sng" w="9525">
              <a:solidFill>
                <a:srgbClr val="304D5E"/>
              </a:solidFill>
              <a:prstDash val="solid"/>
              <a:miter lim="800000"/>
              <a:headEnd len="sm" w="sm" type="none"/>
              <a:tailEnd len="sm" w="sm" type="none"/>
            </a:ln>
            <a:effectLst>
              <a:outerShdw blurRad="57150" rotWithShape="0" algn="ctr" dir="5400000" dist="19050">
                <a:srgbClr val="000000">
                  <a:alpha val="62745"/>
                </a:srgbClr>
              </a:outerShdw>
            </a:effectLst>
          </p:spPr>
        </p:cxnSp>
        <p:sp>
          <p:nvSpPr>
            <p:cNvPr id="2509" name="Google Shape;2509;p31"/>
            <p:cNvSpPr/>
            <p:nvPr/>
          </p:nvSpPr>
          <p:spPr>
            <a:xfrm>
              <a:off x="0" y="1650077"/>
              <a:ext cx="5115491" cy="16476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1"/>
            <p:cNvSpPr txBox="1"/>
            <p:nvPr/>
          </p:nvSpPr>
          <p:spPr>
            <a:xfrm>
              <a:off x="0" y="1650077"/>
              <a:ext cx="5115491" cy="1647662"/>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Ne gère pas explicitement les changements des spécifications</a:t>
              </a:r>
              <a:endParaRPr/>
            </a:p>
          </p:txBody>
        </p:sp>
        <p:cxnSp>
          <p:nvCxnSpPr>
            <p:cNvPr id="2511" name="Google Shape;2511;p31"/>
            <p:cNvCxnSpPr/>
            <p:nvPr/>
          </p:nvCxnSpPr>
          <p:spPr>
            <a:xfrm>
              <a:off x="0" y="3297740"/>
              <a:ext cx="5115491" cy="0"/>
            </a:xfrm>
            <a:prstGeom prst="straightConnector1">
              <a:avLst/>
            </a:prstGeom>
            <a:gradFill>
              <a:gsLst>
                <a:gs pos="0">
                  <a:srgbClr val="526571"/>
                </a:gs>
                <a:gs pos="50000">
                  <a:srgbClr val="2D4C60"/>
                </a:gs>
                <a:gs pos="100000">
                  <a:srgbClr val="254456"/>
                </a:gs>
              </a:gsLst>
              <a:lin ang="5400000" scaled="0"/>
            </a:gradFill>
            <a:ln cap="flat" cmpd="sng" w="9525">
              <a:solidFill>
                <a:srgbClr val="304D5E"/>
              </a:solidFill>
              <a:prstDash val="solid"/>
              <a:miter lim="800000"/>
              <a:headEnd len="sm" w="sm" type="none"/>
              <a:tailEnd len="sm" w="sm" type="none"/>
            </a:ln>
            <a:effectLst>
              <a:outerShdw blurRad="57150" rotWithShape="0" algn="ctr" dir="5400000" dist="19050">
                <a:srgbClr val="000000">
                  <a:alpha val="62745"/>
                </a:srgbClr>
              </a:outerShdw>
            </a:effectLst>
          </p:spPr>
        </p:cxnSp>
        <p:sp>
          <p:nvSpPr>
            <p:cNvPr id="2512" name="Google Shape;2512;p31"/>
            <p:cNvSpPr/>
            <p:nvPr/>
          </p:nvSpPr>
          <p:spPr>
            <a:xfrm>
              <a:off x="0" y="3297740"/>
              <a:ext cx="5115491" cy="16476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1"/>
            <p:cNvSpPr txBox="1"/>
            <p:nvPr/>
          </p:nvSpPr>
          <p:spPr>
            <a:xfrm>
              <a:off x="0" y="3297740"/>
              <a:ext cx="5115491" cy="1647662"/>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Ne contient pas d’activités d’analyse de risque</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7" name="Shape 2517"/>
        <p:cNvGrpSpPr/>
        <p:nvPr/>
      </p:nvGrpSpPr>
      <p:grpSpPr>
        <a:xfrm>
          <a:off x="0" y="0"/>
          <a:ext cx="0" cy="0"/>
          <a:chOff x="0" y="0"/>
          <a:chExt cx="0" cy="0"/>
        </a:xfrm>
      </p:grpSpPr>
      <p:sp>
        <p:nvSpPr>
          <p:cNvPr id="2518" name="Google Shape;2518;p32"/>
          <p:cNvSpPr/>
          <p:nvPr/>
        </p:nvSpPr>
        <p:spPr>
          <a:xfrm>
            <a:off x="0" y="0"/>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519" name="Google Shape;2519;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20" name="Google Shape;2520;p32"/>
          <p:cNvSpPr txBox="1"/>
          <p:nvPr>
            <p:ph type="title"/>
          </p:nvPr>
        </p:nvSpPr>
        <p:spPr>
          <a:xfrm>
            <a:off x="407851" y="2023236"/>
            <a:ext cx="4120607" cy="28209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Times New Roman"/>
              <a:buNone/>
            </a:pPr>
            <a:r>
              <a:rPr b="1" lang="en-US" sz="4000">
                <a:solidFill>
                  <a:srgbClr val="FFFFFF"/>
                </a:solidFill>
                <a:latin typeface="Times New Roman"/>
                <a:ea typeface="Times New Roman"/>
                <a:cs typeface="Times New Roman"/>
                <a:sym typeface="Times New Roman"/>
              </a:rPr>
              <a:t>Modèle linéaire : en V</a:t>
            </a:r>
            <a:br>
              <a:rPr b="1" lang="en-US" sz="4000">
                <a:solidFill>
                  <a:srgbClr val="FFFFFF"/>
                </a:solidFill>
                <a:latin typeface="Times New Roman"/>
                <a:ea typeface="Times New Roman"/>
                <a:cs typeface="Times New Roman"/>
                <a:sym typeface="Times New Roman"/>
              </a:rPr>
            </a:br>
            <a:r>
              <a:rPr b="1" lang="en-US" sz="4000">
                <a:solidFill>
                  <a:srgbClr val="F2F2F2"/>
                </a:solidFill>
                <a:latin typeface="Times New Roman"/>
                <a:ea typeface="Times New Roman"/>
                <a:cs typeface="Times New Roman"/>
                <a:sym typeface="Times New Roman"/>
              </a:rPr>
              <a:t>Quand l'utiliser ?</a:t>
            </a:r>
            <a:endParaRPr b="1" sz="4000">
              <a:solidFill>
                <a:srgbClr val="F2F2F2"/>
              </a:solidFill>
              <a:latin typeface="Times New Roman"/>
              <a:ea typeface="Times New Roman"/>
              <a:cs typeface="Times New Roman"/>
              <a:sym typeface="Times New Roman"/>
            </a:endParaRPr>
          </a:p>
        </p:txBody>
      </p:sp>
      <p:sp>
        <p:nvSpPr>
          <p:cNvPr id="2521" name="Google Shape;2521;p3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2522" name="Google Shape;2522;p32"/>
          <p:cNvGrpSpPr/>
          <p:nvPr/>
        </p:nvGrpSpPr>
        <p:grpSpPr>
          <a:xfrm>
            <a:off x="5280790" y="1489057"/>
            <a:ext cx="6267507" cy="3879885"/>
            <a:chOff x="765" y="846119"/>
            <a:chExt cx="6267507" cy="3879885"/>
          </a:xfrm>
        </p:grpSpPr>
        <p:sp>
          <p:nvSpPr>
            <p:cNvPr id="2523" name="Google Shape;2523;p32"/>
            <p:cNvSpPr/>
            <p:nvPr/>
          </p:nvSpPr>
          <p:spPr>
            <a:xfrm>
              <a:off x="765" y="846119"/>
              <a:ext cx="2984527" cy="1790716"/>
            </a:xfrm>
            <a:prstGeom prst="rect">
              <a:avLst/>
            </a:prstGeom>
            <a:solidFill>
              <a:srgbClr val="814D7E"/>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2"/>
            <p:cNvSpPr txBox="1"/>
            <p:nvPr/>
          </p:nvSpPr>
          <p:spPr>
            <a:xfrm>
              <a:off x="765" y="846119"/>
              <a:ext cx="2984527" cy="1790716"/>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Quand le produit à développer à de très hautes exigences de qualité</a:t>
              </a:r>
              <a:endParaRPr/>
            </a:p>
          </p:txBody>
        </p:sp>
        <p:sp>
          <p:nvSpPr>
            <p:cNvPr id="2525" name="Google Shape;2525;p32"/>
            <p:cNvSpPr/>
            <p:nvPr/>
          </p:nvSpPr>
          <p:spPr>
            <a:xfrm>
              <a:off x="3283745" y="846119"/>
              <a:ext cx="2984527" cy="1790716"/>
            </a:xfrm>
            <a:prstGeom prst="rect">
              <a:avLst/>
            </a:prstGeom>
            <a:solidFill>
              <a:srgbClr val="902C5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2"/>
            <p:cNvSpPr txBox="1"/>
            <p:nvPr/>
          </p:nvSpPr>
          <p:spPr>
            <a:xfrm>
              <a:off x="3283745" y="846119"/>
              <a:ext cx="2984527" cy="1790716"/>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Quand les besoins sont connus à l’avance</a:t>
              </a:r>
              <a:endParaRPr/>
            </a:p>
          </p:txBody>
        </p:sp>
        <p:sp>
          <p:nvSpPr>
            <p:cNvPr id="2527" name="Google Shape;2527;p32"/>
            <p:cNvSpPr/>
            <p:nvPr/>
          </p:nvSpPr>
          <p:spPr>
            <a:xfrm>
              <a:off x="1642255" y="2935288"/>
              <a:ext cx="2984527" cy="1790716"/>
            </a:xfrm>
            <a:prstGeom prst="rect">
              <a:avLst/>
            </a:prstGeom>
            <a:solidFill>
              <a:srgbClr val="9C1015"/>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32"/>
            <p:cNvSpPr txBox="1"/>
            <p:nvPr/>
          </p:nvSpPr>
          <p:spPr>
            <a:xfrm>
              <a:off x="1642255" y="2935288"/>
              <a:ext cx="2984527" cy="1790716"/>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chemeClr val="lt1"/>
                </a:buClr>
                <a:buSzPts val="2700"/>
                <a:buFont typeface="Times New Roman"/>
                <a:buNone/>
              </a:pPr>
              <a:r>
                <a:rPr b="0" i="0" lang="en-US" sz="2700" u="none" cap="none" strike="noStrike">
                  <a:solidFill>
                    <a:schemeClr val="lt1"/>
                  </a:solidFill>
                  <a:latin typeface="Times New Roman"/>
                  <a:ea typeface="Times New Roman"/>
                  <a:cs typeface="Times New Roman"/>
                  <a:sym typeface="Times New Roman"/>
                </a:rPr>
                <a:t>Les technologies à utiliser sont connues à l’avance </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2" name="Shape 2532"/>
        <p:cNvGrpSpPr/>
        <p:nvPr/>
      </p:nvGrpSpPr>
      <p:grpSpPr>
        <a:xfrm>
          <a:off x="0" y="0"/>
          <a:ext cx="0" cy="0"/>
          <a:chOff x="0" y="0"/>
          <a:chExt cx="0" cy="0"/>
        </a:xfrm>
      </p:grpSpPr>
      <p:sp>
        <p:nvSpPr>
          <p:cNvPr id="2533" name="Google Shape;2533;p33"/>
          <p:cNvSpPr/>
          <p:nvPr/>
        </p:nvSpPr>
        <p:spPr>
          <a:xfrm>
            <a:off x="1" y="3726"/>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534" name="Google Shape;2534;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35" name="Google Shape;2535;p33"/>
          <p:cNvSpPr txBox="1"/>
          <p:nvPr>
            <p:ph type="title"/>
          </p:nvPr>
        </p:nvSpPr>
        <p:spPr>
          <a:xfrm>
            <a:off x="4151086" y="309473"/>
            <a:ext cx="7460343" cy="8216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6F99"/>
              </a:buClr>
              <a:buSzPts val="4400"/>
              <a:buFont typeface="Times New Roman"/>
              <a:buNone/>
            </a:pPr>
            <a:r>
              <a:rPr b="1" lang="en-US">
                <a:solidFill>
                  <a:srgbClr val="006F99"/>
                </a:solidFill>
                <a:latin typeface="Times New Roman"/>
                <a:ea typeface="Times New Roman"/>
                <a:cs typeface="Times New Roman"/>
                <a:sym typeface="Times New Roman"/>
              </a:rPr>
              <a:t>Modèle itératif : incrémentale </a:t>
            </a:r>
            <a:endParaRPr/>
          </a:p>
        </p:txBody>
      </p:sp>
      <p:sp>
        <p:nvSpPr>
          <p:cNvPr id="2536" name="Google Shape;2536;p33"/>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cap="flat" cmpd="sng" w="12700">
            <a:solidFill>
              <a:srgbClr val="85D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537" name="Google Shape;2537;p33"/>
          <p:cNvPicPr preferRelativeResize="0"/>
          <p:nvPr/>
        </p:nvPicPr>
        <p:blipFill rotWithShape="1">
          <a:blip r:embed="rId4">
            <a:alphaModFix/>
          </a:blip>
          <a:srcRect b="0" l="0" r="0" t="0"/>
          <a:stretch/>
        </p:blipFill>
        <p:spPr>
          <a:xfrm>
            <a:off x="-16749" y="2148114"/>
            <a:ext cx="4788071" cy="2423885"/>
          </a:xfrm>
          <a:prstGeom prst="rect">
            <a:avLst/>
          </a:prstGeom>
          <a:noFill/>
          <a:ln>
            <a:noFill/>
          </a:ln>
        </p:spPr>
      </p:pic>
      <p:sp>
        <p:nvSpPr>
          <p:cNvPr id="2538" name="Google Shape;2538;p33"/>
          <p:cNvSpPr txBox="1"/>
          <p:nvPr>
            <p:ph idx="4294967295" type="body"/>
          </p:nvPr>
        </p:nvSpPr>
        <p:spPr>
          <a:xfrm>
            <a:off x="5800210" y="1400930"/>
            <a:ext cx="5355469" cy="3733778"/>
          </a:xfrm>
          <a:prstGeom prst="rect">
            <a:avLst/>
          </a:prstGeom>
          <a:noFill/>
          <a:ln>
            <a:noFill/>
          </a:ln>
        </p:spPr>
        <p:txBody>
          <a:bodyPr anchorCtr="0" anchor="ctr" bIns="45700" lIns="91425" spcFirstLastPara="1" rIns="91425" wrap="square" tIns="45700">
            <a:normAutofit/>
          </a:bodyPr>
          <a:lstStyle/>
          <a:p>
            <a:pPr indent="0" lvl="0" marL="0" rtl="0" algn="just">
              <a:lnSpc>
                <a:spcPct val="150000"/>
              </a:lnSpc>
              <a:spcBef>
                <a:spcPts val="0"/>
              </a:spcBef>
              <a:spcAft>
                <a:spcPts val="0"/>
              </a:spcAft>
              <a:buClr>
                <a:srgbClr val="000000"/>
              </a:buClr>
              <a:buSzPts val="2400"/>
              <a:buNone/>
            </a:pPr>
            <a:r>
              <a:rPr lang="en-US" sz="2400">
                <a:solidFill>
                  <a:srgbClr val="000000"/>
                </a:solidFill>
                <a:latin typeface="Times New Roman"/>
                <a:ea typeface="Times New Roman"/>
                <a:cs typeface="Times New Roman"/>
                <a:sym typeface="Times New Roman"/>
              </a:rPr>
              <a:t>Face aux dérives bureaucratiques de certains gros développements, et à l’impossibilité de procéder de manière aussi linéaire, le </a:t>
            </a:r>
            <a:r>
              <a:rPr i="1" lang="en-US" sz="2400">
                <a:solidFill>
                  <a:srgbClr val="D4530F"/>
                </a:solidFill>
                <a:latin typeface="Times New Roman"/>
                <a:ea typeface="Times New Roman"/>
                <a:cs typeface="Times New Roman"/>
                <a:sym typeface="Times New Roman"/>
              </a:rPr>
              <a:t>modèle incrémental </a:t>
            </a:r>
            <a:r>
              <a:rPr lang="en-US" sz="2400">
                <a:solidFill>
                  <a:srgbClr val="000000"/>
                </a:solidFill>
                <a:latin typeface="Times New Roman"/>
                <a:ea typeface="Times New Roman"/>
                <a:cs typeface="Times New Roman"/>
                <a:sym typeface="Times New Roman"/>
              </a:rPr>
              <a:t>a été proposé dans les années 80.</a:t>
            </a:r>
            <a:endParaRPr/>
          </a:p>
        </p:txBody>
      </p:sp>
      <p:sp>
        <p:nvSpPr>
          <p:cNvPr id="2539" name="Google Shape;2539;p33"/>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3" name="Shape 2543"/>
        <p:cNvGrpSpPr/>
        <p:nvPr/>
      </p:nvGrpSpPr>
      <p:grpSpPr>
        <a:xfrm>
          <a:off x="0" y="0"/>
          <a:ext cx="0" cy="0"/>
          <a:chOff x="0" y="0"/>
          <a:chExt cx="0" cy="0"/>
        </a:xfrm>
      </p:grpSpPr>
      <p:sp>
        <p:nvSpPr>
          <p:cNvPr id="2544" name="Google Shape;2544;p3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45" name="Google Shape;2545;p34"/>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546" name="Google Shape;2546;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47" name="Google Shape;2547;p34"/>
          <p:cNvSpPr txBox="1"/>
          <p:nvPr>
            <p:ph type="title"/>
          </p:nvPr>
        </p:nvSpPr>
        <p:spPr>
          <a:xfrm>
            <a:off x="253219" y="2053641"/>
            <a:ext cx="4346916"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itératif : incrémentale </a:t>
            </a:r>
            <a:endParaRPr/>
          </a:p>
        </p:txBody>
      </p:sp>
      <p:sp>
        <p:nvSpPr>
          <p:cNvPr id="2548" name="Google Shape;2548;p34"/>
          <p:cNvSpPr txBox="1"/>
          <p:nvPr>
            <p:ph idx="4294967295" type="body"/>
          </p:nvPr>
        </p:nvSpPr>
        <p:spPr>
          <a:xfrm>
            <a:off x="5050302" y="320231"/>
            <a:ext cx="6752492" cy="5903471"/>
          </a:xfrm>
          <a:prstGeom prst="rect">
            <a:avLst/>
          </a:prstGeom>
          <a:noFill/>
          <a:ln>
            <a:noFill/>
          </a:ln>
        </p:spPr>
        <p:txBody>
          <a:bodyPr anchorCtr="0" anchor="ctr" bIns="45700" lIns="91425" spcFirstLastPara="1" rIns="91425" wrap="square" tIns="45700">
            <a:normAutofit fontScale="85000" lnSpcReduction="20000"/>
          </a:bodyPr>
          <a:lstStyle/>
          <a:p>
            <a:pPr indent="-228600" lvl="0" marL="342900" rtl="0" algn="just">
              <a:lnSpc>
                <a:spcPct val="150000"/>
              </a:lnSpc>
              <a:spcBef>
                <a:spcPts val="0"/>
              </a:spcBef>
              <a:spcAft>
                <a:spcPts val="0"/>
              </a:spcAft>
              <a:buClr>
                <a:srgbClr val="000000"/>
              </a:buClr>
              <a:buSzPct val="100000"/>
              <a:buChar char="•"/>
            </a:pPr>
            <a:r>
              <a:rPr lang="en-US" sz="2400">
                <a:solidFill>
                  <a:srgbClr val="000000"/>
                </a:solidFill>
                <a:latin typeface="Times New Roman"/>
                <a:ea typeface="Times New Roman"/>
                <a:cs typeface="Times New Roman"/>
                <a:sym typeface="Times New Roman"/>
              </a:rPr>
              <a:t>Le produit est délivré en plusieurs fois, de manière incrémentale, c’est à dire en le complétant au fur et à mesure et en profitant de l’expérimentation opérationnelle des incréments précédents. </a:t>
            </a:r>
            <a:endParaRPr i="1" sz="2400">
              <a:solidFill>
                <a:srgbClr val="000000"/>
              </a:solidFill>
              <a:latin typeface="Times New Roman"/>
              <a:ea typeface="Times New Roman"/>
              <a:cs typeface="Times New Roman"/>
              <a:sym typeface="Times New Roman"/>
            </a:endParaRPr>
          </a:p>
          <a:p>
            <a:pPr indent="-228600" lvl="0" marL="342900" rtl="0" algn="just">
              <a:lnSpc>
                <a:spcPct val="150000"/>
              </a:lnSpc>
              <a:spcBef>
                <a:spcPts val="1000"/>
              </a:spcBef>
              <a:spcAft>
                <a:spcPts val="0"/>
              </a:spcAft>
              <a:buClr>
                <a:srgbClr val="000000"/>
              </a:buClr>
              <a:buSzPct val="100000"/>
              <a:buChar char="•"/>
            </a:pPr>
            <a:r>
              <a:rPr lang="en-US" sz="2400">
                <a:solidFill>
                  <a:srgbClr val="000000"/>
                </a:solidFill>
                <a:latin typeface="Times New Roman"/>
                <a:ea typeface="Times New Roman"/>
                <a:cs typeface="Times New Roman"/>
                <a:sym typeface="Times New Roman"/>
              </a:rPr>
              <a:t>Chaque incrément peut donner lieu à un cycle de vie classique plus ou moins complet. </a:t>
            </a:r>
            <a:endParaRPr/>
          </a:p>
          <a:p>
            <a:pPr indent="-228600" lvl="0" marL="342900" rtl="0" algn="just">
              <a:lnSpc>
                <a:spcPct val="150000"/>
              </a:lnSpc>
              <a:spcBef>
                <a:spcPts val="1000"/>
              </a:spcBef>
              <a:spcAft>
                <a:spcPts val="0"/>
              </a:spcAft>
              <a:buClr>
                <a:srgbClr val="000000"/>
              </a:buClr>
              <a:buSzPct val="100000"/>
              <a:buChar char="•"/>
            </a:pPr>
            <a:r>
              <a:rPr lang="en-US" sz="2400">
                <a:solidFill>
                  <a:srgbClr val="000000"/>
                </a:solidFill>
                <a:latin typeface="Times New Roman"/>
                <a:ea typeface="Times New Roman"/>
                <a:cs typeface="Times New Roman"/>
                <a:sym typeface="Times New Roman"/>
              </a:rPr>
              <a:t>Les premiers incréments peuvent être des </a:t>
            </a:r>
            <a:r>
              <a:rPr i="1" lang="en-US" sz="2400">
                <a:solidFill>
                  <a:srgbClr val="000000"/>
                </a:solidFill>
                <a:latin typeface="Times New Roman"/>
                <a:ea typeface="Times New Roman"/>
                <a:cs typeface="Times New Roman"/>
                <a:sym typeface="Times New Roman"/>
              </a:rPr>
              <a:t>maquettes </a:t>
            </a:r>
            <a:r>
              <a:rPr lang="en-US" sz="2400">
                <a:solidFill>
                  <a:srgbClr val="000000"/>
                </a:solidFill>
                <a:latin typeface="Times New Roman"/>
                <a:ea typeface="Times New Roman"/>
                <a:cs typeface="Times New Roman"/>
                <a:sym typeface="Times New Roman"/>
              </a:rPr>
              <a:t>(jetables s’il s’agit juste de comprendre les besoins des utilisateurs) ou des </a:t>
            </a:r>
            <a:r>
              <a:rPr i="1" lang="en-US" sz="2400">
                <a:solidFill>
                  <a:srgbClr val="000000"/>
                </a:solidFill>
                <a:latin typeface="Times New Roman"/>
                <a:ea typeface="Times New Roman"/>
                <a:cs typeface="Times New Roman"/>
                <a:sym typeface="Times New Roman"/>
              </a:rPr>
              <a:t>prototypes </a:t>
            </a:r>
            <a:r>
              <a:rPr lang="en-US" sz="2400">
                <a:solidFill>
                  <a:srgbClr val="000000"/>
                </a:solidFill>
                <a:latin typeface="Times New Roman"/>
                <a:ea typeface="Times New Roman"/>
                <a:cs typeface="Times New Roman"/>
                <a:sym typeface="Times New Roman"/>
              </a:rPr>
              <a:t>(réutilisables pour passer au prochain incrément en les complétant et/ou en optimisant leur implantation). </a:t>
            </a:r>
            <a:endParaRPr/>
          </a:p>
          <a:p>
            <a:pPr indent="-228600" lvl="0" marL="342900" rtl="0" algn="just">
              <a:lnSpc>
                <a:spcPct val="150000"/>
              </a:lnSpc>
              <a:spcBef>
                <a:spcPts val="1000"/>
              </a:spcBef>
              <a:spcAft>
                <a:spcPts val="0"/>
              </a:spcAft>
              <a:buClr>
                <a:srgbClr val="000000"/>
              </a:buClr>
              <a:buSzPct val="100000"/>
              <a:buChar char="•"/>
            </a:pPr>
            <a:r>
              <a:rPr lang="en-US" sz="2400">
                <a:solidFill>
                  <a:srgbClr val="000000"/>
                </a:solidFill>
                <a:latin typeface="Times New Roman"/>
                <a:ea typeface="Times New Roman"/>
                <a:cs typeface="Times New Roman"/>
                <a:sym typeface="Times New Roman"/>
              </a:rPr>
              <a:t>Le risque de cette approche est celui de la remise en cause du noyau.</a:t>
            </a:r>
            <a:endParaRPr/>
          </a:p>
        </p:txBody>
      </p:sp>
      <p:sp>
        <p:nvSpPr>
          <p:cNvPr id="2549" name="Google Shape;2549;p34"/>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3" name="Shape 2553"/>
        <p:cNvGrpSpPr/>
        <p:nvPr/>
      </p:nvGrpSpPr>
      <p:grpSpPr>
        <a:xfrm>
          <a:off x="0" y="0"/>
          <a:ext cx="0" cy="0"/>
          <a:chOff x="0" y="0"/>
          <a:chExt cx="0" cy="0"/>
        </a:xfrm>
      </p:grpSpPr>
      <p:sp>
        <p:nvSpPr>
          <p:cNvPr id="2554" name="Google Shape;2554;p3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55" name="Google Shape;2555;p35"/>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556" name="Google Shape;2556;p3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57" name="Google Shape;2557;p35"/>
          <p:cNvSpPr txBox="1"/>
          <p:nvPr>
            <p:ph type="title"/>
          </p:nvPr>
        </p:nvSpPr>
        <p:spPr>
          <a:xfrm>
            <a:off x="422031" y="2053641"/>
            <a:ext cx="426251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itératif : incrémentale </a:t>
            </a:r>
            <a:endParaRPr/>
          </a:p>
        </p:txBody>
      </p:sp>
      <p:sp>
        <p:nvSpPr>
          <p:cNvPr id="2558" name="Google Shape;2558;p35"/>
          <p:cNvSpPr txBox="1"/>
          <p:nvPr>
            <p:ph idx="4294967295" type="body"/>
          </p:nvPr>
        </p:nvSpPr>
        <p:spPr>
          <a:xfrm>
            <a:off x="5106572" y="801866"/>
            <a:ext cx="6290086" cy="5230634"/>
          </a:xfrm>
          <a:prstGeom prst="rect">
            <a:avLst/>
          </a:prstGeom>
          <a:noFill/>
          <a:ln>
            <a:noFill/>
          </a:ln>
        </p:spPr>
        <p:txBody>
          <a:bodyPr anchorCtr="0" anchor="ctr" bIns="45700" lIns="91425" spcFirstLastPara="1" rIns="91425" wrap="square" tIns="45700">
            <a:normAutofit fontScale="92500"/>
          </a:bodyPr>
          <a:lstStyle/>
          <a:p>
            <a:pPr indent="-342900" lvl="0" marL="457200" rtl="0" algn="just">
              <a:lnSpc>
                <a:spcPct val="150000"/>
              </a:lnSpc>
              <a:spcBef>
                <a:spcPts val="0"/>
              </a:spcBef>
              <a:spcAft>
                <a:spcPts val="0"/>
              </a:spcAft>
              <a:buClr>
                <a:srgbClr val="000000"/>
              </a:buClr>
              <a:buSzPct val="100000"/>
              <a:buFont typeface="Noto Sans Symbols"/>
              <a:buChar char="⮚"/>
            </a:pPr>
            <a:r>
              <a:rPr lang="en-US" sz="2400">
                <a:solidFill>
                  <a:srgbClr val="000000"/>
                </a:solidFill>
                <a:latin typeface="Times New Roman"/>
                <a:ea typeface="Times New Roman"/>
                <a:cs typeface="Times New Roman"/>
                <a:sym typeface="Times New Roman"/>
              </a:rPr>
              <a:t>Différents des autres modèles où un logiciel est décomposé en composants développés séparément et intégrés à la fin du processus</a:t>
            </a:r>
            <a:endParaRPr sz="2400">
              <a:solidFill>
                <a:srgbClr val="000000"/>
              </a:solidFill>
              <a:latin typeface="Times New Roman"/>
              <a:ea typeface="Times New Roman"/>
              <a:cs typeface="Times New Roman"/>
              <a:sym typeface="Times New Roman"/>
            </a:endParaRPr>
          </a:p>
          <a:p>
            <a:pPr indent="-342900" lvl="0" marL="571500" rtl="0" algn="just">
              <a:lnSpc>
                <a:spcPct val="150000"/>
              </a:lnSpc>
              <a:spcBef>
                <a:spcPts val="1000"/>
              </a:spcBef>
              <a:spcAft>
                <a:spcPts val="0"/>
              </a:spcAft>
              <a:buClr>
                <a:srgbClr val="000000"/>
              </a:buClr>
              <a:buSzPct val="100000"/>
              <a:buFont typeface="Noto Sans Symbols"/>
              <a:buChar char="⮚"/>
            </a:pPr>
            <a:r>
              <a:rPr lang="en-US" sz="2400">
                <a:solidFill>
                  <a:srgbClr val="000000"/>
                </a:solidFill>
                <a:latin typeface="Times New Roman"/>
                <a:ea typeface="Times New Roman"/>
                <a:cs typeface="Times New Roman"/>
                <a:sym typeface="Times New Roman"/>
              </a:rPr>
              <a:t> Dans les modèles par incrément un seul ensemble de composants est développé à la fois : </a:t>
            </a:r>
            <a:endParaRPr/>
          </a:p>
          <a:p>
            <a:pPr indent="-342900" lvl="1" marL="914400" rtl="0" algn="just">
              <a:lnSpc>
                <a:spcPct val="150000"/>
              </a:lnSpc>
              <a:spcBef>
                <a:spcPts val="500"/>
              </a:spcBef>
              <a:spcAft>
                <a:spcPts val="0"/>
              </a:spcAft>
              <a:buClr>
                <a:srgbClr val="000000"/>
              </a:buClr>
              <a:buSzPct val="100000"/>
              <a:buFont typeface="Noto Sans Symbols"/>
              <a:buChar char="⮚"/>
            </a:pPr>
            <a:r>
              <a:rPr lang="en-US">
                <a:solidFill>
                  <a:srgbClr val="000000"/>
                </a:solidFill>
                <a:latin typeface="Times New Roman"/>
                <a:ea typeface="Times New Roman"/>
                <a:cs typeface="Times New Roman"/>
                <a:sym typeface="Times New Roman"/>
              </a:rPr>
              <a:t>des incréments viennent s'intégrer à un </a:t>
            </a:r>
            <a:r>
              <a:rPr i="1" lang="en-US">
                <a:solidFill>
                  <a:srgbClr val="8D370A"/>
                </a:solidFill>
                <a:latin typeface="Times New Roman"/>
                <a:ea typeface="Times New Roman"/>
                <a:cs typeface="Times New Roman"/>
                <a:sym typeface="Times New Roman"/>
              </a:rPr>
              <a:t>noyau de logiciel</a:t>
            </a:r>
            <a:r>
              <a:rPr lang="en-US">
                <a:solidFill>
                  <a:srgbClr val="000000"/>
                </a:solidFill>
                <a:latin typeface="Times New Roman"/>
                <a:ea typeface="Times New Roman"/>
                <a:cs typeface="Times New Roman"/>
                <a:sym typeface="Times New Roman"/>
              </a:rPr>
              <a:t> développé au préalable </a:t>
            </a:r>
            <a:endParaRPr/>
          </a:p>
          <a:p>
            <a:pPr indent="-342900" lvl="1" marL="914400" rtl="0" algn="just">
              <a:lnSpc>
                <a:spcPct val="150000"/>
              </a:lnSpc>
              <a:spcBef>
                <a:spcPts val="1000"/>
              </a:spcBef>
              <a:spcAft>
                <a:spcPts val="0"/>
              </a:spcAft>
              <a:buClr>
                <a:srgbClr val="000000"/>
              </a:buClr>
              <a:buSzPct val="100000"/>
              <a:buFont typeface="Noto Sans Symbols"/>
              <a:buChar char="⮚"/>
            </a:pPr>
            <a:r>
              <a:rPr lang="en-US">
                <a:solidFill>
                  <a:srgbClr val="000000"/>
                </a:solidFill>
                <a:latin typeface="Times New Roman"/>
                <a:ea typeface="Times New Roman"/>
                <a:cs typeface="Times New Roman"/>
                <a:sym typeface="Times New Roman"/>
              </a:rPr>
              <a:t>chaque incrément est développé selon l'un des modèles précédents</a:t>
            </a:r>
            <a:endParaRPr>
              <a:solidFill>
                <a:srgbClr val="000000"/>
              </a:solidFill>
              <a:latin typeface="Times New Roman"/>
              <a:ea typeface="Times New Roman"/>
              <a:cs typeface="Times New Roman"/>
              <a:sym typeface="Times New Roman"/>
            </a:endParaRPr>
          </a:p>
        </p:txBody>
      </p:sp>
      <p:sp>
        <p:nvSpPr>
          <p:cNvPr id="2559" name="Google Shape;2559;p35"/>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3" name="Shape 2563"/>
        <p:cNvGrpSpPr/>
        <p:nvPr/>
      </p:nvGrpSpPr>
      <p:grpSpPr>
        <a:xfrm>
          <a:off x="0" y="0"/>
          <a:ext cx="0" cy="0"/>
          <a:chOff x="0" y="0"/>
          <a:chExt cx="0" cy="0"/>
        </a:xfrm>
      </p:grpSpPr>
      <p:sp>
        <p:nvSpPr>
          <p:cNvPr id="2564" name="Google Shape;2564;p36"/>
          <p:cNvSpPr/>
          <p:nvPr/>
        </p:nvSpPr>
        <p:spPr>
          <a:xfrm>
            <a:off x="355601" y="0"/>
            <a:ext cx="11480494" cy="2753936"/>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565" name="Google Shape;2565;p3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66" name="Google Shape;2566;p36"/>
          <p:cNvSpPr txBox="1"/>
          <p:nvPr>
            <p:ph type="title"/>
          </p:nvPr>
        </p:nvSpPr>
        <p:spPr>
          <a:xfrm>
            <a:off x="1179226" y="826680"/>
            <a:ext cx="9833548"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itératif : incrémentale </a:t>
            </a:r>
            <a:endParaRPr/>
          </a:p>
        </p:txBody>
      </p:sp>
      <p:sp>
        <p:nvSpPr>
          <p:cNvPr id="2567" name="Google Shape;2567;p3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568" name="Google Shape;2568;p36"/>
          <p:cNvSpPr/>
          <p:nvPr/>
        </p:nvSpPr>
        <p:spPr>
          <a:xfrm>
            <a:off x="2310559" y="2539863"/>
            <a:ext cx="8425180" cy="936625"/>
          </a:xfrm>
          <a:custGeom>
            <a:rect b="b" l="l" r="r" t="t"/>
            <a:pathLst>
              <a:path extrusionOk="0" h="936625" w="8425180">
                <a:moveTo>
                  <a:pt x="0" y="936104"/>
                </a:moveTo>
                <a:lnTo>
                  <a:pt x="8424926" y="936104"/>
                </a:lnTo>
                <a:lnTo>
                  <a:pt x="8424926" y="0"/>
                </a:lnTo>
                <a:lnTo>
                  <a:pt x="0" y="0"/>
                </a:lnTo>
                <a:lnTo>
                  <a:pt x="0" y="936104"/>
                </a:lnTo>
                <a:close/>
              </a:path>
            </a:pathLst>
          </a:custGeom>
          <a:solidFill>
            <a:srgbClr val="6D9FA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9" name="Google Shape;2569;p36"/>
          <p:cNvSpPr/>
          <p:nvPr/>
        </p:nvSpPr>
        <p:spPr>
          <a:xfrm>
            <a:off x="2310559" y="2539863"/>
            <a:ext cx="8425180" cy="936625"/>
          </a:xfrm>
          <a:custGeom>
            <a:rect b="b" l="l" r="r" t="t"/>
            <a:pathLst>
              <a:path extrusionOk="0" h="936625" w="8425180">
                <a:moveTo>
                  <a:pt x="0" y="936104"/>
                </a:moveTo>
                <a:lnTo>
                  <a:pt x="8424926" y="936104"/>
                </a:lnTo>
                <a:lnTo>
                  <a:pt x="8424926" y="0"/>
                </a:lnTo>
                <a:lnTo>
                  <a:pt x="0" y="0"/>
                </a:lnTo>
                <a:lnTo>
                  <a:pt x="0" y="936104"/>
                </a:lnTo>
                <a:close/>
              </a:path>
            </a:pathLst>
          </a:custGeom>
          <a:noFill/>
          <a:ln cap="flat" cmpd="sng" w="19050">
            <a:solidFill>
              <a:srgbClr val="4F748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0" name="Google Shape;2570;p36"/>
          <p:cNvSpPr txBox="1"/>
          <p:nvPr/>
        </p:nvSpPr>
        <p:spPr>
          <a:xfrm>
            <a:off x="9445102" y="2866622"/>
            <a:ext cx="1212850" cy="285115"/>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1800">
                <a:solidFill>
                  <a:srgbClr val="FFFFFF"/>
                </a:solidFill>
                <a:latin typeface="Cambria"/>
                <a:ea typeface="Cambria"/>
                <a:cs typeface="Cambria"/>
                <a:sym typeface="Cambria"/>
              </a:rPr>
              <a:t>Incrément 1</a:t>
            </a:r>
            <a:endParaRPr sz="1800">
              <a:solidFill>
                <a:schemeClr val="dk1"/>
              </a:solidFill>
              <a:latin typeface="Cambria"/>
              <a:ea typeface="Cambria"/>
              <a:cs typeface="Cambria"/>
              <a:sym typeface="Cambria"/>
            </a:endParaRPr>
          </a:p>
        </p:txBody>
      </p:sp>
      <p:sp>
        <p:nvSpPr>
          <p:cNvPr id="2571" name="Google Shape;2571;p36"/>
          <p:cNvSpPr txBox="1"/>
          <p:nvPr/>
        </p:nvSpPr>
        <p:spPr>
          <a:xfrm>
            <a:off x="2382569" y="2719822"/>
            <a:ext cx="1438275" cy="392415"/>
          </a:xfrm>
          <a:prstGeom prst="rect">
            <a:avLst/>
          </a:prstGeom>
          <a:solidFill>
            <a:srgbClr val="8D88A3"/>
          </a:solidFill>
          <a:ln cap="flat" cmpd="sng" w="19050">
            <a:solidFill>
              <a:srgbClr val="666277"/>
            </a:solidFill>
            <a:prstDash val="solid"/>
            <a:round/>
            <a:headEnd len="sm" w="sm" type="none"/>
            <a:tailEnd len="sm" w="sm" type="none"/>
          </a:ln>
        </p:spPr>
        <p:txBody>
          <a:bodyPr anchorCtr="0" anchor="t" bIns="0" lIns="0" spcFirstLastPara="1" rIns="0" wrap="square" tIns="160000">
            <a:spAutoFit/>
          </a:bodyPr>
          <a:lstStyle/>
          <a:p>
            <a:pPr indent="0" lvl="0" marL="146050" marR="0" rtl="0" algn="l">
              <a:spcBef>
                <a:spcPts val="0"/>
              </a:spcBef>
              <a:spcAft>
                <a:spcPts val="0"/>
              </a:spcAft>
              <a:buNone/>
            </a:pPr>
            <a:r>
              <a:rPr lang="en-US" sz="1500">
                <a:solidFill>
                  <a:srgbClr val="FFFFFF"/>
                </a:solidFill>
                <a:latin typeface="Cambria"/>
                <a:ea typeface="Cambria"/>
                <a:cs typeface="Cambria"/>
                <a:sym typeface="Cambria"/>
              </a:rPr>
              <a:t>Spécifications</a:t>
            </a:r>
            <a:endParaRPr sz="1500">
              <a:solidFill>
                <a:schemeClr val="dk1"/>
              </a:solidFill>
              <a:latin typeface="Cambria"/>
              <a:ea typeface="Cambria"/>
              <a:cs typeface="Cambria"/>
              <a:sym typeface="Cambria"/>
            </a:endParaRPr>
          </a:p>
        </p:txBody>
      </p:sp>
      <p:sp>
        <p:nvSpPr>
          <p:cNvPr id="2572" name="Google Shape;2572;p36"/>
          <p:cNvSpPr txBox="1"/>
          <p:nvPr/>
        </p:nvSpPr>
        <p:spPr>
          <a:xfrm>
            <a:off x="4134850" y="2719822"/>
            <a:ext cx="1477010" cy="392415"/>
          </a:xfrm>
          <a:prstGeom prst="rect">
            <a:avLst/>
          </a:prstGeom>
          <a:solidFill>
            <a:srgbClr val="CCAE09"/>
          </a:solidFill>
          <a:ln cap="flat" cmpd="sng" w="19050">
            <a:solidFill>
              <a:srgbClr val="948004"/>
            </a:solidFill>
            <a:prstDash val="solid"/>
            <a:round/>
            <a:headEnd len="sm" w="sm" type="none"/>
            <a:tailEnd len="sm" w="sm" type="none"/>
          </a:ln>
        </p:spPr>
        <p:txBody>
          <a:bodyPr anchorCtr="0" anchor="t" bIns="0" lIns="0" spcFirstLastPara="1" rIns="0" wrap="square" tIns="160000">
            <a:spAutoFit/>
          </a:bodyPr>
          <a:lstStyle/>
          <a:p>
            <a:pPr indent="0" lvl="0" marL="267970" marR="0" rtl="0" algn="l">
              <a:spcBef>
                <a:spcPts val="0"/>
              </a:spcBef>
              <a:spcAft>
                <a:spcPts val="0"/>
              </a:spcAft>
              <a:buNone/>
            </a:pPr>
            <a:r>
              <a:rPr lang="en-US" sz="1500">
                <a:solidFill>
                  <a:srgbClr val="FFFFFF"/>
                </a:solidFill>
                <a:latin typeface="Cambria"/>
                <a:ea typeface="Cambria"/>
                <a:cs typeface="Cambria"/>
                <a:sym typeface="Cambria"/>
              </a:rPr>
              <a:t>Conception</a:t>
            </a:r>
            <a:endParaRPr sz="1500">
              <a:solidFill>
                <a:schemeClr val="dk1"/>
              </a:solidFill>
              <a:latin typeface="Cambria"/>
              <a:ea typeface="Cambria"/>
              <a:cs typeface="Cambria"/>
              <a:sym typeface="Cambria"/>
            </a:endParaRPr>
          </a:p>
        </p:txBody>
      </p:sp>
      <p:sp>
        <p:nvSpPr>
          <p:cNvPr id="2573" name="Google Shape;2573;p36"/>
          <p:cNvSpPr/>
          <p:nvPr/>
        </p:nvSpPr>
        <p:spPr>
          <a:xfrm>
            <a:off x="5884277" y="2705331"/>
            <a:ext cx="1595119" cy="65532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4" name="Google Shape;2574;p36"/>
          <p:cNvSpPr/>
          <p:nvPr/>
        </p:nvSpPr>
        <p:spPr>
          <a:xfrm>
            <a:off x="5876657" y="2827250"/>
            <a:ext cx="1653539" cy="4699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5" name="Google Shape;2575;p36"/>
          <p:cNvSpPr/>
          <p:nvPr/>
        </p:nvSpPr>
        <p:spPr>
          <a:xfrm>
            <a:off x="5925806" y="2719822"/>
            <a:ext cx="1513713" cy="57605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6" name="Google Shape;2576;p36"/>
          <p:cNvSpPr txBox="1"/>
          <p:nvPr/>
        </p:nvSpPr>
        <p:spPr>
          <a:xfrm>
            <a:off x="5925805" y="2719821"/>
            <a:ext cx="1513840" cy="396904"/>
          </a:xfrm>
          <a:prstGeom prst="rect">
            <a:avLst/>
          </a:prstGeom>
          <a:solidFill>
            <a:srgbClr val="6D9FAF"/>
          </a:solidFill>
          <a:ln cap="flat" cmpd="sng" w="9975">
            <a:solidFill>
              <a:srgbClr val="74855F"/>
            </a:solidFill>
            <a:prstDash val="solid"/>
            <a:round/>
            <a:headEnd len="sm" w="sm" type="none"/>
            <a:tailEnd len="sm" w="sm" type="none"/>
          </a:ln>
        </p:spPr>
        <p:txBody>
          <a:bodyPr anchorCtr="0" anchor="t" bIns="0" lIns="0" spcFirstLastPara="1" rIns="0" wrap="square" tIns="164450">
            <a:spAutoFit/>
          </a:bodyPr>
          <a:lstStyle/>
          <a:p>
            <a:pPr indent="0" lvl="0" marL="97790" marR="0" rtl="0" algn="l">
              <a:spcBef>
                <a:spcPts val="0"/>
              </a:spcBef>
              <a:spcAft>
                <a:spcPts val="0"/>
              </a:spcAft>
              <a:buNone/>
            </a:pPr>
            <a:r>
              <a:rPr lang="en-US" sz="1500">
                <a:solidFill>
                  <a:srgbClr val="FFFFFF"/>
                </a:solidFill>
                <a:latin typeface="Cambria"/>
                <a:ea typeface="Cambria"/>
                <a:cs typeface="Cambria"/>
                <a:sym typeface="Cambria"/>
              </a:rPr>
              <a:t>Implémentation</a:t>
            </a:r>
            <a:endParaRPr sz="1500">
              <a:solidFill>
                <a:schemeClr val="dk1"/>
              </a:solidFill>
              <a:latin typeface="Cambria"/>
              <a:ea typeface="Cambria"/>
              <a:cs typeface="Cambria"/>
              <a:sym typeface="Cambria"/>
            </a:endParaRPr>
          </a:p>
        </p:txBody>
      </p:sp>
      <p:sp>
        <p:nvSpPr>
          <p:cNvPr id="2577" name="Google Shape;2577;p36"/>
          <p:cNvSpPr txBox="1"/>
          <p:nvPr/>
        </p:nvSpPr>
        <p:spPr>
          <a:xfrm>
            <a:off x="7753462" y="2719822"/>
            <a:ext cx="1513840" cy="392415"/>
          </a:xfrm>
          <a:prstGeom prst="rect">
            <a:avLst/>
          </a:prstGeom>
          <a:solidFill>
            <a:srgbClr val="7D848D"/>
          </a:solidFill>
          <a:ln cap="flat" cmpd="sng" w="19050">
            <a:solidFill>
              <a:srgbClr val="5B5F66"/>
            </a:solidFill>
            <a:prstDash val="solid"/>
            <a:round/>
            <a:headEnd len="sm" w="sm" type="none"/>
            <a:tailEnd len="sm" w="sm" type="none"/>
          </a:ln>
        </p:spPr>
        <p:txBody>
          <a:bodyPr anchorCtr="0" anchor="t" bIns="0" lIns="0" spcFirstLastPara="1" rIns="0" wrap="square" tIns="160000">
            <a:spAutoFit/>
          </a:bodyPr>
          <a:lstStyle/>
          <a:p>
            <a:pPr indent="0" lvl="0" marL="4445" marR="0" rtl="0" algn="ctr">
              <a:spcBef>
                <a:spcPts val="0"/>
              </a:spcBef>
              <a:spcAft>
                <a:spcPts val="0"/>
              </a:spcAft>
              <a:buNone/>
            </a:pPr>
            <a:r>
              <a:rPr lang="en-US" sz="1500">
                <a:solidFill>
                  <a:srgbClr val="FFFFFF"/>
                </a:solidFill>
                <a:latin typeface="Cambria"/>
                <a:ea typeface="Cambria"/>
                <a:cs typeface="Cambria"/>
                <a:sym typeface="Cambria"/>
              </a:rPr>
              <a:t>Tests</a:t>
            </a:r>
            <a:endParaRPr sz="1500">
              <a:solidFill>
                <a:schemeClr val="dk1"/>
              </a:solidFill>
              <a:latin typeface="Cambria"/>
              <a:ea typeface="Cambria"/>
              <a:cs typeface="Cambria"/>
              <a:sym typeface="Cambria"/>
            </a:endParaRPr>
          </a:p>
        </p:txBody>
      </p:sp>
      <p:sp>
        <p:nvSpPr>
          <p:cNvPr id="2578" name="Google Shape;2578;p36"/>
          <p:cNvSpPr/>
          <p:nvPr/>
        </p:nvSpPr>
        <p:spPr>
          <a:xfrm>
            <a:off x="3820907" y="2956157"/>
            <a:ext cx="314325" cy="103505"/>
          </a:xfrm>
          <a:custGeom>
            <a:rect b="b" l="l" r="r" t="t"/>
            <a:pathLst>
              <a:path extrusionOk="0" h="103505" w="314325">
                <a:moveTo>
                  <a:pt x="288834" y="51688"/>
                </a:moveTo>
                <a:lnTo>
                  <a:pt x="218948" y="92455"/>
                </a:lnTo>
                <a:lnTo>
                  <a:pt x="217931" y="96265"/>
                </a:lnTo>
                <a:lnTo>
                  <a:pt x="221487" y="102362"/>
                </a:lnTo>
                <a:lnTo>
                  <a:pt x="225298" y="103377"/>
                </a:lnTo>
                <a:lnTo>
                  <a:pt x="303053" y="58038"/>
                </a:lnTo>
                <a:lnTo>
                  <a:pt x="301371" y="58038"/>
                </a:lnTo>
                <a:lnTo>
                  <a:pt x="301371" y="57150"/>
                </a:lnTo>
                <a:lnTo>
                  <a:pt x="298196" y="57150"/>
                </a:lnTo>
                <a:lnTo>
                  <a:pt x="288834" y="51688"/>
                </a:lnTo>
                <a:close/>
              </a:path>
              <a:path extrusionOk="0" h="103505" w="314325">
                <a:moveTo>
                  <a:pt x="277948" y="45338"/>
                </a:moveTo>
                <a:lnTo>
                  <a:pt x="0" y="45338"/>
                </a:lnTo>
                <a:lnTo>
                  <a:pt x="0" y="58038"/>
                </a:lnTo>
                <a:lnTo>
                  <a:pt x="277948" y="58038"/>
                </a:lnTo>
                <a:lnTo>
                  <a:pt x="288834" y="51688"/>
                </a:lnTo>
                <a:lnTo>
                  <a:pt x="277948" y="45338"/>
                </a:lnTo>
                <a:close/>
              </a:path>
              <a:path extrusionOk="0" h="103505" w="314325">
                <a:moveTo>
                  <a:pt x="303053" y="45338"/>
                </a:moveTo>
                <a:lnTo>
                  <a:pt x="301371" y="45338"/>
                </a:lnTo>
                <a:lnTo>
                  <a:pt x="301371" y="58038"/>
                </a:lnTo>
                <a:lnTo>
                  <a:pt x="303053" y="58038"/>
                </a:lnTo>
                <a:lnTo>
                  <a:pt x="313944" y="51688"/>
                </a:lnTo>
                <a:lnTo>
                  <a:pt x="303053" y="45338"/>
                </a:lnTo>
                <a:close/>
              </a:path>
              <a:path extrusionOk="0" h="103505" w="314325">
                <a:moveTo>
                  <a:pt x="298196" y="46227"/>
                </a:moveTo>
                <a:lnTo>
                  <a:pt x="288834" y="51688"/>
                </a:lnTo>
                <a:lnTo>
                  <a:pt x="298196" y="57150"/>
                </a:lnTo>
                <a:lnTo>
                  <a:pt x="298196" y="46227"/>
                </a:lnTo>
                <a:close/>
              </a:path>
              <a:path extrusionOk="0" h="103505" w="314325">
                <a:moveTo>
                  <a:pt x="301371" y="46227"/>
                </a:moveTo>
                <a:lnTo>
                  <a:pt x="298196" y="46227"/>
                </a:lnTo>
                <a:lnTo>
                  <a:pt x="298196" y="57150"/>
                </a:lnTo>
                <a:lnTo>
                  <a:pt x="301371" y="57150"/>
                </a:lnTo>
                <a:lnTo>
                  <a:pt x="301371" y="46227"/>
                </a:lnTo>
                <a:close/>
              </a:path>
              <a:path extrusionOk="0" h="103505" w="314325">
                <a:moveTo>
                  <a:pt x="225298" y="0"/>
                </a:moveTo>
                <a:lnTo>
                  <a:pt x="221487" y="1015"/>
                </a:lnTo>
                <a:lnTo>
                  <a:pt x="217931" y="7112"/>
                </a:lnTo>
                <a:lnTo>
                  <a:pt x="218948" y="10922"/>
                </a:lnTo>
                <a:lnTo>
                  <a:pt x="288834" y="51688"/>
                </a:lnTo>
                <a:lnTo>
                  <a:pt x="298196" y="46227"/>
                </a:lnTo>
                <a:lnTo>
                  <a:pt x="301371" y="46227"/>
                </a:lnTo>
                <a:lnTo>
                  <a:pt x="301371" y="45338"/>
                </a:lnTo>
                <a:lnTo>
                  <a:pt x="303053" y="45338"/>
                </a:lnTo>
                <a:lnTo>
                  <a:pt x="22529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9" name="Google Shape;2579;p36"/>
          <p:cNvSpPr/>
          <p:nvPr/>
        </p:nvSpPr>
        <p:spPr>
          <a:xfrm>
            <a:off x="5611734" y="2956157"/>
            <a:ext cx="314325" cy="103505"/>
          </a:xfrm>
          <a:custGeom>
            <a:rect b="b" l="l" r="r" t="t"/>
            <a:pathLst>
              <a:path extrusionOk="0" h="103505" w="314325">
                <a:moveTo>
                  <a:pt x="288834" y="51688"/>
                </a:moveTo>
                <a:lnTo>
                  <a:pt x="218948" y="92455"/>
                </a:lnTo>
                <a:lnTo>
                  <a:pt x="217931" y="96265"/>
                </a:lnTo>
                <a:lnTo>
                  <a:pt x="221487" y="102362"/>
                </a:lnTo>
                <a:lnTo>
                  <a:pt x="225425" y="103377"/>
                </a:lnTo>
                <a:lnTo>
                  <a:pt x="303180" y="58038"/>
                </a:lnTo>
                <a:lnTo>
                  <a:pt x="301498" y="58038"/>
                </a:lnTo>
                <a:lnTo>
                  <a:pt x="301498" y="57150"/>
                </a:lnTo>
                <a:lnTo>
                  <a:pt x="298196" y="57150"/>
                </a:lnTo>
                <a:lnTo>
                  <a:pt x="288834" y="51688"/>
                </a:lnTo>
                <a:close/>
              </a:path>
              <a:path extrusionOk="0" h="103505" w="314325">
                <a:moveTo>
                  <a:pt x="277948" y="45338"/>
                </a:moveTo>
                <a:lnTo>
                  <a:pt x="0" y="45338"/>
                </a:lnTo>
                <a:lnTo>
                  <a:pt x="0" y="58038"/>
                </a:lnTo>
                <a:lnTo>
                  <a:pt x="277948" y="58038"/>
                </a:lnTo>
                <a:lnTo>
                  <a:pt x="288834" y="51688"/>
                </a:lnTo>
                <a:lnTo>
                  <a:pt x="277948" y="45338"/>
                </a:lnTo>
                <a:close/>
              </a:path>
              <a:path extrusionOk="0" h="103505" w="314325">
                <a:moveTo>
                  <a:pt x="303180" y="45338"/>
                </a:moveTo>
                <a:lnTo>
                  <a:pt x="301498" y="45338"/>
                </a:lnTo>
                <a:lnTo>
                  <a:pt x="301498" y="58038"/>
                </a:lnTo>
                <a:lnTo>
                  <a:pt x="303180" y="58038"/>
                </a:lnTo>
                <a:lnTo>
                  <a:pt x="314071" y="51688"/>
                </a:lnTo>
                <a:lnTo>
                  <a:pt x="303180" y="45338"/>
                </a:lnTo>
                <a:close/>
              </a:path>
              <a:path extrusionOk="0" h="103505" w="314325">
                <a:moveTo>
                  <a:pt x="298196" y="46227"/>
                </a:moveTo>
                <a:lnTo>
                  <a:pt x="288834" y="51688"/>
                </a:lnTo>
                <a:lnTo>
                  <a:pt x="298196" y="57150"/>
                </a:lnTo>
                <a:lnTo>
                  <a:pt x="298196" y="46227"/>
                </a:lnTo>
                <a:close/>
              </a:path>
              <a:path extrusionOk="0" h="103505" w="314325">
                <a:moveTo>
                  <a:pt x="301498" y="46227"/>
                </a:moveTo>
                <a:lnTo>
                  <a:pt x="298196" y="46227"/>
                </a:lnTo>
                <a:lnTo>
                  <a:pt x="298196" y="57150"/>
                </a:lnTo>
                <a:lnTo>
                  <a:pt x="301498" y="57150"/>
                </a:lnTo>
                <a:lnTo>
                  <a:pt x="301498" y="46227"/>
                </a:lnTo>
                <a:close/>
              </a:path>
              <a:path extrusionOk="0" h="103505" w="314325">
                <a:moveTo>
                  <a:pt x="225425" y="0"/>
                </a:moveTo>
                <a:lnTo>
                  <a:pt x="221487" y="1015"/>
                </a:lnTo>
                <a:lnTo>
                  <a:pt x="217931" y="7112"/>
                </a:lnTo>
                <a:lnTo>
                  <a:pt x="218948" y="10922"/>
                </a:lnTo>
                <a:lnTo>
                  <a:pt x="288834" y="51688"/>
                </a:lnTo>
                <a:lnTo>
                  <a:pt x="298196" y="46227"/>
                </a:lnTo>
                <a:lnTo>
                  <a:pt x="301498" y="46227"/>
                </a:lnTo>
                <a:lnTo>
                  <a:pt x="301498" y="45338"/>
                </a:lnTo>
                <a:lnTo>
                  <a:pt x="303180" y="45338"/>
                </a:lnTo>
                <a:lnTo>
                  <a:pt x="225425"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0" name="Google Shape;2580;p36"/>
          <p:cNvSpPr/>
          <p:nvPr/>
        </p:nvSpPr>
        <p:spPr>
          <a:xfrm>
            <a:off x="7439519" y="2956157"/>
            <a:ext cx="314325" cy="103505"/>
          </a:xfrm>
          <a:custGeom>
            <a:rect b="b" l="l" r="r" t="t"/>
            <a:pathLst>
              <a:path extrusionOk="0" h="103505" w="314325">
                <a:moveTo>
                  <a:pt x="288834" y="51688"/>
                </a:moveTo>
                <a:lnTo>
                  <a:pt x="218947" y="92455"/>
                </a:lnTo>
                <a:lnTo>
                  <a:pt x="217931" y="96265"/>
                </a:lnTo>
                <a:lnTo>
                  <a:pt x="221487" y="102362"/>
                </a:lnTo>
                <a:lnTo>
                  <a:pt x="225297" y="103377"/>
                </a:lnTo>
                <a:lnTo>
                  <a:pt x="303053" y="58038"/>
                </a:lnTo>
                <a:lnTo>
                  <a:pt x="301370" y="58038"/>
                </a:lnTo>
                <a:lnTo>
                  <a:pt x="301370" y="57150"/>
                </a:lnTo>
                <a:lnTo>
                  <a:pt x="298195" y="57150"/>
                </a:lnTo>
                <a:lnTo>
                  <a:pt x="288834" y="51688"/>
                </a:lnTo>
                <a:close/>
              </a:path>
              <a:path extrusionOk="0" h="103505" w="314325">
                <a:moveTo>
                  <a:pt x="277948" y="45338"/>
                </a:moveTo>
                <a:lnTo>
                  <a:pt x="0" y="45338"/>
                </a:lnTo>
                <a:lnTo>
                  <a:pt x="0" y="58038"/>
                </a:lnTo>
                <a:lnTo>
                  <a:pt x="277948" y="58038"/>
                </a:lnTo>
                <a:lnTo>
                  <a:pt x="288834" y="51688"/>
                </a:lnTo>
                <a:lnTo>
                  <a:pt x="277948" y="45338"/>
                </a:lnTo>
                <a:close/>
              </a:path>
              <a:path extrusionOk="0" h="103505" w="314325">
                <a:moveTo>
                  <a:pt x="303053" y="45338"/>
                </a:moveTo>
                <a:lnTo>
                  <a:pt x="301370" y="45338"/>
                </a:lnTo>
                <a:lnTo>
                  <a:pt x="301370" y="58038"/>
                </a:lnTo>
                <a:lnTo>
                  <a:pt x="303053" y="58038"/>
                </a:lnTo>
                <a:lnTo>
                  <a:pt x="313943" y="51688"/>
                </a:lnTo>
                <a:lnTo>
                  <a:pt x="303053" y="45338"/>
                </a:lnTo>
                <a:close/>
              </a:path>
              <a:path extrusionOk="0" h="103505" w="314325">
                <a:moveTo>
                  <a:pt x="298195" y="46227"/>
                </a:moveTo>
                <a:lnTo>
                  <a:pt x="288834" y="51688"/>
                </a:lnTo>
                <a:lnTo>
                  <a:pt x="298195" y="57150"/>
                </a:lnTo>
                <a:lnTo>
                  <a:pt x="298195" y="46227"/>
                </a:lnTo>
                <a:close/>
              </a:path>
              <a:path extrusionOk="0" h="103505" w="314325">
                <a:moveTo>
                  <a:pt x="301370" y="46227"/>
                </a:moveTo>
                <a:lnTo>
                  <a:pt x="298195" y="46227"/>
                </a:lnTo>
                <a:lnTo>
                  <a:pt x="298195" y="57150"/>
                </a:lnTo>
                <a:lnTo>
                  <a:pt x="301370" y="57150"/>
                </a:lnTo>
                <a:lnTo>
                  <a:pt x="301370" y="46227"/>
                </a:lnTo>
                <a:close/>
              </a:path>
              <a:path extrusionOk="0" h="103505" w="314325">
                <a:moveTo>
                  <a:pt x="225297" y="0"/>
                </a:moveTo>
                <a:lnTo>
                  <a:pt x="221487" y="1015"/>
                </a:lnTo>
                <a:lnTo>
                  <a:pt x="217931" y="7112"/>
                </a:lnTo>
                <a:lnTo>
                  <a:pt x="218947" y="10922"/>
                </a:lnTo>
                <a:lnTo>
                  <a:pt x="288834" y="51688"/>
                </a:lnTo>
                <a:lnTo>
                  <a:pt x="298195" y="46227"/>
                </a:lnTo>
                <a:lnTo>
                  <a:pt x="301370" y="46227"/>
                </a:lnTo>
                <a:lnTo>
                  <a:pt x="301370" y="45338"/>
                </a:lnTo>
                <a:lnTo>
                  <a:pt x="303053" y="45338"/>
                </a:lnTo>
                <a:lnTo>
                  <a:pt x="225297"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1" name="Google Shape;2581;p36"/>
          <p:cNvSpPr/>
          <p:nvPr/>
        </p:nvSpPr>
        <p:spPr>
          <a:xfrm>
            <a:off x="2274631" y="3871966"/>
            <a:ext cx="8425180" cy="936625"/>
          </a:xfrm>
          <a:custGeom>
            <a:rect b="b" l="l" r="r" t="t"/>
            <a:pathLst>
              <a:path extrusionOk="0" h="936625" w="8425180">
                <a:moveTo>
                  <a:pt x="0" y="936104"/>
                </a:moveTo>
                <a:lnTo>
                  <a:pt x="8424926" y="936104"/>
                </a:lnTo>
                <a:lnTo>
                  <a:pt x="8424926" y="0"/>
                </a:lnTo>
                <a:lnTo>
                  <a:pt x="0" y="0"/>
                </a:lnTo>
                <a:lnTo>
                  <a:pt x="0" y="936104"/>
                </a:lnTo>
                <a:close/>
              </a:path>
            </a:pathLst>
          </a:custGeom>
          <a:solidFill>
            <a:srgbClr val="6D9FA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2" name="Google Shape;2582;p36"/>
          <p:cNvSpPr/>
          <p:nvPr/>
        </p:nvSpPr>
        <p:spPr>
          <a:xfrm>
            <a:off x="2274631" y="3871966"/>
            <a:ext cx="8425180" cy="936625"/>
          </a:xfrm>
          <a:custGeom>
            <a:rect b="b" l="l" r="r" t="t"/>
            <a:pathLst>
              <a:path extrusionOk="0" h="936625" w="8425180">
                <a:moveTo>
                  <a:pt x="0" y="936104"/>
                </a:moveTo>
                <a:lnTo>
                  <a:pt x="8424926" y="936104"/>
                </a:lnTo>
                <a:lnTo>
                  <a:pt x="8424926" y="0"/>
                </a:lnTo>
                <a:lnTo>
                  <a:pt x="0" y="0"/>
                </a:lnTo>
                <a:lnTo>
                  <a:pt x="0" y="936104"/>
                </a:lnTo>
                <a:close/>
              </a:path>
            </a:pathLst>
          </a:custGeom>
          <a:noFill/>
          <a:ln cap="flat" cmpd="sng" w="19050">
            <a:solidFill>
              <a:srgbClr val="4F748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3" name="Google Shape;2583;p36"/>
          <p:cNvSpPr txBox="1"/>
          <p:nvPr/>
        </p:nvSpPr>
        <p:spPr>
          <a:xfrm>
            <a:off x="9358361" y="4199105"/>
            <a:ext cx="1263650" cy="285115"/>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1800">
                <a:solidFill>
                  <a:srgbClr val="FFFFFF"/>
                </a:solidFill>
                <a:latin typeface="Cambria"/>
                <a:ea typeface="Cambria"/>
                <a:cs typeface="Cambria"/>
                <a:sym typeface="Cambria"/>
              </a:rPr>
              <a:t>Incrément 2</a:t>
            </a:r>
            <a:endParaRPr sz="1800">
              <a:solidFill>
                <a:schemeClr val="dk1"/>
              </a:solidFill>
              <a:latin typeface="Cambria"/>
              <a:ea typeface="Cambria"/>
              <a:cs typeface="Cambria"/>
              <a:sym typeface="Cambria"/>
            </a:endParaRPr>
          </a:p>
        </p:txBody>
      </p:sp>
      <p:sp>
        <p:nvSpPr>
          <p:cNvPr id="2584" name="Google Shape;2584;p36"/>
          <p:cNvSpPr txBox="1"/>
          <p:nvPr/>
        </p:nvSpPr>
        <p:spPr>
          <a:xfrm>
            <a:off x="2346641" y="4051924"/>
            <a:ext cx="1438275" cy="393056"/>
          </a:xfrm>
          <a:prstGeom prst="rect">
            <a:avLst/>
          </a:prstGeom>
          <a:solidFill>
            <a:srgbClr val="8D88A3"/>
          </a:solidFill>
          <a:ln cap="flat" cmpd="sng" w="19050">
            <a:solidFill>
              <a:srgbClr val="666277"/>
            </a:solidFill>
            <a:prstDash val="solid"/>
            <a:round/>
            <a:headEnd len="sm" w="sm" type="none"/>
            <a:tailEnd len="sm" w="sm" type="none"/>
          </a:ln>
        </p:spPr>
        <p:txBody>
          <a:bodyPr anchorCtr="0" anchor="t" bIns="0" lIns="0" spcFirstLastPara="1" rIns="0" wrap="square" tIns="160650">
            <a:spAutoFit/>
          </a:bodyPr>
          <a:lstStyle/>
          <a:p>
            <a:pPr indent="0" lvl="0" marL="146050" marR="0" rtl="0" algn="l">
              <a:spcBef>
                <a:spcPts val="0"/>
              </a:spcBef>
              <a:spcAft>
                <a:spcPts val="0"/>
              </a:spcAft>
              <a:buNone/>
            </a:pPr>
            <a:r>
              <a:rPr lang="en-US" sz="1500">
                <a:solidFill>
                  <a:srgbClr val="FFFFFF"/>
                </a:solidFill>
                <a:latin typeface="Cambria"/>
                <a:ea typeface="Cambria"/>
                <a:cs typeface="Cambria"/>
                <a:sym typeface="Cambria"/>
              </a:rPr>
              <a:t>Spécifications</a:t>
            </a:r>
            <a:endParaRPr sz="1500">
              <a:solidFill>
                <a:schemeClr val="dk1"/>
              </a:solidFill>
              <a:latin typeface="Cambria"/>
              <a:ea typeface="Cambria"/>
              <a:cs typeface="Cambria"/>
              <a:sym typeface="Cambria"/>
            </a:endParaRPr>
          </a:p>
        </p:txBody>
      </p:sp>
      <p:sp>
        <p:nvSpPr>
          <p:cNvPr id="2585" name="Google Shape;2585;p36"/>
          <p:cNvSpPr txBox="1"/>
          <p:nvPr/>
        </p:nvSpPr>
        <p:spPr>
          <a:xfrm>
            <a:off x="4098909" y="4051924"/>
            <a:ext cx="1477010" cy="393056"/>
          </a:xfrm>
          <a:prstGeom prst="rect">
            <a:avLst/>
          </a:prstGeom>
          <a:solidFill>
            <a:srgbClr val="CCAE09"/>
          </a:solidFill>
          <a:ln cap="flat" cmpd="sng" w="19050">
            <a:solidFill>
              <a:srgbClr val="948004"/>
            </a:solidFill>
            <a:prstDash val="solid"/>
            <a:round/>
            <a:headEnd len="sm" w="sm" type="none"/>
            <a:tailEnd len="sm" w="sm" type="none"/>
          </a:ln>
        </p:spPr>
        <p:txBody>
          <a:bodyPr anchorCtr="0" anchor="t" bIns="0" lIns="0" spcFirstLastPara="1" rIns="0" wrap="square" tIns="160650">
            <a:spAutoFit/>
          </a:bodyPr>
          <a:lstStyle/>
          <a:p>
            <a:pPr indent="0" lvl="0" marL="267970" marR="0" rtl="0" algn="l">
              <a:spcBef>
                <a:spcPts val="0"/>
              </a:spcBef>
              <a:spcAft>
                <a:spcPts val="0"/>
              </a:spcAft>
              <a:buNone/>
            </a:pPr>
            <a:r>
              <a:rPr lang="en-US" sz="1500">
                <a:solidFill>
                  <a:srgbClr val="FFFFFF"/>
                </a:solidFill>
                <a:latin typeface="Cambria"/>
                <a:ea typeface="Cambria"/>
                <a:cs typeface="Cambria"/>
                <a:sym typeface="Cambria"/>
              </a:rPr>
              <a:t>Conception</a:t>
            </a:r>
            <a:endParaRPr sz="1500">
              <a:solidFill>
                <a:schemeClr val="dk1"/>
              </a:solidFill>
              <a:latin typeface="Cambria"/>
              <a:ea typeface="Cambria"/>
              <a:cs typeface="Cambria"/>
              <a:sym typeface="Cambria"/>
            </a:endParaRPr>
          </a:p>
        </p:txBody>
      </p:sp>
      <p:sp>
        <p:nvSpPr>
          <p:cNvPr id="2586" name="Google Shape;2586;p36"/>
          <p:cNvSpPr/>
          <p:nvPr/>
        </p:nvSpPr>
        <p:spPr>
          <a:xfrm>
            <a:off x="5848715" y="4036292"/>
            <a:ext cx="1595120" cy="657859"/>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7" name="Google Shape;2587;p36"/>
          <p:cNvSpPr/>
          <p:nvPr/>
        </p:nvSpPr>
        <p:spPr>
          <a:xfrm>
            <a:off x="5841096" y="4160750"/>
            <a:ext cx="1653539" cy="4699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8" name="Google Shape;2588;p36"/>
          <p:cNvSpPr/>
          <p:nvPr/>
        </p:nvSpPr>
        <p:spPr>
          <a:xfrm>
            <a:off x="5889865" y="4051925"/>
            <a:ext cx="1513713" cy="576059"/>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9" name="Google Shape;2589;p36"/>
          <p:cNvSpPr txBox="1"/>
          <p:nvPr/>
        </p:nvSpPr>
        <p:spPr>
          <a:xfrm>
            <a:off x="5889864" y="4051925"/>
            <a:ext cx="1513840" cy="397545"/>
          </a:xfrm>
          <a:prstGeom prst="rect">
            <a:avLst/>
          </a:prstGeom>
          <a:solidFill>
            <a:srgbClr val="6D9FAF"/>
          </a:solidFill>
          <a:ln cap="flat" cmpd="sng" w="9975">
            <a:solidFill>
              <a:srgbClr val="74855F"/>
            </a:solidFill>
            <a:prstDash val="solid"/>
            <a:round/>
            <a:headEnd len="sm" w="sm" type="none"/>
            <a:tailEnd len="sm" w="sm" type="none"/>
          </a:ln>
        </p:spPr>
        <p:txBody>
          <a:bodyPr anchorCtr="0" anchor="t" bIns="0" lIns="0" spcFirstLastPara="1" rIns="0" wrap="square" tIns="165100">
            <a:spAutoFit/>
          </a:bodyPr>
          <a:lstStyle/>
          <a:p>
            <a:pPr indent="0" lvl="0" marL="97790" marR="0" rtl="0" algn="l">
              <a:spcBef>
                <a:spcPts val="0"/>
              </a:spcBef>
              <a:spcAft>
                <a:spcPts val="0"/>
              </a:spcAft>
              <a:buNone/>
            </a:pPr>
            <a:r>
              <a:rPr lang="en-US" sz="1500">
                <a:solidFill>
                  <a:srgbClr val="FFFFFF"/>
                </a:solidFill>
                <a:latin typeface="Cambria"/>
                <a:ea typeface="Cambria"/>
                <a:cs typeface="Cambria"/>
                <a:sym typeface="Cambria"/>
              </a:rPr>
              <a:t>Implémentation</a:t>
            </a:r>
            <a:endParaRPr sz="1500">
              <a:solidFill>
                <a:schemeClr val="dk1"/>
              </a:solidFill>
              <a:latin typeface="Cambria"/>
              <a:ea typeface="Cambria"/>
              <a:cs typeface="Cambria"/>
              <a:sym typeface="Cambria"/>
            </a:endParaRPr>
          </a:p>
        </p:txBody>
      </p:sp>
      <p:sp>
        <p:nvSpPr>
          <p:cNvPr id="2590" name="Google Shape;2590;p36"/>
          <p:cNvSpPr txBox="1"/>
          <p:nvPr/>
        </p:nvSpPr>
        <p:spPr>
          <a:xfrm>
            <a:off x="7717520" y="4051924"/>
            <a:ext cx="1513840" cy="393056"/>
          </a:xfrm>
          <a:prstGeom prst="rect">
            <a:avLst/>
          </a:prstGeom>
          <a:solidFill>
            <a:srgbClr val="7D848D"/>
          </a:solidFill>
          <a:ln cap="flat" cmpd="sng" w="19050">
            <a:solidFill>
              <a:srgbClr val="5B5F66"/>
            </a:solidFill>
            <a:prstDash val="solid"/>
            <a:round/>
            <a:headEnd len="sm" w="sm" type="none"/>
            <a:tailEnd len="sm" w="sm" type="none"/>
          </a:ln>
        </p:spPr>
        <p:txBody>
          <a:bodyPr anchorCtr="0" anchor="t" bIns="0" lIns="0" spcFirstLastPara="1" rIns="0" wrap="square" tIns="160650">
            <a:spAutoFit/>
          </a:bodyPr>
          <a:lstStyle/>
          <a:p>
            <a:pPr indent="0" lvl="0" marL="3810" marR="0" rtl="0" algn="ctr">
              <a:spcBef>
                <a:spcPts val="0"/>
              </a:spcBef>
              <a:spcAft>
                <a:spcPts val="0"/>
              </a:spcAft>
              <a:buNone/>
            </a:pPr>
            <a:r>
              <a:rPr lang="en-US" sz="1500">
                <a:solidFill>
                  <a:srgbClr val="FFFFFF"/>
                </a:solidFill>
                <a:latin typeface="Cambria"/>
                <a:ea typeface="Cambria"/>
                <a:cs typeface="Cambria"/>
                <a:sym typeface="Cambria"/>
              </a:rPr>
              <a:t>Tests</a:t>
            </a:r>
            <a:endParaRPr sz="1500">
              <a:solidFill>
                <a:schemeClr val="dk1"/>
              </a:solidFill>
              <a:latin typeface="Cambria"/>
              <a:ea typeface="Cambria"/>
              <a:cs typeface="Cambria"/>
              <a:sym typeface="Cambria"/>
            </a:endParaRPr>
          </a:p>
        </p:txBody>
      </p:sp>
      <p:sp>
        <p:nvSpPr>
          <p:cNvPr id="2591" name="Google Shape;2591;p36"/>
          <p:cNvSpPr/>
          <p:nvPr/>
        </p:nvSpPr>
        <p:spPr>
          <a:xfrm>
            <a:off x="3784966" y="4288260"/>
            <a:ext cx="314325" cy="103505"/>
          </a:xfrm>
          <a:custGeom>
            <a:rect b="b" l="l" r="r" t="t"/>
            <a:pathLst>
              <a:path extrusionOk="0" h="103504" w="314325">
                <a:moveTo>
                  <a:pt x="288725" y="51752"/>
                </a:moveTo>
                <a:lnTo>
                  <a:pt x="218947" y="92456"/>
                </a:lnTo>
                <a:lnTo>
                  <a:pt x="217931" y="96393"/>
                </a:lnTo>
                <a:lnTo>
                  <a:pt x="221487" y="102488"/>
                </a:lnTo>
                <a:lnTo>
                  <a:pt x="225297" y="103505"/>
                </a:lnTo>
                <a:lnTo>
                  <a:pt x="303080" y="58038"/>
                </a:lnTo>
                <a:lnTo>
                  <a:pt x="301370" y="58038"/>
                </a:lnTo>
                <a:lnTo>
                  <a:pt x="301370" y="57276"/>
                </a:lnTo>
                <a:lnTo>
                  <a:pt x="298195" y="57276"/>
                </a:lnTo>
                <a:lnTo>
                  <a:pt x="288725" y="51752"/>
                </a:lnTo>
                <a:close/>
              </a:path>
              <a:path extrusionOk="0" h="103504" w="314325">
                <a:moveTo>
                  <a:pt x="277730" y="45338"/>
                </a:moveTo>
                <a:lnTo>
                  <a:pt x="0" y="45338"/>
                </a:lnTo>
                <a:lnTo>
                  <a:pt x="0" y="58038"/>
                </a:lnTo>
                <a:lnTo>
                  <a:pt x="277948" y="58038"/>
                </a:lnTo>
                <a:lnTo>
                  <a:pt x="288725" y="51752"/>
                </a:lnTo>
                <a:lnTo>
                  <a:pt x="277730" y="45338"/>
                </a:lnTo>
                <a:close/>
              </a:path>
              <a:path extrusionOk="0" h="103504" w="314325">
                <a:moveTo>
                  <a:pt x="303053" y="45338"/>
                </a:moveTo>
                <a:lnTo>
                  <a:pt x="301370" y="45338"/>
                </a:lnTo>
                <a:lnTo>
                  <a:pt x="301370" y="58038"/>
                </a:lnTo>
                <a:lnTo>
                  <a:pt x="303080" y="58038"/>
                </a:lnTo>
                <a:lnTo>
                  <a:pt x="313944" y="51688"/>
                </a:lnTo>
                <a:lnTo>
                  <a:pt x="303053" y="45338"/>
                </a:lnTo>
                <a:close/>
              </a:path>
              <a:path extrusionOk="0" h="103504" w="314325">
                <a:moveTo>
                  <a:pt x="298195" y="46228"/>
                </a:moveTo>
                <a:lnTo>
                  <a:pt x="288725" y="51752"/>
                </a:lnTo>
                <a:lnTo>
                  <a:pt x="298195" y="57276"/>
                </a:lnTo>
                <a:lnTo>
                  <a:pt x="298195" y="46228"/>
                </a:lnTo>
                <a:close/>
              </a:path>
              <a:path extrusionOk="0" h="103504" w="314325">
                <a:moveTo>
                  <a:pt x="301370" y="46228"/>
                </a:moveTo>
                <a:lnTo>
                  <a:pt x="298195" y="46228"/>
                </a:lnTo>
                <a:lnTo>
                  <a:pt x="298195" y="57276"/>
                </a:lnTo>
                <a:lnTo>
                  <a:pt x="301370" y="57276"/>
                </a:lnTo>
                <a:lnTo>
                  <a:pt x="301370" y="46228"/>
                </a:lnTo>
                <a:close/>
              </a:path>
              <a:path extrusionOk="0" h="103504" w="314325">
                <a:moveTo>
                  <a:pt x="225297" y="0"/>
                </a:moveTo>
                <a:lnTo>
                  <a:pt x="221487" y="1016"/>
                </a:lnTo>
                <a:lnTo>
                  <a:pt x="217931" y="7112"/>
                </a:lnTo>
                <a:lnTo>
                  <a:pt x="218947" y="11049"/>
                </a:lnTo>
                <a:lnTo>
                  <a:pt x="288725" y="51752"/>
                </a:lnTo>
                <a:lnTo>
                  <a:pt x="298195" y="46228"/>
                </a:lnTo>
                <a:lnTo>
                  <a:pt x="301370" y="46228"/>
                </a:lnTo>
                <a:lnTo>
                  <a:pt x="301370" y="45338"/>
                </a:lnTo>
                <a:lnTo>
                  <a:pt x="303053" y="45338"/>
                </a:lnTo>
                <a:lnTo>
                  <a:pt x="225297"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2" name="Google Shape;2592;p36"/>
          <p:cNvSpPr/>
          <p:nvPr/>
        </p:nvSpPr>
        <p:spPr>
          <a:xfrm>
            <a:off x="5575794" y="4288260"/>
            <a:ext cx="314325" cy="103505"/>
          </a:xfrm>
          <a:custGeom>
            <a:rect b="b" l="l" r="r" t="t"/>
            <a:pathLst>
              <a:path extrusionOk="0" h="103504" w="314325">
                <a:moveTo>
                  <a:pt x="288725" y="51752"/>
                </a:moveTo>
                <a:lnTo>
                  <a:pt x="221995" y="90678"/>
                </a:lnTo>
                <a:lnTo>
                  <a:pt x="219075" y="92456"/>
                </a:lnTo>
                <a:lnTo>
                  <a:pt x="218058" y="96393"/>
                </a:lnTo>
                <a:lnTo>
                  <a:pt x="219709" y="99441"/>
                </a:lnTo>
                <a:lnTo>
                  <a:pt x="221487" y="102488"/>
                </a:lnTo>
                <a:lnTo>
                  <a:pt x="225425" y="103505"/>
                </a:lnTo>
                <a:lnTo>
                  <a:pt x="303207" y="58038"/>
                </a:lnTo>
                <a:lnTo>
                  <a:pt x="301497" y="58038"/>
                </a:lnTo>
                <a:lnTo>
                  <a:pt x="301497" y="57276"/>
                </a:lnTo>
                <a:lnTo>
                  <a:pt x="298195" y="57276"/>
                </a:lnTo>
                <a:lnTo>
                  <a:pt x="288725" y="51752"/>
                </a:lnTo>
                <a:close/>
              </a:path>
              <a:path extrusionOk="0" h="103504" w="314325">
                <a:moveTo>
                  <a:pt x="277730" y="45338"/>
                </a:moveTo>
                <a:lnTo>
                  <a:pt x="0" y="45338"/>
                </a:lnTo>
                <a:lnTo>
                  <a:pt x="0" y="58038"/>
                </a:lnTo>
                <a:lnTo>
                  <a:pt x="277948" y="58038"/>
                </a:lnTo>
                <a:lnTo>
                  <a:pt x="288725" y="51752"/>
                </a:lnTo>
                <a:lnTo>
                  <a:pt x="277730" y="45338"/>
                </a:lnTo>
                <a:close/>
              </a:path>
              <a:path extrusionOk="0" h="103504" w="314325">
                <a:moveTo>
                  <a:pt x="303180" y="45338"/>
                </a:moveTo>
                <a:lnTo>
                  <a:pt x="301497" y="45338"/>
                </a:lnTo>
                <a:lnTo>
                  <a:pt x="301497" y="58038"/>
                </a:lnTo>
                <a:lnTo>
                  <a:pt x="303207" y="58038"/>
                </a:lnTo>
                <a:lnTo>
                  <a:pt x="314070" y="51688"/>
                </a:lnTo>
                <a:lnTo>
                  <a:pt x="303180" y="45338"/>
                </a:lnTo>
                <a:close/>
              </a:path>
              <a:path extrusionOk="0" h="103504" w="314325">
                <a:moveTo>
                  <a:pt x="298195" y="46228"/>
                </a:moveTo>
                <a:lnTo>
                  <a:pt x="288725" y="51752"/>
                </a:lnTo>
                <a:lnTo>
                  <a:pt x="298195" y="57276"/>
                </a:lnTo>
                <a:lnTo>
                  <a:pt x="298195" y="46228"/>
                </a:lnTo>
                <a:close/>
              </a:path>
              <a:path extrusionOk="0" h="103504" w="314325">
                <a:moveTo>
                  <a:pt x="301497" y="46228"/>
                </a:moveTo>
                <a:lnTo>
                  <a:pt x="298195" y="46228"/>
                </a:lnTo>
                <a:lnTo>
                  <a:pt x="298195" y="57276"/>
                </a:lnTo>
                <a:lnTo>
                  <a:pt x="301497" y="57276"/>
                </a:lnTo>
                <a:lnTo>
                  <a:pt x="301497" y="46228"/>
                </a:lnTo>
                <a:close/>
              </a:path>
              <a:path extrusionOk="0" h="103504" w="314325">
                <a:moveTo>
                  <a:pt x="225425" y="0"/>
                </a:moveTo>
                <a:lnTo>
                  <a:pt x="221487" y="1016"/>
                </a:lnTo>
                <a:lnTo>
                  <a:pt x="219709" y="4063"/>
                </a:lnTo>
                <a:lnTo>
                  <a:pt x="218058" y="7112"/>
                </a:lnTo>
                <a:lnTo>
                  <a:pt x="219075" y="11049"/>
                </a:lnTo>
                <a:lnTo>
                  <a:pt x="221995" y="12826"/>
                </a:lnTo>
                <a:lnTo>
                  <a:pt x="288725" y="51752"/>
                </a:lnTo>
                <a:lnTo>
                  <a:pt x="298195" y="46228"/>
                </a:lnTo>
                <a:lnTo>
                  <a:pt x="301497" y="46228"/>
                </a:lnTo>
                <a:lnTo>
                  <a:pt x="301497" y="45338"/>
                </a:lnTo>
                <a:lnTo>
                  <a:pt x="303180" y="45338"/>
                </a:lnTo>
                <a:lnTo>
                  <a:pt x="225425"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3" name="Google Shape;2593;p36"/>
          <p:cNvSpPr/>
          <p:nvPr/>
        </p:nvSpPr>
        <p:spPr>
          <a:xfrm>
            <a:off x="7403577" y="4288260"/>
            <a:ext cx="314325" cy="103505"/>
          </a:xfrm>
          <a:custGeom>
            <a:rect b="b" l="l" r="r" t="t"/>
            <a:pathLst>
              <a:path extrusionOk="0" h="103504" w="314325">
                <a:moveTo>
                  <a:pt x="288725" y="51752"/>
                </a:moveTo>
                <a:lnTo>
                  <a:pt x="218948" y="92456"/>
                </a:lnTo>
                <a:lnTo>
                  <a:pt x="217932" y="96393"/>
                </a:lnTo>
                <a:lnTo>
                  <a:pt x="221487" y="102488"/>
                </a:lnTo>
                <a:lnTo>
                  <a:pt x="225298" y="103505"/>
                </a:lnTo>
                <a:lnTo>
                  <a:pt x="303080" y="58038"/>
                </a:lnTo>
                <a:lnTo>
                  <a:pt x="301371" y="58038"/>
                </a:lnTo>
                <a:lnTo>
                  <a:pt x="301371" y="57276"/>
                </a:lnTo>
                <a:lnTo>
                  <a:pt x="298196" y="57276"/>
                </a:lnTo>
                <a:lnTo>
                  <a:pt x="288725" y="51752"/>
                </a:lnTo>
                <a:close/>
              </a:path>
              <a:path extrusionOk="0" h="103504" w="314325">
                <a:moveTo>
                  <a:pt x="277730" y="45338"/>
                </a:moveTo>
                <a:lnTo>
                  <a:pt x="0" y="45338"/>
                </a:lnTo>
                <a:lnTo>
                  <a:pt x="0" y="58038"/>
                </a:lnTo>
                <a:lnTo>
                  <a:pt x="277948" y="58038"/>
                </a:lnTo>
                <a:lnTo>
                  <a:pt x="288725" y="51752"/>
                </a:lnTo>
                <a:lnTo>
                  <a:pt x="277730" y="45338"/>
                </a:lnTo>
                <a:close/>
              </a:path>
              <a:path extrusionOk="0" h="103504" w="314325">
                <a:moveTo>
                  <a:pt x="303053" y="45338"/>
                </a:moveTo>
                <a:lnTo>
                  <a:pt x="301371" y="45338"/>
                </a:lnTo>
                <a:lnTo>
                  <a:pt x="301371" y="58038"/>
                </a:lnTo>
                <a:lnTo>
                  <a:pt x="303080" y="58038"/>
                </a:lnTo>
                <a:lnTo>
                  <a:pt x="313944" y="51688"/>
                </a:lnTo>
                <a:lnTo>
                  <a:pt x="303053" y="45338"/>
                </a:lnTo>
                <a:close/>
              </a:path>
              <a:path extrusionOk="0" h="103504" w="314325">
                <a:moveTo>
                  <a:pt x="298196" y="46228"/>
                </a:moveTo>
                <a:lnTo>
                  <a:pt x="288725" y="51752"/>
                </a:lnTo>
                <a:lnTo>
                  <a:pt x="298196" y="57276"/>
                </a:lnTo>
                <a:lnTo>
                  <a:pt x="298196" y="46228"/>
                </a:lnTo>
                <a:close/>
              </a:path>
              <a:path extrusionOk="0" h="103504" w="314325">
                <a:moveTo>
                  <a:pt x="301371" y="46228"/>
                </a:moveTo>
                <a:lnTo>
                  <a:pt x="298196" y="46228"/>
                </a:lnTo>
                <a:lnTo>
                  <a:pt x="298196" y="57276"/>
                </a:lnTo>
                <a:lnTo>
                  <a:pt x="301371" y="57276"/>
                </a:lnTo>
                <a:lnTo>
                  <a:pt x="301371" y="46228"/>
                </a:lnTo>
                <a:close/>
              </a:path>
              <a:path extrusionOk="0" h="103504" w="314325">
                <a:moveTo>
                  <a:pt x="225298" y="0"/>
                </a:moveTo>
                <a:lnTo>
                  <a:pt x="221487" y="1016"/>
                </a:lnTo>
                <a:lnTo>
                  <a:pt x="217932" y="7112"/>
                </a:lnTo>
                <a:lnTo>
                  <a:pt x="218948" y="11049"/>
                </a:lnTo>
                <a:lnTo>
                  <a:pt x="288725" y="51752"/>
                </a:lnTo>
                <a:lnTo>
                  <a:pt x="298196" y="46228"/>
                </a:lnTo>
                <a:lnTo>
                  <a:pt x="301371" y="46228"/>
                </a:lnTo>
                <a:lnTo>
                  <a:pt x="301371" y="45338"/>
                </a:lnTo>
                <a:lnTo>
                  <a:pt x="303053" y="45338"/>
                </a:lnTo>
                <a:lnTo>
                  <a:pt x="22529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4" name="Google Shape;2594;p36"/>
          <p:cNvSpPr/>
          <p:nvPr/>
        </p:nvSpPr>
        <p:spPr>
          <a:xfrm>
            <a:off x="2297161" y="5636632"/>
            <a:ext cx="8425180" cy="936625"/>
          </a:xfrm>
          <a:custGeom>
            <a:rect b="b" l="l" r="r" t="t"/>
            <a:pathLst>
              <a:path extrusionOk="0" h="936625" w="8425180">
                <a:moveTo>
                  <a:pt x="0" y="936104"/>
                </a:moveTo>
                <a:lnTo>
                  <a:pt x="8424926" y="936104"/>
                </a:lnTo>
                <a:lnTo>
                  <a:pt x="8424926" y="0"/>
                </a:lnTo>
                <a:lnTo>
                  <a:pt x="0" y="0"/>
                </a:lnTo>
                <a:lnTo>
                  <a:pt x="0" y="936104"/>
                </a:lnTo>
                <a:close/>
              </a:path>
            </a:pathLst>
          </a:custGeom>
          <a:solidFill>
            <a:srgbClr val="6D9FA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5" name="Google Shape;2595;p36"/>
          <p:cNvSpPr/>
          <p:nvPr/>
        </p:nvSpPr>
        <p:spPr>
          <a:xfrm>
            <a:off x="2297161" y="5636632"/>
            <a:ext cx="8425180" cy="936625"/>
          </a:xfrm>
          <a:custGeom>
            <a:rect b="b" l="l" r="r" t="t"/>
            <a:pathLst>
              <a:path extrusionOk="0" h="936625" w="8425180">
                <a:moveTo>
                  <a:pt x="0" y="936104"/>
                </a:moveTo>
                <a:lnTo>
                  <a:pt x="8424926" y="936104"/>
                </a:lnTo>
                <a:lnTo>
                  <a:pt x="8424926" y="0"/>
                </a:lnTo>
                <a:lnTo>
                  <a:pt x="0" y="0"/>
                </a:lnTo>
                <a:lnTo>
                  <a:pt x="0" y="936104"/>
                </a:lnTo>
                <a:close/>
              </a:path>
            </a:pathLst>
          </a:custGeom>
          <a:noFill/>
          <a:ln cap="flat" cmpd="sng" w="19050">
            <a:solidFill>
              <a:srgbClr val="4F748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6" name="Google Shape;2596;p36"/>
          <p:cNvSpPr txBox="1"/>
          <p:nvPr/>
        </p:nvSpPr>
        <p:spPr>
          <a:xfrm>
            <a:off x="9353027" y="5964762"/>
            <a:ext cx="1292860" cy="285115"/>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1800">
                <a:solidFill>
                  <a:srgbClr val="FFFFFF"/>
                </a:solidFill>
                <a:latin typeface="Cambria"/>
                <a:ea typeface="Cambria"/>
                <a:cs typeface="Cambria"/>
                <a:sym typeface="Cambria"/>
              </a:rPr>
              <a:t>Incrément N</a:t>
            </a:r>
            <a:endParaRPr sz="1800">
              <a:solidFill>
                <a:schemeClr val="dk1"/>
              </a:solidFill>
              <a:latin typeface="Cambria"/>
              <a:ea typeface="Cambria"/>
              <a:cs typeface="Cambria"/>
              <a:sym typeface="Cambria"/>
            </a:endParaRPr>
          </a:p>
        </p:txBody>
      </p:sp>
      <p:sp>
        <p:nvSpPr>
          <p:cNvPr id="2597" name="Google Shape;2597;p36"/>
          <p:cNvSpPr txBox="1"/>
          <p:nvPr/>
        </p:nvSpPr>
        <p:spPr>
          <a:xfrm>
            <a:off x="2369171" y="5816654"/>
            <a:ext cx="1438275" cy="393698"/>
          </a:xfrm>
          <a:prstGeom prst="rect">
            <a:avLst/>
          </a:prstGeom>
          <a:solidFill>
            <a:srgbClr val="8D88A3"/>
          </a:solidFill>
          <a:ln cap="flat" cmpd="sng" w="19050">
            <a:solidFill>
              <a:srgbClr val="666277"/>
            </a:solidFill>
            <a:prstDash val="solid"/>
            <a:round/>
            <a:headEnd len="sm" w="sm" type="none"/>
            <a:tailEnd len="sm" w="sm" type="none"/>
          </a:ln>
        </p:spPr>
        <p:txBody>
          <a:bodyPr anchorCtr="0" anchor="t" bIns="0" lIns="0" spcFirstLastPara="1" rIns="0" wrap="square" tIns="161275">
            <a:spAutoFit/>
          </a:bodyPr>
          <a:lstStyle/>
          <a:p>
            <a:pPr indent="0" lvl="0" marL="146050" marR="0" rtl="0" algn="l">
              <a:spcBef>
                <a:spcPts val="0"/>
              </a:spcBef>
              <a:spcAft>
                <a:spcPts val="0"/>
              </a:spcAft>
              <a:buNone/>
            </a:pPr>
            <a:r>
              <a:rPr lang="en-US" sz="1500">
                <a:solidFill>
                  <a:srgbClr val="FFFFFF"/>
                </a:solidFill>
                <a:latin typeface="Cambria"/>
                <a:ea typeface="Cambria"/>
                <a:cs typeface="Cambria"/>
                <a:sym typeface="Cambria"/>
              </a:rPr>
              <a:t>Spécifications</a:t>
            </a:r>
            <a:endParaRPr sz="1500">
              <a:solidFill>
                <a:schemeClr val="dk1"/>
              </a:solidFill>
              <a:latin typeface="Cambria"/>
              <a:ea typeface="Cambria"/>
              <a:cs typeface="Cambria"/>
              <a:sym typeface="Cambria"/>
            </a:endParaRPr>
          </a:p>
        </p:txBody>
      </p:sp>
      <p:sp>
        <p:nvSpPr>
          <p:cNvPr id="2598" name="Google Shape;2598;p36"/>
          <p:cNvSpPr txBox="1"/>
          <p:nvPr/>
        </p:nvSpPr>
        <p:spPr>
          <a:xfrm>
            <a:off x="4121388" y="5816654"/>
            <a:ext cx="1477010" cy="393698"/>
          </a:xfrm>
          <a:prstGeom prst="rect">
            <a:avLst/>
          </a:prstGeom>
          <a:solidFill>
            <a:srgbClr val="CCAE09"/>
          </a:solidFill>
          <a:ln cap="flat" cmpd="sng" w="19050">
            <a:solidFill>
              <a:srgbClr val="948004"/>
            </a:solidFill>
            <a:prstDash val="solid"/>
            <a:round/>
            <a:headEnd len="sm" w="sm" type="none"/>
            <a:tailEnd len="sm" w="sm" type="none"/>
          </a:ln>
        </p:spPr>
        <p:txBody>
          <a:bodyPr anchorCtr="0" anchor="t" bIns="0" lIns="0" spcFirstLastPara="1" rIns="0" wrap="square" tIns="161275">
            <a:spAutoFit/>
          </a:bodyPr>
          <a:lstStyle/>
          <a:p>
            <a:pPr indent="0" lvl="0" marL="267970" marR="0" rtl="0" algn="l">
              <a:spcBef>
                <a:spcPts val="0"/>
              </a:spcBef>
              <a:spcAft>
                <a:spcPts val="0"/>
              </a:spcAft>
              <a:buNone/>
            </a:pPr>
            <a:r>
              <a:rPr lang="en-US" sz="1500">
                <a:solidFill>
                  <a:srgbClr val="FFFFFF"/>
                </a:solidFill>
                <a:latin typeface="Cambria"/>
                <a:ea typeface="Cambria"/>
                <a:cs typeface="Cambria"/>
                <a:sym typeface="Cambria"/>
              </a:rPr>
              <a:t>Conception</a:t>
            </a:r>
            <a:endParaRPr sz="1500">
              <a:solidFill>
                <a:schemeClr val="dk1"/>
              </a:solidFill>
              <a:latin typeface="Cambria"/>
              <a:ea typeface="Cambria"/>
              <a:cs typeface="Cambria"/>
              <a:sym typeface="Cambria"/>
            </a:endParaRPr>
          </a:p>
        </p:txBody>
      </p:sp>
      <p:sp>
        <p:nvSpPr>
          <p:cNvPr id="2599" name="Google Shape;2599;p36"/>
          <p:cNvSpPr/>
          <p:nvPr/>
        </p:nvSpPr>
        <p:spPr>
          <a:xfrm>
            <a:off x="5871577" y="5800614"/>
            <a:ext cx="1595119" cy="65786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0" name="Google Shape;2600;p36"/>
          <p:cNvSpPr/>
          <p:nvPr/>
        </p:nvSpPr>
        <p:spPr>
          <a:xfrm>
            <a:off x="5863957" y="5925073"/>
            <a:ext cx="1653539" cy="4699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1" name="Google Shape;2601;p36"/>
          <p:cNvSpPr/>
          <p:nvPr/>
        </p:nvSpPr>
        <p:spPr>
          <a:xfrm>
            <a:off x="5912344" y="5816655"/>
            <a:ext cx="1513713" cy="57605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2" name="Google Shape;2602;p36"/>
          <p:cNvSpPr txBox="1"/>
          <p:nvPr/>
        </p:nvSpPr>
        <p:spPr>
          <a:xfrm>
            <a:off x="5912343" y="5816654"/>
            <a:ext cx="1513840" cy="398186"/>
          </a:xfrm>
          <a:prstGeom prst="rect">
            <a:avLst/>
          </a:prstGeom>
          <a:solidFill>
            <a:srgbClr val="6D9FAF"/>
          </a:solidFill>
          <a:ln cap="flat" cmpd="sng" w="9975">
            <a:solidFill>
              <a:srgbClr val="74855F"/>
            </a:solidFill>
            <a:prstDash val="solid"/>
            <a:round/>
            <a:headEnd len="sm" w="sm" type="none"/>
            <a:tailEnd len="sm" w="sm" type="none"/>
          </a:ln>
        </p:spPr>
        <p:txBody>
          <a:bodyPr anchorCtr="0" anchor="t" bIns="0" lIns="0" spcFirstLastPara="1" rIns="0" wrap="square" tIns="165725">
            <a:spAutoFit/>
          </a:bodyPr>
          <a:lstStyle/>
          <a:p>
            <a:pPr indent="0" lvl="0" marL="97790" marR="0" rtl="0" algn="l">
              <a:spcBef>
                <a:spcPts val="0"/>
              </a:spcBef>
              <a:spcAft>
                <a:spcPts val="0"/>
              </a:spcAft>
              <a:buNone/>
            </a:pPr>
            <a:r>
              <a:rPr lang="en-US" sz="1500">
                <a:solidFill>
                  <a:srgbClr val="FFFFFF"/>
                </a:solidFill>
                <a:latin typeface="Cambria"/>
                <a:ea typeface="Cambria"/>
                <a:cs typeface="Cambria"/>
                <a:sym typeface="Cambria"/>
              </a:rPr>
              <a:t>Implémentation</a:t>
            </a:r>
            <a:endParaRPr sz="1500">
              <a:solidFill>
                <a:schemeClr val="dk1"/>
              </a:solidFill>
              <a:latin typeface="Cambria"/>
              <a:ea typeface="Cambria"/>
              <a:cs typeface="Cambria"/>
              <a:sym typeface="Cambria"/>
            </a:endParaRPr>
          </a:p>
        </p:txBody>
      </p:sp>
      <p:sp>
        <p:nvSpPr>
          <p:cNvPr id="2603" name="Google Shape;2603;p36"/>
          <p:cNvSpPr txBox="1"/>
          <p:nvPr/>
        </p:nvSpPr>
        <p:spPr>
          <a:xfrm>
            <a:off x="7740000" y="5816654"/>
            <a:ext cx="1513840" cy="393698"/>
          </a:xfrm>
          <a:prstGeom prst="rect">
            <a:avLst/>
          </a:prstGeom>
          <a:solidFill>
            <a:srgbClr val="7D848D"/>
          </a:solidFill>
          <a:ln cap="flat" cmpd="sng" w="19050">
            <a:solidFill>
              <a:srgbClr val="5B5F66"/>
            </a:solidFill>
            <a:prstDash val="solid"/>
            <a:round/>
            <a:headEnd len="sm" w="sm" type="none"/>
            <a:tailEnd len="sm" w="sm" type="none"/>
          </a:ln>
        </p:spPr>
        <p:txBody>
          <a:bodyPr anchorCtr="0" anchor="t" bIns="0" lIns="0" spcFirstLastPara="1" rIns="0" wrap="square" tIns="161275">
            <a:spAutoFit/>
          </a:bodyPr>
          <a:lstStyle/>
          <a:p>
            <a:pPr indent="0" lvl="0" marL="3810" marR="0" rtl="0" algn="ctr">
              <a:spcBef>
                <a:spcPts val="0"/>
              </a:spcBef>
              <a:spcAft>
                <a:spcPts val="0"/>
              </a:spcAft>
              <a:buNone/>
            </a:pPr>
            <a:r>
              <a:rPr lang="en-US" sz="1500">
                <a:solidFill>
                  <a:srgbClr val="FFFFFF"/>
                </a:solidFill>
                <a:latin typeface="Cambria"/>
                <a:ea typeface="Cambria"/>
                <a:cs typeface="Cambria"/>
                <a:sym typeface="Cambria"/>
              </a:rPr>
              <a:t>Tests</a:t>
            </a:r>
            <a:endParaRPr sz="1500">
              <a:solidFill>
                <a:schemeClr val="dk1"/>
              </a:solidFill>
              <a:latin typeface="Cambria"/>
              <a:ea typeface="Cambria"/>
              <a:cs typeface="Cambria"/>
              <a:sym typeface="Cambria"/>
            </a:endParaRPr>
          </a:p>
        </p:txBody>
      </p:sp>
      <p:sp>
        <p:nvSpPr>
          <p:cNvPr id="2604" name="Google Shape;2604;p36"/>
          <p:cNvSpPr/>
          <p:nvPr/>
        </p:nvSpPr>
        <p:spPr>
          <a:xfrm>
            <a:off x="3807445" y="6052976"/>
            <a:ext cx="314325" cy="103505"/>
          </a:xfrm>
          <a:custGeom>
            <a:rect b="b" l="l" r="r" t="t"/>
            <a:pathLst>
              <a:path extrusionOk="0" h="103504" w="314325">
                <a:moveTo>
                  <a:pt x="288789" y="51702"/>
                </a:moveTo>
                <a:lnTo>
                  <a:pt x="218948" y="92443"/>
                </a:lnTo>
                <a:lnTo>
                  <a:pt x="217932" y="96329"/>
                </a:lnTo>
                <a:lnTo>
                  <a:pt x="221488" y="102387"/>
                </a:lnTo>
                <a:lnTo>
                  <a:pt x="225425" y="103403"/>
                </a:lnTo>
                <a:lnTo>
                  <a:pt x="303183" y="58051"/>
                </a:lnTo>
                <a:lnTo>
                  <a:pt x="301371" y="58051"/>
                </a:lnTo>
                <a:lnTo>
                  <a:pt x="301371" y="57188"/>
                </a:lnTo>
                <a:lnTo>
                  <a:pt x="298196" y="57188"/>
                </a:lnTo>
                <a:lnTo>
                  <a:pt x="288789" y="51702"/>
                </a:lnTo>
                <a:close/>
              </a:path>
              <a:path extrusionOk="0" h="103504" w="314325">
                <a:moveTo>
                  <a:pt x="277899" y="45351"/>
                </a:moveTo>
                <a:lnTo>
                  <a:pt x="0" y="45351"/>
                </a:lnTo>
                <a:lnTo>
                  <a:pt x="0" y="58051"/>
                </a:lnTo>
                <a:lnTo>
                  <a:pt x="277905" y="58051"/>
                </a:lnTo>
                <a:lnTo>
                  <a:pt x="288789" y="51702"/>
                </a:lnTo>
                <a:lnTo>
                  <a:pt x="277899" y="45351"/>
                </a:lnTo>
                <a:close/>
              </a:path>
              <a:path extrusionOk="0" h="103504" w="314325">
                <a:moveTo>
                  <a:pt x="303186" y="45351"/>
                </a:moveTo>
                <a:lnTo>
                  <a:pt x="301371" y="45351"/>
                </a:lnTo>
                <a:lnTo>
                  <a:pt x="301371" y="58051"/>
                </a:lnTo>
                <a:lnTo>
                  <a:pt x="303183" y="58051"/>
                </a:lnTo>
                <a:lnTo>
                  <a:pt x="314071" y="51701"/>
                </a:lnTo>
                <a:lnTo>
                  <a:pt x="303186" y="45351"/>
                </a:lnTo>
                <a:close/>
              </a:path>
              <a:path extrusionOk="0" h="103504" w="314325">
                <a:moveTo>
                  <a:pt x="298196" y="46215"/>
                </a:moveTo>
                <a:lnTo>
                  <a:pt x="288789" y="51702"/>
                </a:lnTo>
                <a:lnTo>
                  <a:pt x="298196" y="57188"/>
                </a:lnTo>
                <a:lnTo>
                  <a:pt x="298196" y="46215"/>
                </a:lnTo>
                <a:close/>
              </a:path>
              <a:path extrusionOk="0" h="103504" w="314325">
                <a:moveTo>
                  <a:pt x="301371" y="46215"/>
                </a:moveTo>
                <a:lnTo>
                  <a:pt x="298196" y="46215"/>
                </a:lnTo>
                <a:lnTo>
                  <a:pt x="298196" y="57188"/>
                </a:lnTo>
                <a:lnTo>
                  <a:pt x="301371" y="57188"/>
                </a:lnTo>
                <a:lnTo>
                  <a:pt x="301371" y="46215"/>
                </a:lnTo>
                <a:close/>
              </a:path>
              <a:path extrusionOk="0" h="103504" w="314325">
                <a:moveTo>
                  <a:pt x="225425" y="0"/>
                </a:moveTo>
                <a:lnTo>
                  <a:pt x="221488" y="1028"/>
                </a:lnTo>
                <a:lnTo>
                  <a:pt x="217932" y="7086"/>
                </a:lnTo>
                <a:lnTo>
                  <a:pt x="218948" y="10972"/>
                </a:lnTo>
                <a:lnTo>
                  <a:pt x="288790" y="51701"/>
                </a:lnTo>
                <a:lnTo>
                  <a:pt x="298196" y="46215"/>
                </a:lnTo>
                <a:lnTo>
                  <a:pt x="301371" y="46215"/>
                </a:lnTo>
                <a:lnTo>
                  <a:pt x="301371" y="45351"/>
                </a:lnTo>
                <a:lnTo>
                  <a:pt x="303186" y="45351"/>
                </a:lnTo>
                <a:lnTo>
                  <a:pt x="225425"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5" name="Google Shape;2605;p36"/>
          <p:cNvSpPr/>
          <p:nvPr/>
        </p:nvSpPr>
        <p:spPr>
          <a:xfrm>
            <a:off x="5598400" y="6052976"/>
            <a:ext cx="314325" cy="103505"/>
          </a:xfrm>
          <a:custGeom>
            <a:rect b="b" l="l" r="r" t="t"/>
            <a:pathLst>
              <a:path extrusionOk="0" h="103504" w="314325">
                <a:moveTo>
                  <a:pt x="288789" y="51702"/>
                </a:moveTo>
                <a:lnTo>
                  <a:pt x="218948" y="92443"/>
                </a:lnTo>
                <a:lnTo>
                  <a:pt x="217932" y="96329"/>
                </a:lnTo>
                <a:lnTo>
                  <a:pt x="221487" y="102387"/>
                </a:lnTo>
                <a:lnTo>
                  <a:pt x="225298" y="103403"/>
                </a:lnTo>
                <a:lnTo>
                  <a:pt x="303056" y="58051"/>
                </a:lnTo>
                <a:lnTo>
                  <a:pt x="301371" y="58051"/>
                </a:lnTo>
                <a:lnTo>
                  <a:pt x="301371" y="57188"/>
                </a:lnTo>
                <a:lnTo>
                  <a:pt x="298196" y="57188"/>
                </a:lnTo>
                <a:lnTo>
                  <a:pt x="288789" y="51702"/>
                </a:lnTo>
                <a:close/>
              </a:path>
              <a:path extrusionOk="0" h="103504" w="314325">
                <a:moveTo>
                  <a:pt x="277899" y="45351"/>
                </a:moveTo>
                <a:lnTo>
                  <a:pt x="0" y="45351"/>
                </a:lnTo>
                <a:lnTo>
                  <a:pt x="0" y="58051"/>
                </a:lnTo>
                <a:lnTo>
                  <a:pt x="277905" y="58051"/>
                </a:lnTo>
                <a:lnTo>
                  <a:pt x="288789" y="51702"/>
                </a:lnTo>
                <a:lnTo>
                  <a:pt x="277899" y="45351"/>
                </a:lnTo>
                <a:close/>
              </a:path>
              <a:path extrusionOk="0" h="103504" w="314325">
                <a:moveTo>
                  <a:pt x="303059" y="45351"/>
                </a:moveTo>
                <a:lnTo>
                  <a:pt x="301371" y="45351"/>
                </a:lnTo>
                <a:lnTo>
                  <a:pt x="301371" y="58051"/>
                </a:lnTo>
                <a:lnTo>
                  <a:pt x="303056" y="58051"/>
                </a:lnTo>
                <a:lnTo>
                  <a:pt x="313944" y="51701"/>
                </a:lnTo>
                <a:lnTo>
                  <a:pt x="303059" y="45351"/>
                </a:lnTo>
                <a:close/>
              </a:path>
              <a:path extrusionOk="0" h="103504" w="314325">
                <a:moveTo>
                  <a:pt x="298196" y="46215"/>
                </a:moveTo>
                <a:lnTo>
                  <a:pt x="288789" y="51702"/>
                </a:lnTo>
                <a:lnTo>
                  <a:pt x="298196" y="57188"/>
                </a:lnTo>
                <a:lnTo>
                  <a:pt x="298196" y="46215"/>
                </a:lnTo>
                <a:close/>
              </a:path>
              <a:path extrusionOk="0" h="103504" w="314325">
                <a:moveTo>
                  <a:pt x="301371" y="46215"/>
                </a:moveTo>
                <a:lnTo>
                  <a:pt x="298196" y="46215"/>
                </a:lnTo>
                <a:lnTo>
                  <a:pt x="298196" y="57188"/>
                </a:lnTo>
                <a:lnTo>
                  <a:pt x="301371" y="57188"/>
                </a:lnTo>
                <a:lnTo>
                  <a:pt x="301371" y="46215"/>
                </a:lnTo>
                <a:close/>
              </a:path>
              <a:path extrusionOk="0" h="103504" w="314325">
                <a:moveTo>
                  <a:pt x="225298" y="0"/>
                </a:moveTo>
                <a:lnTo>
                  <a:pt x="221487" y="1028"/>
                </a:lnTo>
                <a:lnTo>
                  <a:pt x="217932" y="7086"/>
                </a:lnTo>
                <a:lnTo>
                  <a:pt x="218948" y="10972"/>
                </a:lnTo>
                <a:lnTo>
                  <a:pt x="288790" y="51701"/>
                </a:lnTo>
                <a:lnTo>
                  <a:pt x="298196" y="46215"/>
                </a:lnTo>
                <a:lnTo>
                  <a:pt x="301371" y="46215"/>
                </a:lnTo>
                <a:lnTo>
                  <a:pt x="301371" y="45351"/>
                </a:lnTo>
                <a:lnTo>
                  <a:pt x="303059" y="45351"/>
                </a:lnTo>
                <a:lnTo>
                  <a:pt x="22529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6" name="Google Shape;2606;p36"/>
          <p:cNvSpPr/>
          <p:nvPr/>
        </p:nvSpPr>
        <p:spPr>
          <a:xfrm>
            <a:off x="7426057" y="6052976"/>
            <a:ext cx="314325" cy="103505"/>
          </a:xfrm>
          <a:custGeom>
            <a:rect b="b" l="l" r="r" t="t"/>
            <a:pathLst>
              <a:path extrusionOk="0" h="103504" w="314325">
                <a:moveTo>
                  <a:pt x="288789" y="51702"/>
                </a:moveTo>
                <a:lnTo>
                  <a:pt x="218947" y="92443"/>
                </a:lnTo>
                <a:lnTo>
                  <a:pt x="217931" y="96329"/>
                </a:lnTo>
                <a:lnTo>
                  <a:pt x="221487" y="102387"/>
                </a:lnTo>
                <a:lnTo>
                  <a:pt x="225425" y="103403"/>
                </a:lnTo>
                <a:lnTo>
                  <a:pt x="303183" y="58051"/>
                </a:lnTo>
                <a:lnTo>
                  <a:pt x="301370" y="58051"/>
                </a:lnTo>
                <a:lnTo>
                  <a:pt x="301370" y="57188"/>
                </a:lnTo>
                <a:lnTo>
                  <a:pt x="298195" y="57188"/>
                </a:lnTo>
                <a:lnTo>
                  <a:pt x="288789" y="51702"/>
                </a:lnTo>
                <a:close/>
              </a:path>
              <a:path extrusionOk="0" h="103504" w="314325">
                <a:moveTo>
                  <a:pt x="277899" y="45351"/>
                </a:moveTo>
                <a:lnTo>
                  <a:pt x="0" y="45351"/>
                </a:lnTo>
                <a:lnTo>
                  <a:pt x="0" y="58051"/>
                </a:lnTo>
                <a:lnTo>
                  <a:pt x="277905" y="58051"/>
                </a:lnTo>
                <a:lnTo>
                  <a:pt x="288789" y="51702"/>
                </a:lnTo>
                <a:lnTo>
                  <a:pt x="277899" y="45351"/>
                </a:lnTo>
                <a:close/>
              </a:path>
              <a:path extrusionOk="0" h="103504" w="314325">
                <a:moveTo>
                  <a:pt x="303186" y="45351"/>
                </a:moveTo>
                <a:lnTo>
                  <a:pt x="301370" y="45351"/>
                </a:lnTo>
                <a:lnTo>
                  <a:pt x="301370" y="58051"/>
                </a:lnTo>
                <a:lnTo>
                  <a:pt x="303183" y="58051"/>
                </a:lnTo>
                <a:lnTo>
                  <a:pt x="314070" y="51701"/>
                </a:lnTo>
                <a:lnTo>
                  <a:pt x="303186" y="45351"/>
                </a:lnTo>
                <a:close/>
              </a:path>
              <a:path extrusionOk="0" h="103504" w="314325">
                <a:moveTo>
                  <a:pt x="298195" y="46215"/>
                </a:moveTo>
                <a:lnTo>
                  <a:pt x="288789" y="51702"/>
                </a:lnTo>
                <a:lnTo>
                  <a:pt x="298195" y="57188"/>
                </a:lnTo>
                <a:lnTo>
                  <a:pt x="298195" y="46215"/>
                </a:lnTo>
                <a:close/>
              </a:path>
              <a:path extrusionOk="0" h="103504" w="314325">
                <a:moveTo>
                  <a:pt x="301370" y="46215"/>
                </a:moveTo>
                <a:lnTo>
                  <a:pt x="298195" y="46215"/>
                </a:lnTo>
                <a:lnTo>
                  <a:pt x="298195" y="57188"/>
                </a:lnTo>
                <a:lnTo>
                  <a:pt x="301370" y="57188"/>
                </a:lnTo>
                <a:lnTo>
                  <a:pt x="301370" y="46215"/>
                </a:lnTo>
                <a:close/>
              </a:path>
              <a:path extrusionOk="0" h="103504" w="314325">
                <a:moveTo>
                  <a:pt x="225425" y="0"/>
                </a:moveTo>
                <a:lnTo>
                  <a:pt x="221487" y="1028"/>
                </a:lnTo>
                <a:lnTo>
                  <a:pt x="217931" y="7086"/>
                </a:lnTo>
                <a:lnTo>
                  <a:pt x="218947" y="10972"/>
                </a:lnTo>
                <a:lnTo>
                  <a:pt x="288790" y="51701"/>
                </a:lnTo>
                <a:lnTo>
                  <a:pt x="298195" y="46215"/>
                </a:lnTo>
                <a:lnTo>
                  <a:pt x="301370" y="46215"/>
                </a:lnTo>
                <a:lnTo>
                  <a:pt x="301370" y="45351"/>
                </a:lnTo>
                <a:lnTo>
                  <a:pt x="303186" y="45351"/>
                </a:lnTo>
                <a:lnTo>
                  <a:pt x="225425"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10" name="Shape 2610"/>
        <p:cNvGrpSpPr/>
        <p:nvPr/>
      </p:nvGrpSpPr>
      <p:grpSpPr>
        <a:xfrm>
          <a:off x="0" y="0"/>
          <a:ext cx="0" cy="0"/>
          <a:chOff x="0" y="0"/>
          <a:chExt cx="0" cy="0"/>
        </a:xfrm>
      </p:grpSpPr>
      <p:sp>
        <p:nvSpPr>
          <p:cNvPr id="2611" name="Google Shape;2611;p3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612" name="Google Shape;2612;p3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pic>
        <p:nvPicPr>
          <p:cNvPr id="2613" name="Google Shape;2613;p3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14" name="Google Shape;2614;p37"/>
          <p:cNvSpPr txBox="1"/>
          <p:nvPr>
            <p:ph type="title"/>
          </p:nvPr>
        </p:nvSpPr>
        <p:spPr>
          <a:xfrm>
            <a:off x="478303" y="2053641"/>
            <a:ext cx="4515728"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0" lang="en-US">
                <a:solidFill>
                  <a:srgbClr val="FFFFFF"/>
                </a:solidFill>
                <a:latin typeface="Times New Roman"/>
                <a:ea typeface="Times New Roman"/>
                <a:cs typeface="Times New Roman"/>
                <a:sym typeface="Times New Roman"/>
              </a:rPr>
              <a:t>Modèle itératif : incrémentale </a:t>
            </a:r>
            <a:endParaRPr/>
          </a:p>
        </p:txBody>
      </p:sp>
      <p:sp>
        <p:nvSpPr>
          <p:cNvPr id="2615" name="Google Shape;2615;p37"/>
          <p:cNvSpPr txBox="1"/>
          <p:nvPr>
            <p:ph idx="4294967295" type="body"/>
          </p:nvPr>
        </p:nvSpPr>
        <p:spPr>
          <a:xfrm>
            <a:off x="5219113" y="1055085"/>
            <a:ext cx="5964702" cy="5230634"/>
          </a:xfrm>
          <a:prstGeom prst="rect">
            <a:avLst/>
          </a:prstGeom>
          <a:noFill/>
          <a:ln>
            <a:noFill/>
          </a:ln>
        </p:spPr>
        <p:txBody>
          <a:bodyPr anchorCtr="0" anchor="ctr" bIns="45700" lIns="91425" spcFirstLastPara="1" rIns="91425" wrap="square" tIns="45700">
            <a:normAutofit/>
          </a:bodyPr>
          <a:lstStyle/>
          <a:p>
            <a:pPr indent="-228600" lvl="0" marL="355600" rtl="0" algn="just">
              <a:lnSpc>
                <a:spcPct val="100000"/>
              </a:lnSpc>
              <a:spcBef>
                <a:spcPts val="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Développement de fonctionnalités à  risque en  premier</a:t>
            </a:r>
            <a:endParaRPr/>
          </a:p>
          <a:p>
            <a:pPr indent="-228600" lvl="0" marL="355600" rtl="0" algn="just">
              <a:lnSpc>
                <a:spcPct val="100000"/>
              </a:lnSpc>
              <a:spcBef>
                <a:spcPts val="50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Chaque incrément donne un produit  fonctionnel</a:t>
            </a:r>
            <a:endParaRPr sz="2400">
              <a:solidFill>
                <a:srgbClr val="000000"/>
              </a:solidFill>
              <a:latin typeface="Times New Roman"/>
              <a:ea typeface="Times New Roman"/>
              <a:cs typeface="Times New Roman"/>
              <a:sym typeface="Times New Roman"/>
            </a:endParaRPr>
          </a:p>
          <a:p>
            <a:pPr indent="-228600" lvl="0" marL="355600" rtl="0" algn="just">
              <a:lnSpc>
                <a:spcPct val="100000"/>
              </a:lnSpc>
              <a:spcBef>
                <a:spcPts val="48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Le client intervient à  la fin de chaque  incrément</a:t>
            </a:r>
            <a:endParaRPr sz="2400">
              <a:solidFill>
                <a:srgbClr val="000000"/>
              </a:solidFill>
              <a:latin typeface="Times New Roman"/>
              <a:ea typeface="Times New Roman"/>
              <a:cs typeface="Times New Roman"/>
              <a:sym typeface="Times New Roman"/>
            </a:endParaRPr>
          </a:p>
          <a:p>
            <a:pPr indent="-228600" lvl="0" marL="355600" rtl="0" algn="just">
              <a:lnSpc>
                <a:spcPct val="100000"/>
              </a:lnSpc>
              <a:spcBef>
                <a:spcPts val="50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Utiliser l’approche </a:t>
            </a:r>
            <a:r>
              <a:rPr b="1" lang="en-US" sz="2400">
                <a:solidFill>
                  <a:srgbClr val="9D1217"/>
                </a:solidFill>
                <a:latin typeface="Times New Roman"/>
                <a:ea typeface="Times New Roman"/>
                <a:cs typeface="Times New Roman"/>
                <a:sym typeface="Times New Roman"/>
              </a:rPr>
              <a:t>«  diviser pour régner »</a:t>
            </a:r>
            <a:endParaRPr/>
          </a:p>
          <a:p>
            <a:pPr indent="-228600" lvl="0" marL="355600" rtl="0" algn="just">
              <a:lnSpc>
                <a:spcPct val="100000"/>
              </a:lnSpc>
              <a:spcBef>
                <a:spcPts val="48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Le client entre en relation avec le produit très   tôt</a:t>
            </a:r>
            <a:endParaRPr sz="2400">
              <a:solidFill>
                <a:srgbClr val="000000"/>
              </a:solidFill>
              <a:latin typeface="Times New Roman"/>
              <a:ea typeface="Times New Roman"/>
              <a:cs typeface="Times New Roman"/>
              <a:sym typeface="Times New Roman"/>
            </a:endParaRPr>
          </a:p>
          <a:p>
            <a:pPr indent="-76200" lvl="0" marL="228600" rtl="0" algn="just">
              <a:lnSpc>
                <a:spcPct val="100000"/>
              </a:lnSpc>
              <a:spcBef>
                <a:spcPts val="100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p:txBody>
      </p:sp>
      <p:sp>
        <p:nvSpPr>
          <p:cNvPr id="2616" name="Google Shape;2616;p37"/>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latin typeface="Times New Roman"/>
                <a:ea typeface="Times New Roman"/>
                <a:cs typeface="Times New Roman"/>
                <a:sym typeface="Times New Roman"/>
              </a:rPr>
              <a:t>‹#›</a:t>
            </a:fld>
            <a:endParaRPr sz="1000">
              <a:solidFill>
                <a:srgbClr val="898989"/>
              </a:solidFill>
              <a:latin typeface="Times New Roman"/>
              <a:ea typeface="Times New Roman"/>
              <a:cs typeface="Times New Roman"/>
              <a:sym typeface="Times New Roman"/>
            </a:endParaRPr>
          </a:p>
        </p:txBody>
      </p:sp>
      <p:sp>
        <p:nvSpPr>
          <p:cNvPr id="2617" name="Google Shape;2617;p37"/>
          <p:cNvSpPr txBox="1"/>
          <p:nvPr/>
        </p:nvSpPr>
        <p:spPr>
          <a:xfrm>
            <a:off x="6720684" y="610664"/>
            <a:ext cx="14604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41661"/>
                </a:solidFill>
                <a:latin typeface="Times New Roman"/>
                <a:ea typeface="Times New Roman"/>
                <a:cs typeface="Times New Roman"/>
                <a:sym typeface="Times New Roman"/>
              </a:rPr>
              <a:t>Avantages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1" name="Shape 2621"/>
        <p:cNvGrpSpPr/>
        <p:nvPr/>
      </p:nvGrpSpPr>
      <p:grpSpPr>
        <a:xfrm>
          <a:off x="0" y="0"/>
          <a:ext cx="0" cy="0"/>
          <a:chOff x="0" y="0"/>
          <a:chExt cx="0" cy="0"/>
        </a:xfrm>
      </p:grpSpPr>
      <p:sp>
        <p:nvSpPr>
          <p:cNvPr id="2622" name="Google Shape;2622;p3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3" name="Google Shape;2623;p38"/>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624" name="Google Shape;2624;p3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25" name="Google Shape;2625;p38"/>
          <p:cNvSpPr txBox="1"/>
          <p:nvPr>
            <p:ph type="title"/>
          </p:nvPr>
        </p:nvSpPr>
        <p:spPr>
          <a:xfrm>
            <a:off x="640079" y="2053641"/>
            <a:ext cx="3889718"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lang="en-US">
                <a:solidFill>
                  <a:srgbClr val="FFFFFF"/>
                </a:solidFill>
                <a:latin typeface="Times New Roman"/>
                <a:ea typeface="Times New Roman"/>
                <a:cs typeface="Times New Roman"/>
                <a:sym typeface="Times New Roman"/>
              </a:rPr>
              <a:t>Modèle itératif : incrémentale </a:t>
            </a:r>
            <a:endParaRPr/>
          </a:p>
        </p:txBody>
      </p:sp>
      <p:sp>
        <p:nvSpPr>
          <p:cNvPr id="2626" name="Google Shape;2626;p38"/>
          <p:cNvSpPr txBox="1"/>
          <p:nvPr>
            <p:ph idx="4294967295" type="body"/>
          </p:nvPr>
        </p:nvSpPr>
        <p:spPr>
          <a:xfrm>
            <a:off x="5641145" y="1413340"/>
            <a:ext cx="5755513" cy="4619159"/>
          </a:xfrm>
          <a:prstGeom prst="rect">
            <a:avLst/>
          </a:prstGeom>
          <a:noFill/>
          <a:ln>
            <a:noFill/>
          </a:ln>
        </p:spPr>
        <p:txBody>
          <a:bodyPr anchorCtr="0" anchor="ctr" bIns="45700" lIns="91425" spcFirstLastPara="1" rIns="91425" wrap="square" tIns="45700">
            <a:normAutofit/>
          </a:bodyPr>
          <a:lstStyle/>
          <a:p>
            <a:pPr indent="-228600" lvl="0" marL="355600" rtl="0" algn="just">
              <a:lnSpc>
                <a:spcPct val="150000"/>
              </a:lnSpc>
              <a:spcBef>
                <a:spcPts val="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Exige une bonne planification et une bonne  conception</a:t>
            </a:r>
            <a:endParaRPr sz="2400">
              <a:solidFill>
                <a:srgbClr val="000000"/>
              </a:solidFill>
              <a:latin typeface="Times New Roman"/>
              <a:ea typeface="Times New Roman"/>
              <a:cs typeface="Times New Roman"/>
              <a:sym typeface="Times New Roman"/>
            </a:endParaRPr>
          </a:p>
          <a:p>
            <a:pPr indent="-228600" lvl="0" marL="355600" marR="567055" rtl="0" algn="just">
              <a:lnSpc>
                <a:spcPct val="150000"/>
              </a:lnSpc>
              <a:spcBef>
                <a:spcPts val="62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Exige une vision sur le produit fini pour pouvoir le  diviser en incréments</a:t>
            </a:r>
            <a:endParaRPr sz="2400">
              <a:solidFill>
                <a:srgbClr val="000000"/>
              </a:solidFill>
              <a:latin typeface="Times New Roman"/>
              <a:ea typeface="Times New Roman"/>
              <a:cs typeface="Times New Roman"/>
              <a:sym typeface="Times New Roman"/>
            </a:endParaRPr>
          </a:p>
          <a:p>
            <a:pPr indent="-228600" lvl="0" marL="355600" rtl="0" algn="just">
              <a:lnSpc>
                <a:spcPct val="150000"/>
              </a:lnSpc>
              <a:spcBef>
                <a:spcPts val="40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Le coût total du système peut être  cher</a:t>
            </a:r>
            <a:endParaRPr sz="2400">
              <a:solidFill>
                <a:srgbClr val="000000"/>
              </a:solidFill>
              <a:latin typeface="Times New Roman"/>
              <a:ea typeface="Times New Roman"/>
              <a:cs typeface="Times New Roman"/>
              <a:sym typeface="Times New Roman"/>
            </a:endParaRPr>
          </a:p>
        </p:txBody>
      </p:sp>
      <p:sp>
        <p:nvSpPr>
          <p:cNvPr id="2627" name="Google Shape;2627;p38"/>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628" name="Google Shape;2628;p38"/>
          <p:cNvSpPr txBox="1"/>
          <p:nvPr/>
        </p:nvSpPr>
        <p:spPr>
          <a:xfrm>
            <a:off x="6420907" y="951676"/>
            <a:ext cx="19279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41661"/>
                </a:solidFill>
                <a:latin typeface="Times New Roman"/>
                <a:ea typeface="Times New Roman"/>
                <a:cs typeface="Times New Roman"/>
                <a:sym typeface="Times New Roman"/>
              </a:rPr>
              <a:t>Inconvénients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2" name="Shape 2632"/>
        <p:cNvGrpSpPr/>
        <p:nvPr/>
      </p:nvGrpSpPr>
      <p:grpSpPr>
        <a:xfrm>
          <a:off x="0" y="0"/>
          <a:ext cx="0" cy="0"/>
          <a:chOff x="0" y="0"/>
          <a:chExt cx="0" cy="0"/>
        </a:xfrm>
      </p:grpSpPr>
      <p:sp>
        <p:nvSpPr>
          <p:cNvPr id="2633" name="Google Shape;2633;p39"/>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634" name="Google Shape;2634;p39"/>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pic>
        <p:nvPicPr>
          <p:cNvPr id="2635" name="Google Shape;2635;p3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36" name="Google Shape;2636;p39"/>
          <p:cNvSpPr txBox="1"/>
          <p:nvPr>
            <p:ph type="title"/>
          </p:nvPr>
        </p:nvSpPr>
        <p:spPr>
          <a:xfrm>
            <a:off x="640079" y="2053641"/>
            <a:ext cx="3861583"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0" lang="en-US">
                <a:solidFill>
                  <a:srgbClr val="FFFFFF"/>
                </a:solidFill>
                <a:latin typeface="Times New Roman"/>
                <a:ea typeface="Times New Roman"/>
                <a:cs typeface="Times New Roman"/>
                <a:sym typeface="Times New Roman"/>
              </a:rPr>
              <a:t>Modèle itératif : incrémentale </a:t>
            </a:r>
            <a:endParaRPr/>
          </a:p>
        </p:txBody>
      </p:sp>
      <p:sp>
        <p:nvSpPr>
          <p:cNvPr id="2637" name="Google Shape;2637;p39"/>
          <p:cNvSpPr txBox="1"/>
          <p:nvPr>
            <p:ph idx="4294967295" type="body"/>
          </p:nvPr>
        </p:nvSpPr>
        <p:spPr>
          <a:xfrm>
            <a:off x="5314548" y="1026950"/>
            <a:ext cx="6082110" cy="5230634"/>
          </a:xfrm>
          <a:prstGeom prst="rect">
            <a:avLst/>
          </a:prstGeom>
          <a:noFill/>
          <a:ln>
            <a:noFill/>
          </a:ln>
        </p:spPr>
        <p:txBody>
          <a:bodyPr anchorCtr="0" anchor="ctr" bIns="45700" lIns="91425" spcFirstLastPara="1" rIns="91425" wrap="square" tIns="45700">
            <a:normAutofit/>
          </a:bodyPr>
          <a:lstStyle/>
          <a:p>
            <a:pPr indent="-228600" lvl="0" marL="355600" rtl="0" algn="just">
              <a:lnSpc>
                <a:spcPct val="150000"/>
              </a:lnSpc>
              <a:spcBef>
                <a:spcPts val="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Quand la plupart des spécifications sont connues à l’avances et vont être sujettes à  de faibles évolutions</a:t>
            </a:r>
            <a:endParaRPr sz="2400">
              <a:solidFill>
                <a:srgbClr val="000000"/>
              </a:solidFill>
              <a:latin typeface="Times New Roman"/>
              <a:ea typeface="Times New Roman"/>
              <a:cs typeface="Times New Roman"/>
              <a:sym typeface="Times New Roman"/>
            </a:endParaRPr>
          </a:p>
          <a:p>
            <a:pPr indent="-228600" lvl="0" marL="355600" rtl="0" algn="just">
              <a:lnSpc>
                <a:spcPct val="150000"/>
              </a:lnSpc>
              <a:spcBef>
                <a:spcPts val="50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Quand on veut rapidement un produit  fonctionnel</a:t>
            </a:r>
            <a:endParaRPr sz="2400">
              <a:solidFill>
                <a:srgbClr val="000000"/>
              </a:solidFill>
              <a:latin typeface="Times New Roman"/>
              <a:ea typeface="Times New Roman"/>
              <a:cs typeface="Times New Roman"/>
              <a:sym typeface="Times New Roman"/>
            </a:endParaRPr>
          </a:p>
          <a:p>
            <a:pPr indent="-228600" lvl="0" marL="355600" rtl="0" algn="just">
              <a:lnSpc>
                <a:spcPct val="150000"/>
              </a:lnSpc>
              <a:spcBef>
                <a:spcPts val="48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Pour des projets de longues  durées</a:t>
            </a:r>
            <a:endParaRPr sz="2400">
              <a:solidFill>
                <a:srgbClr val="000000"/>
              </a:solidFill>
              <a:latin typeface="Times New Roman"/>
              <a:ea typeface="Times New Roman"/>
              <a:cs typeface="Times New Roman"/>
              <a:sym typeface="Times New Roman"/>
            </a:endParaRPr>
          </a:p>
          <a:p>
            <a:pPr indent="-228600" lvl="0" marL="355600" rtl="0" algn="just">
              <a:lnSpc>
                <a:spcPct val="150000"/>
              </a:lnSpc>
              <a:spcBef>
                <a:spcPts val="50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Pour des projets impliquant de nouvelles  technologies</a:t>
            </a:r>
            <a:endParaRPr sz="2400">
              <a:solidFill>
                <a:srgbClr val="000000"/>
              </a:solidFill>
              <a:latin typeface="Times New Roman"/>
              <a:ea typeface="Times New Roman"/>
              <a:cs typeface="Times New Roman"/>
              <a:sym typeface="Times New Roman"/>
            </a:endParaRPr>
          </a:p>
        </p:txBody>
      </p:sp>
      <p:sp>
        <p:nvSpPr>
          <p:cNvPr id="2638" name="Google Shape;2638;p39"/>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latin typeface="Times New Roman"/>
                <a:ea typeface="Times New Roman"/>
                <a:cs typeface="Times New Roman"/>
                <a:sym typeface="Times New Roman"/>
              </a:rPr>
              <a:t>‹#›</a:t>
            </a:fld>
            <a:endParaRPr sz="1000">
              <a:solidFill>
                <a:srgbClr val="898989"/>
              </a:solidFill>
              <a:latin typeface="Times New Roman"/>
              <a:ea typeface="Times New Roman"/>
              <a:cs typeface="Times New Roman"/>
              <a:sym typeface="Times New Roman"/>
            </a:endParaRPr>
          </a:p>
        </p:txBody>
      </p:sp>
      <p:sp>
        <p:nvSpPr>
          <p:cNvPr id="2639" name="Google Shape;2639;p39"/>
          <p:cNvSpPr txBox="1"/>
          <p:nvPr/>
        </p:nvSpPr>
        <p:spPr>
          <a:xfrm>
            <a:off x="6836425" y="571033"/>
            <a:ext cx="230063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41661"/>
                </a:solidFill>
                <a:latin typeface="Times New Roman"/>
                <a:ea typeface="Times New Roman"/>
                <a:cs typeface="Times New Roman"/>
                <a:sym typeface="Times New Roman"/>
              </a:rPr>
              <a:t>Quand l'utiliser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4" name="Shape 2644"/>
        <p:cNvGrpSpPr/>
        <p:nvPr/>
      </p:nvGrpSpPr>
      <p:grpSpPr>
        <a:xfrm>
          <a:off x="0" y="0"/>
          <a:ext cx="0" cy="0"/>
          <a:chOff x="0" y="0"/>
          <a:chExt cx="0" cy="0"/>
        </a:xfrm>
      </p:grpSpPr>
      <p:sp>
        <p:nvSpPr>
          <p:cNvPr id="2645" name="Google Shape;2645;p40"/>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6" name="Google Shape;2646;p40"/>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647" name="Google Shape;2647;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48" name="Google Shape;2648;p40"/>
          <p:cNvSpPr txBox="1"/>
          <p:nvPr>
            <p:ph type="title"/>
          </p:nvPr>
        </p:nvSpPr>
        <p:spPr>
          <a:xfrm>
            <a:off x="205499" y="2053641"/>
            <a:ext cx="4633787"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Modèles itératifs : en spirale</a:t>
            </a:r>
            <a:endParaRPr/>
          </a:p>
        </p:txBody>
      </p:sp>
      <p:sp>
        <p:nvSpPr>
          <p:cNvPr id="2649" name="Google Shape;2649;p40"/>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650" name="Google Shape;2650;p40"/>
          <p:cNvSpPr/>
          <p:nvPr/>
        </p:nvSpPr>
        <p:spPr>
          <a:xfrm>
            <a:off x="4949318" y="320231"/>
            <a:ext cx="6825340" cy="577805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54" name="Shape 2654"/>
        <p:cNvGrpSpPr/>
        <p:nvPr/>
      </p:nvGrpSpPr>
      <p:grpSpPr>
        <a:xfrm>
          <a:off x="0" y="0"/>
          <a:ext cx="0" cy="0"/>
          <a:chOff x="0" y="0"/>
          <a:chExt cx="0" cy="0"/>
        </a:xfrm>
      </p:grpSpPr>
      <p:sp>
        <p:nvSpPr>
          <p:cNvPr id="2655" name="Google Shape;2655;p41"/>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6" name="Google Shape;2656;p41"/>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657" name="Google Shape;2657;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58" name="Google Shape;2658;p41"/>
          <p:cNvSpPr txBox="1"/>
          <p:nvPr>
            <p:ph type="title"/>
          </p:nvPr>
        </p:nvSpPr>
        <p:spPr>
          <a:xfrm>
            <a:off x="450167" y="2053641"/>
            <a:ext cx="4206240"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itératif : en spirale</a:t>
            </a:r>
            <a:endParaRPr b="1">
              <a:solidFill>
                <a:srgbClr val="FFFFFF"/>
              </a:solidFill>
              <a:latin typeface="Times New Roman"/>
              <a:ea typeface="Times New Roman"/>
              <a:cs typeface="Times New Roman"/>
              <a:sym typeface="Times New Roman"/>
            </a:endParaRPr>
          </a:p>
        </p:txBody>
      </p:sp>
      <p:sp>
        <p:nvSpPr>
          <p:cNvPr id="2659" name="Google Shape;2659;p41"/>
          <p:cNvSpPr txBox="1"/>
          <p:nvPr>
            <p:ph idx="4294967295" type="body"/>
          </p:nvPr>
        </p:nvSpPr>
        <p:spPr>
          <a:xfrm>
            <a:off x="5866228" y="801866"/>
            <a:ext cx="5530430" cy="5230634"/>
          </a:xfrm>
          <a:prstGeom prst="rect">
            <a:avLst/>
          </a:prstGeom>
          <a:noFill/>
          <a:ln>
            <a:noFill/>
          </a:ln>
        </p:spPr>
        <p:txBody>
          <a:bodyPr anchorCtr="0" anchor="ctr" bIns="45700" lIns="91425" spcFirstLastPara="1" rIns="91425" wrap="square" tIns="45700">
            <a:normAutofit/>
          </a:bodyPr>
          <a:lstStyle/>
          <a:p>
            <a:pPr indent="0" lvl="0" marL="0" rtl="0" algn="just">
              <a:lnSpc>
                <a:spcPct val="150000"/>
              </a:lnSpc>
              <a:spcBef>
                <a:spcPts val="0"/>
              </a:spcBef>
              <a:spcAft>
                <a:spcPts val="0"/>
              </a:spcAft>
              <a:buClr>
                <a:srgbClr val="9D1217"/>
              </a:buClr>
              <a:buSzPts val="2400"/>
              <a:buNone/>
            </a:pPr>
            <a:r>
              <a:rPr b="1" lang="en-US" sz="2400">
                <a:solidFill>
                  <a:srgbClr val="9D1217"/>
                </a:solidFill>
                <a:latin typeface="Times New Roman"/>
                <a:ea typeface="Times New Roman"/>
                <a:cs typeface="Times New Roman"/>
                <a:sym typeface="Times New Roman"/>
              </a:rPr>
              <a:t>Détermination des objectifs</a:t>
            </a:r>
            <a:endParaRPr b="1" sz="2400">
              <a:solidFill>
                <a:srgbClr val="9D1217"/>
              </a:solidFill>
              <a:latin typeface="Times New Roman"/>
              <a:ea typeface="Times New Roman"/>
              <a:cs typeface="Times New Roman"/>
              <a:sym typeface="Times New Roman"/>
            </a:endParaRPr>
          </a:p>
          <a:p>
            <a:pPr indent="0" lvl="0" marL="0" rtl="0" algn="just">
              <a:lnSpc>
                <a:spcPct val="150000"/>
              </a:lnSpc>
              <a:spcBef>
                <a:spcPts val="100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228600" lvl="0" marL="355600" rtl="0" algn="just">
              <a:lnSpc>
                <a:spcPct val="150000"/>
              </a:lnSpc>
              <a:spcBef>
                <a:spcPts val="48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En terme de fonctionnalité, de performance, de   coût, etc.</a:t>
            </a:r>
            <a:endParaRPr sz="2400">
              <a:solidFill>
                <a:srgbClr val="000000"/>
              </a:solidFill>
              <a:latin typeface="Times New Roman"/>
              <a:ea typeface="Times New Roman"/>
              <a:cs typeface="Times New Roman"/>
              <a:sym typeface="Times New Roman"/>
            </a:endParaRPr>
          </a:p>
          <a:p>
            <a:pPr indent="-228600" lvl="0" marL="355600" marR="909955" rtl="0" algn="just">
              <a:lnSpc>
                <a:spcPct val="150000"/>
              </a:lnSpc>
              <a:spcBef>
                <a:spcPts val="62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Déterminer les alternatives : développer, réutiliser,  acheter, sous-traiter, etc.</a:t>
            </a:r>
            <a:endParaRPr sz="2400">
              <a:solidFill>
                <a:srgbClr val="000000"/>
              </a:solidFill>
              <a:latin typeface="Times New Roman"/>
              <a:ea typeface="Times New Roman"/>
              <a:cs typeface="Times New Roman"/>
              <a:sym typeface="Times New Roman"/>
            </a:endParaRPr>
          </a:p>
          <a:p>
            <a:pPr indent="-228600" lvl="0" marL="355600" rtl="0" algn="just">
              <a:lnSpc>
                <a:spcPct val="150000"/>
              </a:lnSpc>
              <a:spcBef>
                <a:spcPts val="40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Contraintes :  coûts, plannings,  etc.</a:t>
            </a:r>
            <a:endParaRPr sz="2400">
              <a:solidFill>
                <a:srgbClr val="000000"/>
              </a:solidFill>
              <a:latin typeface="Times New Roman"/>
              <a:ea typeface="Times New Roman"/>
              <a:cs typeface="Times New Roman"/>
              <a:sym typeface="Times New Roman"/>
            </a:endParaRPr>
          </a:p>
        </p:txBody>
      </p:sp>
      <p:sp>
        <p:nvSpPr>
          <p:cNvPr id="2660" name="Google Shape;2660;p41"/>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4" name="Shape 2664"/>
        <p:cNvGrpSpPr/>
        <p:nvPr/>
      </p:nvGrpSpPr>
      <p:grpSpPr>
        <a:xfrm>
          <a:off x="0" y="0"/>
          <a:ext cx="0" cy="0"/>
          <a:chOff x="0" y="0"/>
          <a:chExt cx="0" cy="0"/>
        </a:xfrm>
      </p:grpSpPr>
      <p:sp>
        <p:nvSpPr>
          <p:cNvPr id="2665" name="Google Shape;2665;p4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6" name="Google Shape;2666;p42"/>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667" name="Google Shape;2667;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68" name="Google Shape;2668;p42"/>
          <p:cNvSpPr txBox="1"/>
          <p:nvPr>
            <p:ph type="title"/>
          </p:nvPr>
        </p:nvSpPr>
        <p:spPr>
          <a:xfrm>
            <a:off x="288385" y="2053641"/>
            <a:ext cx="4494629"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itératif : en spirale</a:t>
            </a:r>
            <a:endParaRPr b="1">
              <a:solidFill>
                <a:srgbClr val="FFFFFF"/>
              </a:solidFill>
              <a:latin typeface="Times New Roman"/>
              <a:ea typeface="Times New Roman"/>
              <a:cs typeface="Times New Roman"/>
              <a:sym typeface="Times New Roman"/>
            </a:endParaRPr>
          </a:p>
        </p:txBody>
      </p:sp>
      <p:sp>
        <p:nvSpPr>
          <p:cNvPr id="2669" name="Google Shape;2669;p42"/>
          <p:cNvSpPr txBox="1"/>
          <p:nvPr>
            <p:ph idx="4294967295" type="body"/>
          </p:nvPr>
        </p:nvSpPr>
        <p:spPr>
          <a:xfrm>
            <a:off x="5314548" y="418707"/>
            <a:ext cx="6082110" cy="5903471"/>
          </a:xfrm>
          <a:prstGeom prst="rect">
            <a:avLst/>
          </a:prstGeom>
          <a:noFill/>
          <a:ln>
            <a:noFill/>
          </a:ln>
        </p:spPr>
        <p:txBody>
          <a:bodyPr anchorCtr="0" anchor="ctr" bIns="45700" lIns="91425" spcFirstLastPara="1" rIns="91425" wrap="square" tIns="45700">
            <a:normAutofit/>
          </a:bodyPr>
          <a:lstStyle/>
          <a:p>
            <a:pPr indent="0" lvl="0" marL="0" rtl="0" algn="just">
              <a:lnSpc>
                <a:spcPct val="150000"/>
              </a:lnSpc>
              <a:spcBef>
                <a:spcPts val="0"/>
              </a:spcBef>
              <a:spcAft>
                <a:spcPts val="0"/>
              </a:spcAft>
              <a:buClr>
                <a:srgbClr val="9D1217"/>
              </a:buClr>
              <a:buSzPts val="2400"/>
              <a:buNone/>
            </a:pPr>
            <a:r>
              <a:rPr b="1" lang="en-US" sz="2400">
                <a:solidFill>
                  <a:srgbClr val="9D1217"/>
                </a:solidFill>
                <a:latin typeface="Times New Roman"/>
                <a:ea typeface="Times New Roman"/>
                <a:cs typeface="Times New Roman"/>
                <a:sym typeface="Times New Roman"/>
              </a:rPr>
              <a:t>Identification et évaluation de  risques</a:t>
            </a:r>
            <a:endParaRPr b="1" sz="2400">
              <a:solidFill>
                <a:srgbClr val="9D1217"/>
              </a:solidFill>
              <a:latin typeface="Times New Roman"/>
              <a:ea typeface="Times New Roman"/>
              <a:cs typeface="Times New Roman"/>
              <a:sym typeface="Times New Roman"/>
            </a:endParaRPr>
          </a:p>
          <a:p>
            <a:pPr indent="0" lvl="0" marL="0" rtl="0" algn="just">
              <a:lnSpc>
                <a:spcPct val="150000"/>
              </a:lnSpc>
              <a:spcBef>
                <a:spcPts val="100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228600" lvl="0" marL="241300" rtl="0" algn="just">
              <a:lnSpc>
                <a:spcPct val="150000"/>
              </a:lnSpc>
              <a:spcBef>
                <a:spcPts val="48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Etudier les alternatives de  développement</a:t>
            </a:r>
            <a:endParaRPr sz="2400">
              <a:solidFill>
                <a:srgbClr val="000000"/>
              </a:solidFill>
              <a:latin typeface="Times New Roman"/>
              <a:ea typeface="Times New Roman"/>
              <a:cs typeface="Times New Roman"/>
              <a:sym typeface="Times New Roman"/>
            </a:endParaRPr>
          </a:p>
          <a:p>
            <a:pPr indent="-228600" lvl="0" marL="241300" marR="5080" rtl="0" algn="just">
              <a:lnSpc>
                <a:spcPct val="150000"/>
              </a:lnSpc>
              <a:spcBef>
                <a:spcPts val="62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Identification des risques : technologie non maîtrisées,  équipe peu expérimentée, planning trop serré, etc.</a:t>
            </a:r>
            <a:endParaRPr sz="2400">
              <a:solidFill>
                <a:srgbClr val="000000"/>
              </a:solidFill>
              <a:latin typeface="Times New Roman"/>
              <a:ea typeface="Times New Roman"/>
              <a:cs typeface="Times New Roman"/>
              <a:sym typeface="Times New Roman"/>
            </a:endParaRPr>
          </a:p>
          <a:p>
            <a:pPr indent="-228600" lvl="0" marL="241300" marR="600075" rtl="0" algn="just">
              <a:lnSpc>
                <a:spcPct val="150000"/>
              </a:lnSpc>
              <a:spcBef>
                <a:spcPts val="52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Evaluation des risques : voir si les risques peuvent  impacter le projet et à  quel degré</a:t>
            </a:r>
            <a:endParaRPr sz="2400">
              <a:solidFill>
                <a:srgbClr val="000000"/>
              </a:solidFill>
              <a:latin typeface="Times New Roman"/>
              <a:ea typeface="Times New Roman"/>
              <a:cs typeface="Times New Roman"/>
              <a:sym typeface="Times New Roman"/>
            </a:endParaRPr>
          </a:p>
        </p:txBody>
      </p:sp>
      <p:sp>
        <p:nvSpPr>
          <p:cNvPr id="2670" name="Google Shape;2670;p4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74" name="Shape 2674"/>
        <p:cNvGrpSpPr/>
        <p:nvPr/>
      </p:nvGrpSpPr>
      <p:grpSpPr>
        <a:xfrm>
          <a:off x="0" y="0"/>
          <a:ext cx="0" cy="0"/>
          <a:chOff x="0" y="0"/>
          <a:chExt cx="0" cy="0"/>
        </a:xfrm>
      </p:grpSpPr>
      <p:sp>
        <p:nvSpPr>
          <p:cNvPr id="2675" name="Google Shape;2675;p4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6" name="Google Shape;2676;p43"/>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677" name="Google Shape;2677;p4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78" name="Google Shape;2678;p43"/>
          <p:cNvSpPr txBox="1"/>
          <p:nvPr>
            <p:ph type="title"/>
          </p:nvPr>
        </p:nvSpPr>
        <p:spPr>
          <a:xfrm>
            <a:off x="337625" y="2053641"/>
            <a:ext cx="4107766"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 itératif : en spirale</a:t>
            </a:r>
            <a:endParaRPr b="1">
              <a:solidFill>
                <a:srgbClr val="FFFFFF"/>
              </a:solidFill>
              <a:latin typeface="Times New Roman"/>
              <a:ea typeface="Times New Roman"/>
              <a:cs typeface="Times New Roman"/>
              <a:sym typeface="Times New Roman"/>
            </a:endParaRPr>
          </a:p>
        </p:txBody>
      </p:sp>
      <p:sp>
        <p:nvSpPr>
          <p:cNvPr id="2679" name="Google Shape;2679;p43"/>
          <p:cNvSpPr txBox="1"/>
          <p:nvPr>
            <p:ph idx="4294967295" type="body"/>
          </p:nvPr>
        </p:nvSpPr>
        <p:spPr>
          <a:xfrm>
            <a:off x="5641145" y="801866"/>
            <a:ext cx="5755513" cy="5230634"/>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9D1217"/>
              </a:buClr>
              <a:buSzPts val="2400"/>
              <a:buNone/>
            </a:pPr>
            <a:r>
              <a:rPr b="1" lang="en-US" sz="2400">
                <a:solidFill>
                  <a:srgbClr val="9D1217"/>
                </a:solidFill>
                <a:latin typeface="Times New Roman"/>
                <a:ea typeface="Times New Roman"/>
                <a:cs typeface="Times New Roman"/>
                <a:sym typeface="Times New Roman"/>
              </a:rPr>
              <a:t>Développement et test</a:t>
            </a:r>
            <a:endParaRPr/>
          </a:p>
          <a:p>
            <a:pPr indent="0" lvl="0" marL="0" rtl="0" algn="just">
              <a:lnSpc>
                <a:spcPct val="100000"/>
              </a:lnSpc>
              <a:spcBef>
                <a:spcPts val="100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228600" lvl="0" marL="241300" marR="5080" rtl="0" algn="just">
              <a:lnSpc>
                <a:spcPct val="100000"/>
              </a:lnSpc>
              <a:spcBef>
                <a:spcPts val="100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Contient pratiquement la plupart des activités :  conception, codage, test,   etc.</a:t>
            </a:r>
            <a:endParaRPr sz="2400">
              <a:solidFill>
                <a:srgbClr val="000000"/>
              </a:solidFill>
              <a:latin typeface="Times New Roman"/>
              <a:ea typeface="Times New Roman"/>
              <a:cs typeface="Times New Roman"/>
              <a:sym typeface="Times New Roman"/>
            </a:endParaRPr>
          </a:p>
          <a:p>
            <a:pPr indent="-76200" lvl="0" marL="228600" rtl="0" algn="just">
              <a:lnSpc>
                <a:spcPct val="100000"/>
              </a:lnSpc>
              <a:spcBef>
                <a:spcPts val="30"/>
              </a:spcBef>
              <a:spcAft>
                <a:spcPts val="0"/>
              </a:spcAft>
              <a:buClr>
                <a:srgbClr val="6D9FAF"/>
              </a:buClr>
              <a:buSzPts val="2400"/>
              <a:buNone/>
            </a:pPr>
            <a:r>
              <a:t/>
            </a:r>
            <a:endParaRPr sz="2400">
              <a:solidFill>
                <a:srgbClr val="000000"/>
              </a:solidFill>
              <a:latin typeface="Times New Roman"/>
              <a:ea typeface="Times New Roman"/>
              <a:cs typeface="Times New Roman"/>
              <a:sym typeface="Times New Roman"/>
            </a:endParaRPr>
          </a:p>
          <a:p>
            <a:pPr indent="139700" lvl="0" marL="12700" rtl="0" algn="just">
              <a:lnSpc>
                <a:spcPct val="100000"/>
              </a:lnSpc>
              <a:spcBef>
                <a:spcPts val="5"/>
              </a:spcBef>
              <a:spcAft>
                <a:spcPts val="0"/>
              </a:spcAft>
              <a:buClr>
                <a:schemeClr val="dk1"/>
              </a:buClr>
              <a:buSzPts val="2400"/>
              <a:buNone/>
            </a:pPr>
            <a:r>
              <a:t/>
            </a:r>
            <a:endParaRPr b="1" sz="2400">
              <a:solidFill>
                <a:srgbClr val="000000"/>
              </a:solidFill>
              <a:latin typeface="Times New Roman"/>
              <a:ea typeface="Times New Roman"/>
              <a:cs typeface="Times New Roman"/>
              <a:sym typeface="Times New Roman"/>
            </a:endParaRPr>
          </a:p>
          <a:p>
            <a:pPr indent="0" lvl="0" marL="0" rtl="0" algn="just">
              <a:lnSpc>
                <a:spcPct val="100000"/>
              </a:lnSpc>
              <a:spcBef>
                <a:spcPts val="5"/>
              </a:spcBef>
              <a:spcAft>
                <a:spcPts val="0"/>
              </a:spcAft>
              <a:buClr>
                <a:srgbClr val="9D1217"/>
              </a:buClr>
              <a:buSzPts val="2400"/>
              <a:buNone/>
            </a:pPr>
            <a:r>
              <a:rPr b="1" lang="en-US" sz="2400">
                <a:solidFill>
                  <a:srgbClr val="9D1217"/>
                </a:solidFill>
                <a:latin typeface="Times New Roman"/>
                <a:ea typeface="Times New Roman"/>
                <a:cs typeface="Times New Roman"/>
                <a:sym typeface="Times New Roman"/>
              </a:rPr>
              <a:t>Planification de la prochaine  iteration</a:t>
            </a:r>
            <a:endParaRPr/>
          </a:p>
          <a:p>
            <a:pPr indent="0" lvl="0" marL="0" rtl="0" algn="just">
              <a:lnSpc>
                <a:spcPct val="100000"/>
              </a:lnSpc>
              <a:spcBef>
                <a:spcPts val="5"/>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228600" lvl="0" marL="241300" rtl="0" algn="just">
              <a:lnSpc>
                <a:spcPct val="100000"/>
              </a:lnSpc>
              <a:spcBef>
                <a:spcPts val="50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Un planning de l’itération</a:t>
            </a:r>
            <a:endParaRPr sz="2400">
              <a:solidFill>
                <a:srgbClr val="000000"/>
              </a:solidFill>
              <a:latin typeface="Times New Roman"/>
              <a:ea typeface="Times New Roman"/>
              <a:cs typeface="Times New Roman"/>
              <a:sym typeface="Times New Roman"/>
            </a:endParaRPr>
          </a:p>
          <a:p>
            <a:pPr indent="-228600" lvl="0" marL="241300" rtl="0" algn="just">
              <a:lnSpc>
                <a:spcPct val="100000"/>
              </a:lnSpc>
              <a:spcBef>
                <a:spcPts val="480"/>
              </a:spcBef>
              <a:spcAft>
                <a:spcPts val="0"/>
              </a:spcAft>
              <a:buClr>
                <a:srgbClr val="6D9FAF"/>
              </a:buClr>
              <a:buSzPts val="2400"/>
              <a:buChar char="•"/>
            </a:pPr>
            <a:r>
              <a:rPr lang="en-US" sz="2400">
                <a:solidFill>
                  <a:srgbClr val="000000"/>
                </a:solidFill>
                <a:latin typeface="Times New Roman"/>
                <a:ea typeface="Times New Roman"/>
                <a:cs typeface="Times New Roman"/>
                <a:sym typeface="Times New Roman"/>
              </a:rPr>
              <a:t>Un plan de tests</a:t>
            </a:r>
            <a:endParaRPr sz="2400">
              <a:solidFill>
                <a:srgbClr val="000000"/>
              </a:solidFill>
              <a:latin typeface="Times New Roman"/>
              <a:ea typeface="Times New Roman"/>
              <a:cs typeface="Times New Roman"/>
              <a:sym typeface="Times New Roman"/>
            </a:endParaRPr>
          </a:p>
        </p:txBody>
      </p:sp>
      <p:sp>
        <p:nvSpPr>
          <p:cNvPr id="2680" name="Google Shape;2680;p43"/>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5" name="Shape 2685"/>
        <p:cNvGrpSpPr/>
        <p:nvPr/>
      </p:nvGrpSpPr>
      <p:grpSpPr>
        <a:xfrm>
          <a:off x="0" y="0"/>
          <a:ext cx="0" cy="0"/>
          <a:chOff x="0" y="0"/>
          <a:chExt cx="0" cy="0"/>
        </a:xfrm>
      </p:grpSpPr>
      <p:sp>
        <p:nvSpPr>
          <p:cNvPr id="2686" name="Google Shape;2686;p4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7" name="Google Shape;2687;p44"/>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688" name="Google Shape;2688;p4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89" name="Google Shape;2689;p44"/>
          <p:cNvSpPr txBox="1"/>
          <p:nvPr>
            <p:ph type="title"/>
          </p:nvPr>
        </p:nvSpPr>
        <p:spPr>
          <a:xfrm>
            <a:off x="321837" y="2053641"/>
            <a:ext cx="4587788"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Modèles itératifs : en spirale</a:t>
            </a:r>
            <a:endParaRPr/>
          </a:p>
        </p:txBody>
      </p:sp>
      <p:sp>
        <p:nvSpPr>
          <p:cNvPr id="2690" name="Google Shape;2690;p44"/>
          <p:cNvSpPr txBox="1"/>
          <p:nvPr>
            <p:ph idx="1" type="body"/>
          </p:nvPr>
        </p:nvSpPr>
        <p:spPr>
          <a:xfrm>
            <a:off x="4309240" y="270191"/>
            <a:ext cx="7245572" cy="504420"/>
          </a:xfrm>
          <a:prstGeom prst="rect">
            <a:avLst/>
          </a:prstGeom>
          <a:noFill/>
          <a:ln>
            <a:noFill/>
          </a:ln>
        </p:spPr>
        <p:txBody>
          <a:bodyPr anchorCtr="0" anchor="ctr"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rgbClr val="8D370A"/>
              </a:buClr>
              <a:buSzPct val="100000"/>
              <a:buFont typeface="Noto Sans Symbols"/>
              <a:buNone/>
            </a:pPr>
            <a:r>
              <a:rPr lang="en-US" sz="2400">
                <a:solidFill>
                  <a:srgbClr val="8D370A"/>
                </a:solidFill>
                <a:latin typeface="Times New Roman"/>
                <a:ea typeface="Times New Roman"/>
                <a:cs typeface="Times New Roman"/>
                <a:sym typeface="Times New Roman"/>
              </a:rPr>
              <a:t>Les </a:t>
            </a:r>
            <a:r>
              <a:rPr i="1" lang="en-US" sz="2400">
                <a:solidFill>
                  <a:srgbClr val="8D370A"/>
                </a:solidFill>
                <a:latin typeface="Times New Roman"/>
                <a:ea typeface="Times New Roman"/>
                <a:cs typeface="Times New Roman"/>
                <a:sym typeface="Times New Roman"/>
              </a:rPr>
              <a:t>principaux risques et leurs remèdes</a:t>
            </a:r>
            <a:r>
              <a:rPr lang="en-US" sz="2400">
                <a:solidFill>
                  <a:srgbClr val="8D370A"/>
                </a:solidFill>
                <a:latin typeface="Times New Roman"/>
                <a:ea typeface="Times New Roman"/>
                <a:cs typeface="Times New Roman"/>
                <a:sym typeface="Times New Roman"/>
              </a:rPr>
              <a:t>, tels que définis par Boëhm</a:t>
            </a:r>
            <a:endParaRPr sz="2400">
              <a:solidFill>
                <a:srgbClr val="8D370A"/>
              </a:solidFill>
              <a:latin typeface="Times New Roman"/>
              <a:ea typeface="Times New Roman"/>
              <a:cs typeface="Times New Roman"/>
              <a:sym typeface="Times New Roman"/>
            </a:endParaRPr>
          </a:p>
        </p:txBody>
      </p:sp>
      <p:sp>
        <p:nvSpPr>
          <p:cNvPr id="2691" name="Google Shape;2691;p44"/>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aphicFrame>
        <p:nvGraphicFramePr>
          <p:cNvPr id="2692" name="Google Shape;2692;p44"/>
          <p:cNvGraphicFramePr/>
          <p:nvPr/>
        </p:nvGraphicFramePr>
        <p:xfrm>
          <a:off x="5106572" y="1044802"/>
          <a:ext cx="3000000" cy="3000000"/>
        </p:xfrm>
        <a:graphic>
          <a:graphicData uri="http://schemas.openxmlformats.org/drawingml/2006/table">
            <a:tbl>
              <a:tblPr>
                <a:noFill/>
                <a:tableStyleId>{7B27AAA3-6C26-458D-B343-3E3315AC1A25}</a:tableStyleId>
              </a:tblPr>
              <a:tblGrid>
                <a:gridCol w="2640975"/>
                <a:gridCol w="4122625"/>
              </a:tblGrid>
              <a:tr h="404725">
                <a:tc>
                  <a:txBody>
                    <a:bodyPr/>
                    <a:lstStyle/>
                    <a:p>
                      <a:pPr indent="0" lvl="0" marL="0" marR="0" rtl="0" algn="ctr">
                        <a:lnSpc>
                          <a:spcPct val="100000"/>
                        </a:lnSpc>
                        <a:spcBef>
                          <a:spcPts val="0"/>
                        </a:spcBef>
                        <a:spcAft>
                          <a:spcPts val="0"/>
                        </a:spcAft>
                        <a:buClr>
                          <a:schemeClr val="accent2"/>
                        </a:buClr>
                        <a:buSzPts val="1800"/>
                        <a:buFont typeface="Noto Sans Symbols"/>
                        <a:buNone/>
                      </a:pPr>
                      <a:r>
                        <a:rPr b="1" i="0" lang="en-US" sz="1800" u="none" cap="none" strike="noStrike">
                          <a:solidFill>
                            <a:schemeClr val="dk1"/>
                          </a:solidFill>
                          <a:latin typeface="Times New Roman"/>
                          <a:ea typeface="Times New Roman"/>
                          <a:cs typeface="Times New Roman"/>
                          <a:sym typeface="Times New Roman"/>
                        </a:rPr>
                        <a:t>Risque</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2EDFF"/>
                    </a:solidFill>
                  </a:tcPr>
                </a:tc>
                <a:tc>
                  <a:txBody>
                    <a:bodyPr/>
                    <a:lstStyle/>
                    <a:p>
                      <a:pPr indent="0" lvl="0" marL="0" marR="0" rtl="0" algn="ctr">
                        <a:lnSpc>
                          <a:spcPct val="100000"/>
                        </a:lnSpc>
                        <a:spcBef>
                          <a:spcPts val="0"/>
                        </a:spcBef>
                        <a:spcAft>
                          <a:spcPts val="0"/>
                        </a:spcAft>
                        <a:buClr>
                          <a:schemeClr val="accent2"/>
                        </a:buClr>
                        <a:buSzPts val="1800"/>
                        <a:buFont typeface="Noto Sans Symbols"/>
                        <a:buNone/>
                      </a:pPr>
                      <a:r>
                        <a:rPr b="1" i="0" lang="en-US" sz="1800" u="none" cap="none" strike="noStrike">
                          <a:solidFill>
                            <a:schemeClr val="dk1"/>
                          </a:solidFill>
                          <a:latin typeface="Times New Roman"/>
                          <a:ea typeface="Times New Roman"/>
                          <a:cs typeface="Times New Roman"/>
                          <a:sym typeface="Times New Roman"/>
                        </a:rPr>
                        <a:t>Remède</a:t>
                      </a:r>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2EDFF"/>
                    </a:solidFill>
                  </a:tcPr>
                </a:tc>
              </a:tr>
              <a:tr h="620575">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Défaillance de personnel</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Embauches de haut niveau, formation mutuelle,</a:t>
                      </a:r>
                      <a:endParaRPr/>
                    </a:p>
                    <a:p>
                      <a:pPr indent="0" lvl="0" marL="0" marR="0" rtl="0" algn="l">
                        <a:lnSpc>
                          <a:spcPct val="100000"/>
                        </a:lnSpc>
                        <a:spcBef>
                          <a:spcPts val="28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leaders, adéquation profil/fonction, …</a:t>
                      </a:r>
                      <a:endParaRPr b="1" i="0" sz="800" u="none" cap="none" strike="noStrike">
                        <a:solidFill>
                          <a:schemeClr val="dk1"/>
                        </a:solidFill>
                        <a:latin typeface="Times New Roman"/>
                        <a:ea typeface="Times New Roman"/>
                        <a:cs typeface="Times New Roman"/>
                        <a:sym typeface="Times New Roman"/>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66225">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Calendrier et budgets irréalistes</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Estimation détaillée, développement incrémental, réutilisation, élagage des besoins, …</a:t>
                      </a:r>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3350">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Développement de fonctions inappropriées</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Revues d’utilisateurs, manuel d’utilisation précoce, ...</a:t>
                      </a:r>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3350">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Développement d’interfaces utilisateurs inappropriées</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Maquettage, analyse des tâches, …</a:t>
                      </a:r>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3350">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Volatilité des besoins</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Développement incrémental de la partie la plus stable d’abord, masquage d’information, ...</a:t>
                      </a:r>
                      <a:endParaRPr b="1" i="0" sz="1600" u="none" cap="none" strike="noStrike">
                        <a:solidFill>
                          <a:schemeClr val="dk1"/>
                        </a:solidFill>
                        <a:latin typeface="Times New Roman"/>
                        <a:ea typeface="Times New Roman"/>
                        <a:cs typeface="Times New Roman"/>
                        <a:sym typeface="Times New Roman"/>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0575">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Problèmes de performances</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Simulations, modélisations, essais et mesures,</a:t>
                      </a:r>
                      <a:endParaRPr/>
                    </a:p>
                    <a:p>
                      <a:pPr indent="0" lvl="0" marL="0" marR="0" rtl="0" algn="l">
                        <a:lnSpc>
                          <a:spcPct val="100000"/>
                        </a:lnSpc>
                        <a:spcBef>
                          <a:spcPts val="28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maquettage, …</a:t>
                      </a:r>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3350">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Exigences démesurées par rapport à la technologie</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Analyses techniques de faisabilité, maquettage, ...</a:t>
                      </a:r>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3350">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Tâches ou composants externes défaillants</a:t>
                      </a:r>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400"/>
                        <a:buFont typeface="Noto Sans Symbols"/>
                        <a:buNone/>
                      </a:pPr>
                      <a:r>
                        <a:rPr b="1" i="0" lang="en-US" sz="1400" u="none" cap="none" strike="noStrike">
                          <a:solidFill>
                            <a:schemeClr val="dk1"/>
                          </a:solidFill>
                          <a:latin typeface="Times New Roman"/>
                          <a:ea typeface="Times New Roman"/>
                          <a:cs typeface="Times New Roman"/>
                          <a:sym typeface="Times New Roman"/>
                        </a:rPr>
                        <a:t>Audit des sous-traitants, contrats, revues, analyse de compatibilité, essais et mesures, ...</a:t>
                      </a:r>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96" name="Shape 2696"/>
        <p:cNvGrpSpPr/>
        <p:nvPr/>
      </p:nvGrpSpPr>
      <p:grpSpPr>
        <a:xfrm>
          <a:off x="0" y="0"/>
          <a:ext cx="0" cy="0"/>
          <a:chOff x="0" y="0"/>
          <a:chExt cx="0" cy="0"/>
        </a:xfrm>
      </p:grpSpPr>
      <p:sp>
        <p:nvSpPr>
          <p:cNvPr id="2697" name="Google Shape;2697;p4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8" name="Google Shape;2698;p45"/>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699" name="Google Shape;2699;p4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00" name="Google Shape;2700;p4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0" lang="en-US">
                <a:solidFill>
                  <a:srgbClr val="FFFFFF"/>
                </a:solidFill>
                <a:latin typeface="Calibri"/>
                <a:ea typeface="Calibri"/>
                <a:cs typeface="Calibri"/>
                <a:sym typeface="Calibri"/>
              </a:rPr>
              <a:t>Modèle itératif : en spirale</a:t>
            </a:r>
            <a:endParaRPr/>
          </a:p>
        </p:txBody>
      </p:sp>
      <p:sp>
        <p:nvSpPr>
          <p:cNvPr id="2701" name="Google Shape;2701;p45"/>
          <p:cNvSpPr txBox="1"/>
          <p:nvPr>
            <p:ph idx="4294967295" type="body"/>
          </p:nvPr>
        </p:nvSpPr>
        <p:spPr>
          <a:xfrm>
            <a:off x="5314549" y="801866"/>
            <a:ext cx="6082110" cy="5230634"/>
          </a:xfrm>
          <a:prstGeom prst="rect">
            <a:avLst/>
          </a:prstGeom>
          <a:noFill/>
          <a:ln>
            <a:noFill/>
          </a:ln>
        </p:spPr>
        <p:txBody>
          <a:bodyPr anchorCtr="0" anchor="ctr" bIns="45700" lIns="91425" spcFirstLastPara="1" rIns="91425" wrap="square" tIns="45700">
            <a:normAutofit/>
          </a:bodyPr>
          <a:lstStyle/>
          <a:p>
            <a:pPr indent="-342900" lvl="0" marL="355600" rtl="0" algn="just">
              <a:lnSpc>
                <a:spcPct val="10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Identification rapide des risques</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5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Impacts minimaux des risques sur le  projet</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Fonctions critiques développées en premier</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5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Feedback rapide du client</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Une évaluation continue du  procédé</a:t>
            </a:r>
            <a:endParaRPr sz="2400">
              <a:solidFill>
                <a:srgbClr val="000000"/>
              </a:solidFill>
              <a:latin typeface="Times New Roman"/>
              <a:ea typeface="Times New Roman"/>
              <a:cs typeface="Times New Roman"/>
              <a:sym typeface="Times New Roman"/>
            </a:endParaRPr>
          </a:p>
        </p:txBody>
      </p:sp>
      <p:sp>
        <p:nvSpPr>
          <p:cNvPr id="2702" name="Google Shape;2702;p45"/>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703" name="Google Shape;2703;p45"/>
          <p:cNvSpPr txBox="1"/>
          <p:nvPr/>
        </p:nvSpPr>
        <p:spPr>
          <a:xfrm>
            <a:off x="6507993" y="610664"/>
            <a:ext cx="14604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41661"/>
                </a:solidFill>
                <a:latin typeface="Calibri"/>
                <a:ea typeface="Calibri"/>
                <a:cs typeface="Calibri"/>
                <a:sym typeface="Calibri"/>
              </a:rPr>
              <a:t>Avantages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7" name="Shape 2707"/>
        <p:cNvGrpSpPr/>
        <p:nvPr/>
      </p:nvGrpSpPr>
      <p:grpSpPr>
        <a:xfrm>
          <a:off x="0" y="0"/>
          <a:ext cx="0" cy="0"/>
          <a:chOff x="0" y="0"/>
          <a:chExt cx="0" cy="0"/>
        </a:xfrm>
      </p:grpSpPr>
      <p:sp>
        <p:nvSpPr>
          <p:cNvPr id="2708" name="Google Shape;2708;p4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9" name="Google Shape;2709;p46"/>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10" name="Google Shape;2710;p4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11" name="Google Shape;2711;p4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0" lang="en-US">
                <a:solidFill>
                  <a:srgbClr val="FFFFFF"/>
                </a:solidFill>
                <a:latin typeface="Calibri"/>
                <a:ea typeface="Calibri"/>
                <a:cs typeface="Calibri"/>
                <a:sym typeface="Calibri"/>
              </a:rPr>
              <a:t>Modèle itératif : en spirale</a:t>
            </a:r>
            <a:endParaRPr/>
          </a:p>
        </p:txBody>
      </p:sp>
      <p:sp>
        <p:nvSpPr>
          <p:cNvPr id="2712" name="Google Shape;2712;p46"/>
          <p:cNvSpPr txBox="1"/>
          <p:nvPr>
            <p:ph idx="4294967295" type="body"/>
          </p:nvPr>
        </p:nvSpPr>
        <p:spPr>
          <a:xfrm>
            <a:off x="5314548" y="801866"/>
            <a:ext cx="6082110" cy="5230634"/>
          </a:xfrm>
          <a:prstGeom prst="rect">
            <a:avLst/>
          </a:prstGeom>
          <a:noFill/>
          <a:ln>
            <a:noFill/>
          </a:ln>
        </p:spPr>
        <p:txBody>
          <a:bodyPr anchorCtr="0" anchor="ctr" bIns="45700" lIns="91425" spcFirstLastPara="1" rIns="91425" wrap="square" tIns="45700">
            <a:normAutofit/>
          </a:bodyPr>
          <a:lstStyle/>
          <a:p>
            <a:pPr indent="-342900" lvl="0" marL="355600" rtl="0" algn="just">
              <a:lnSpc>
                <a:spcPct val="10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L’évaluation des risques peut prendre beaucoup de  temps</a:t>
            </a:r>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Le modèle est très  complexe</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La spirale peut s’éterniser</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Les développeurs doivent être réaffectés pendant les  phases de non-développement</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Les objectifs ne sont pas souvent faciles à   formuler</a:t>
            </a:r>
            <a:endParaRPr sz="2400">
              <a:solidFill>
                <a:srgbClr val="000000"/>
              </a:solidFill>
              <a:latin typeface="Times New Roman"/>
              <a:ea typeface="Times New Roman"/>
              <a:cs typeface="Times New Roman"/>
              <a:sym typeface="Times New Roman"/>
            </a:endParaRPr>
          </a:p>
        </p:txBody>
      </p:sp>
      <p:sp>
        <p:nvSpPr>
          <p:cNvPr id="2713" name="Google Shape;2713;p4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714" name="Google Shape;2714;p46"/>
          <p:cNvSpPr txBox="1"/>
          <p:nvPr/>
        </p:nvSpPr>
        <p:spPr>
          <a:xfrm>
            <a:off x="6022237" y="636158"/>
            <a:ext cx="19279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41661"/>
                </a:solidFill>
                <a:latin typeface="Calibri"/>
                <a:ea typeface="Calibri"/>
                <a:cs typeface="Calibri"/>
                <a:sym typeface="Calibri"/>
              </a:rPr>
              <a:t>Inconvénients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8" name="Shape 2718"/>
        <p:cNvGrpSpPr/>
        <p:nvPr/>
      </p:nvGrpSpPr>
      <p:grpSpPr>
        <a:xfrm>
          <a:off x="0" y="0"/>
          <a:ext cx="0" cy="0"/>
          <a:chOff x="0" y="0"/>
          <a:chExt cx="0" cy="0"/>
        </a:xfrm>
      </p:grpSpPr>
      <p:sp>
        <p:nvSpPr>
          <p:cNvPr id="2719" name="Google Shape;2719;p4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0" name="Google Shape;2720;p4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21" name="Google Shape;2721;p4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22" name="Google Shape;2722;p4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0" lang="en-US">
                <a:solidFill>
                  <a:srgbClr val="FFFFFF"/>
                </a:solidFill>
                <a:latin typeface="Calibri"/>
                <a:ea typeface="Calibri"/>
                <a:cs typeface="Calibri"/>
                <a:sym typeface="Calibri"/>
              </a:rPr>
              <a:t>Modèle itératif : prototypage</a:t>
            </a:r>
            <a:endParaRPr/>
          </a:p>
        </p:txBody>
      </p:sp>
      <p:sp>
        <p:nvSpPr>
          <p:cNvPr id="2723" name="Google Shape;2723;p47"/>
          <p:cNvSpPr txBox="1"/>
          <p:nvPr>
            <p:ph idx="4294967295" type="body"/>
          </p:nvPr>
        </p:nvSpPr>
        <p:spPr>
          <a:xfrm>
            <a:off x="5314548" y="464234"/>
            <a:ext cx="6082110" cy="5568266"/>
          </a:xfrm>
          <a:prstGeom prst="rect">
            <a:avLst/>
          </a:prstGeom>
          <a:noFill/>
          <a:ln>
            <a:noFill/>
          </a:ln>
        </p:spPr>
        <p:txBody>
          <a:bodyPr anchorCtr="0" anchor="ctr" bIns="45700" lIns="91425" spcFirstLastPara="1" rIns="91425" wrap="square" tIns="45700">
            <a:normAutofit/>
          </a:bodyPr>
          <a:lstStyle/>
          <a:p>
            <a:pPr indent="0" lvl="0" marL="12700" rtl="0" algn="just">
              <a:lnSpc>
                <a:spcPct val="100000"/>
              </a:lnSpc>
              <a:spcBef>
                <a:spcPts val="0"/>
              </a:spcBef>
              <a:spcAft>
                <a:spcPts val="0"/>
              </a:spcAft>
              <a:buClr>
                <a:srgbClr val="8D370A"/>
              </a:buClr>
              <a:buSzPts val="2400"/>
              <a:buNone/>
            </a:pPr>
            <a:r>
              <a:rPr b="1" lang="en-US" sz="2400">
                <a:solidFill>
                  <a:srgbClr val="8D370A"/>
                </a:solidFill>
                <a:latin typeface="Times New Roman"/>
                <a:ea typeface="Times New Roman"/>
                <a:cs typeface="Times New Roman"/>
                <a:sym typeface="Times New Roman"/>
              </a:rPr>
              <a:t>Idée : </a:t>
            </a:r>
            <a:r>
              <a:rPr lang="en-US" sz="2400">
                <a:solidFill>
                  <a:srgbClr val="000000"/>
                </a:solidFill>
                <a:latin typeface="Times New Roman"/>
                <a:ea typeface="Times New Roman"/>
                <a:cs typeface="Times New Roman"/>
                <a:sym typeface="Times New Roman"/>
              </a:rPr>
              <a:t>fournir rapidement un prototype exécutable pour permettre une validation concrète (ici expérimentale) et non sur papier (document)</a:t>
            </a:r>
            <a:endParaRPr/>
          </a:p>
          <a:p>
            <a:pPr indent="0" lvl="0" marL="12700" rtl="0" algn="just">
              <a:lnSpc>
                <a:spcPct val="100000"/>
              </a:lnSpc>
              <a:spcBef>
                <a:spcPts val="48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Progressions par incréments successifs de versions successives du prototype : itérations</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Certains prototypes peuvent être « validés » par le client </a:t>
            </a:r>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Ne dispense pas de fournir des documents intermédiaires</a:t>
            </a:r>
            <a:endParaRPr sz="2400">
              <a:solidFill>
                <a:srgbClr val="000000"/>
              </a:solidFill>
              <a:latin typeface="Times New Roman"/>
              <a:ea typeface="Times New Roman"/>
              <a:cs typeface="Times New Roman"/>
              <a:sym typeface="Times New Roman"/>
            </a:endParaRPr>
          </a:p>
        </p:txBody>
      </p:sp>
      <p:sp>
        <p:nvSpPr>
          <p:cNvPr id="2724" name="Google Shape;2724;p47"/>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9" name="Shape 2729"/>
        <p:cNvGrpSpPr/>
        <p:nvPr/>
      </p:nvGrpSpPr>
      <p:grpSpPr>
        <a:xfrm>
          <a:off x="0" y="0"/>
          <a:ext cx="0" cy="0"/>
          <a:chOff x="0" y="0"/>
          <a:chExt cx="0" cy="0"/>
        </a:xfrm>
      </p:grpSpPr>
      <p:sp>
        <p:nvSpPr>
          <p:cNvPr id="2730" name="Google Shape;2730;p4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1" name="Google Shape;2731;p48"/>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32" name="Google Shape;2732;p4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33" name="Google Shape;2733;p48"/>
          <p:cNvSpPr txBox="1"/>
          <p:nvPr>
            <p:ph type="title"/>
          </p:nvPr>
        </p:nvSpPr>
        <p:spPr>
          <a:xfrm>
            <a:off x="436080" y="2053641"/>
            <a:ext cx="419219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lang="en-US">
                <a:solidFill>
                  <a:srgbClr val="FFFFFF"/>
                </a:solidFill>
                <a:latin typeface="Times New Roman"/>
                <a:ea typeface="Times New Roman"/>
                <a:cs typeface="Times New Roman"/>
                <a:sym typeface="Times New Roman"/>
              </a:rPr>
              <a:t>Modèles itératifs: Prototypage jetable</a:t>
            </a:r>
            <a:endParaRPr/>
          </a:p>
        </p:txBody>
      </p:sp>
      <p:sp>
        <p:nvSpPr>
          <p:cNvPr id="2734" name="Google Shape;2734;p48"/>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735" name="Google Shape;2735;p48"/>
          <p:cNvSpPr txBox="1"/>
          <p:nvPr/>
        </p:nvSpPr>
        <p:spPr>
          <a:xfrm>
            <a:off x="4264507" y="1679355"/>
            <a:ext cx="1865313"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Spécification </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schématique</a:t>
            </a:r>
            <a:endParaRPr/>
          </a:p>
        </p:txBody>
      </p:sp>
      <p:sp>
        <p:nvSpPr>
          <p:cNvPr id="2736" name="Google Shape;2736;p48"/>
          <p:cNvSpPr txBox="1"/>
          <p:nvPr/>
        </p:nvSpPr>
        <p:spPr>
          <a:xfrm>
            <a:off x="7236307" y="1679355"/>
            <a:ext cx="1495425"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Codage du</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prototype</a:t>
            </a:r>
            <a:endParaRPr/>
          </a:p>
        </p:txBody>
      </p:sp>
      <p:sp>
        <p:nvSpPr>
          <p:cNvPr id="2737" name="Google Shape;2737;p48"/>
          <p:cNvSpPr txBox="1"/>
          <p:nvPr/>
        </p:nvSpPr>
        <p:spPr>
          <a:xfrm>
            <a:off x="9873145" y="1679355"/>
            <a:ext cx="1882775"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Evaluation du</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prototype </a:t>
            </a:r>
            <a:endParaRPr/>
          </a:p>
        </p:txBody>
      </p:sp>
      <p:sp>
        <p:nvSpPr>
          <p:cNvPr id="2738" name="Google Shape;2738;p48"/>
          <p:cNvSpPr txBox="1"/>
          <p:nvPr/>
        </p:nvSpPr>
        <p:spPr>
          <a:xfrm>
            <a:off x="9868382" y="3431955"/>
            <a:ext cx="1865313"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Spécification </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du système</a:t>
            </a:r>
            <a:endParaRPr/>
          </a:p>
        </p:txBody>
      </p:sp>
      <p:cxnSp>
        <p:nvCxnSpPr>
          <p:cNvPr id="2739" name="Google Shape;2739;p48"/>
          <p:cNvCxnSpPr/>
          <p:nvPr/>
        </p:nvCxnSpPr>
        <p:spPr>
          <a:xfrm>
            <a:off x="6169505" y="2060353"/>
            <a:ext cx="1066800" cy="0"/>
          </a:xfrm>
          <a:prstGeom prst="straightConnector1">
            <a:avLst/>
          </a:prstGeom>
          <a:noFill/>
          <a:ln cap="flat" cmpd="sng" w="28575">
            <a:solidFill>
              <a:schemeClr val="dk1"/>
            </a:solidFill>
            <a:prstDash val="solid"/>
            <a:round/>
            <a:headEnd len="med" w="med" type="none"/>
            <a:tailEnd len="med" w="med" type="triangle"/>
          </a:ln>
        </p:spPr>
      </p:cxnSp>
      <p:cxnSp>
        <p:nvCxnSpPr>
          <p:cNvPr id="2740" name="Google Shape;2740;p48"/>
          <p:cNvCxnSpPr/>
          <p:nvPr/>
        </p:nvCxnSpPr>
        <p:spPr>
          <a:xfrm>
            <a:off x="8741255" y="2060353"/>
            <a:ext cx="1143000" cy="0"/>
          </a:xfrm>
          <a:prstGeom prst="straightConnector1">
            <a:avLst/>
          </a:prstGeom>
          <a:noFill/>
          <a:ln cap="flat" cmpd="sng" w="28575">
            <a:solidFill>
              <a:schemeClr val="dk1"/>
            </a:solidFill>
            <a:prstDash val="solid"/>
            <a:round/>
            <a:headEnd len="med" w="med" type="none"/>
            <a:tailEnd len="med" w="med" type="triangle"/>
          </a:ln>
        </p:spPr>
      </p:cxnSp>
      <p:cxnSp>
        <p:nvCxnSpPr>
          <p:cNvPr id="2741" name="Google Shape;2741;p48"/>
          <p:cNvCxnSpPr/>
          <p:nvPr/>
        </p:nvCxnSpPr>
        <p:spPr>
          <a:xfrm>
            <a:off x="10817705" y="2517553"/>
            <a:ext cx="0" cy="914400"/>
          </a:xfrm>
          <a:prstGeom prst="straightConnector1">
            <a:avLst/>
          </a:prstGeom>
          <a:noFill/>
          <a:ln cap="flat" cmpd="sng" w="28575">
            <a:solidFill>
              <a:schemeClr val="dk1"/>
            </a:solidFill>
            <a:prstDash val="solid"/>
            <a:round/>
            <a:headEnd len="med" w="med" type="none"/>
            <a:tailEnd len="med" w="med" type="triangle"/>
          </a:ln>
        </p:spPr>
      </p:cxnSp>
      <p:sp>
        <p:nvSpPr>
          <p:cNvPr id="2742" name="Google Shape;2742;p48"/>
          <p:cNvSpPr/>
          <p:nvPr/>
        </p:nvSpPr>
        <p:spPr>
          <a:xfrm>
            <a:off x="4949318" y="3932016"/>
            <a:ext cx="5334000" cy="2057400"/>
          </a:xfrm>
          <a:prstGeom prst="rect">
            <a:avLst/>
          </a:prstGeom>
          <a:noFill/>
          <a:ln>
            <a:noFill/>
          </a:ln>
        </p:spPr>
        <p:txBody>
          <a:bodyPr anchorCtr="0" anchor="t" bIns="45700" lIns="91425" spcFirstLastPara="1" rIns="91425" wrap="square" tIns="45700">
            <a:noAutofit/>
          </a:bodyPr>
          <a:lstStyle/>
          <a:p>
            <a:pPr indent="-469900" lvl="0" marL="469900" marR="0" rtl="0" algn="l">
              <a:spcBef>
                <a:spcPts val="0"/>
              </a:spcBef>
              <a:spcAft>
                <a:spcPts val="0"/>
              </a:spcAft>
              <a:buClr>
                <a:schemeClr val="accent2"/>
              </a:buClr>
              <a:buSzPts val="2400"/>
              <a:buFont typeface="Noto Sans Symbols"/>
              <a:buChar char="□"/>
            </a:pPr>
            <a:r>
              <a:rPr lang="en-US" sz="2400">
                <a:solidFill>
                  <a:schemeClr val="dk1"/>
                </a:solidFill>
                <a:latin typeface="Times New Roman"/>
                <a:ea typeface="Times New Roman"/>
                <a:cs typeface="Times New Roman"/>
                <a:sym typeface="Times New Roman"/>
              </a:rPr>
              <a:t>Modèle gérable d’un point de vue changement des spécifications</a:t>
            </a:r>
            <a:endParaRPr/>
          </a:p>
          <a:p>
            <a:pPr indent="-469900" lvl="0" marL="469900" marR="0" rtl="0" algn="l">
              <a:spcBef>
                <a:spcPts val="480"/>
              </a:spcBef>
              <a:spcAft>
                <a:spcPts val="0"/>
              </a:spcAft>
              <a:buClr>
                <a:schemeClr val="accent2"/>
              </a:buClr>
              <a:buSzPts val="2400"/>
              <a:buFont typeface="Noto Sans Symbols"/>
              <a:buNone/>
            </a:pPr>
            <a:r>
              <a:t/>
            </a:r>
            <a:endParaRPr sz="2400">
              <a:solidFill>
                <a:schemeClr val="dk1"/>
              </a:solidFill>
              <a:latin typeface="Times New Roman"/>
              <a:ea typeface="Times New Roman"/>
              <a:cs typeface="Times New Roman"/>
              <a:sym typeface="Times New Roman"/>
            </a:endParaRPr>
          </a:p>
          <a:p>
            <a:pPr indent="-469900" lvl="0" marL="469900" marR="0" rtl="0" algn="l">
              <a:spcBef>
                <a:spcPts val="480"/>
              </a:spcBef>
              <a:spcAft>
                <a:spcPts val="0"/>
              </a:spcAft>
              <a:buClr>
                <a:schemeClr val="accent2"/>
              </a:buClr>
              <a:buSzPts val="2400"/>
              <a:buFont typeface="Noto Sans Symbols"/>
              <a:buChar char="□"/>
            </a:pPr>
            <a:r>
              <a:rPr lang="en-US" sz="2400">
                <a:solidFill>
                  <a:schemeClr val="dk1"/>
                </a:solidFill>
                <a:latin typeface="Times New Roman"/>
                <a:ea typeface="Times New Roman"/>
                <a:cs typeface="Times New Roman"/>
                <a:sym typeface="Times New Roman"/>
              </a:rPr>
              <a:t>Les spécifications sont générées par prototypage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7" name="Shape 2747"/>
        <p:cNvGrpSpPr/>
        <p:nvPr/>
      </p:nvGrpSpPr>
      <p:grpSpPr>
        <a:xfrm>
          <a:off x="0" y="0"/>
          <a:ext cx="0" cy="0"/>
          <a:chOff x="0" y="0"/>
          <a:chExt cx="0" cy="0"/>
        </a:xfrm>
      </p:grpSpPr>
      <p:sp>
        <p:nvSpPr>
          <p:cNvPr id="2748" name="Google Shape;2748;p49"/>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9" name="Google Shape;2749;p49"/>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50" name="Google Shape;2750;p4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51" name="Google Shape;2751;p49"/>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Modèles itératifs: Prototypage évolutif</a:t>
            </a:r>
            <a:endParaRPr/>
          </a:p>
        </p:txBody>
      </p:sp>
      <p:sp>
        <p:nvSpPr>
          <p:cNvPr id="2752" name="Google Shape;2752;p49"/>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753" name="Google Shape;2753;p49"/>
          <p:cNvSpPr txBox="1"/>
          <p:nvPr/>
        </p:nvSpPr>
        <p:spPr>
          <a:xfrm>
            <a:off x="4271413" y="1529612"/>
            <a:ext cx="1865313"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Spécification </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schématique</a:t>
            </a:r>
            <a:endParaRPr/>
          </a:p>
        </p:txBody>
      </p:sp>
      <p:sp>
        <p:nvSpPr>
          <p:cNvPr id="2754" name="Google Shape;2754;p49"/>
          <p:cNvSpPr txBox="1"/>
          <p:nvPr/>
        </p:nvSpPr>
        <p:spPr>
          <a:xfrm>
            <a:off x="7243213" y="1529612"/>
            <a:ext cx="1495425"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Codage du</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prototype</a:t>
            </a:r>
            <a:endParaRPr/>
          </a:p>
        </p:txBody>
      </p:sp>
      <p:sp>
        <p:nvSpPr>
          <p:cNvPr id="2755" name="Google Shape;2755;p49"/>
          <p:cNvSpPr txBox="1"/>
          <p:nvPr/>
        </p:nvSpPr>
        <p:spPr>
          <a:xfrm>
            <a:off x="9880051" y="1529612"/>
            <a:ext cx="1882775"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Evaluation du</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prototype </a:t>
            </a:r>
            <a:endParaRPr/>
          </a:p>
        </p:txBody>
      </p:sp>
      <p:sp>
        <p:nvSpPr>
          <p:cNvPr id="2756" name="Google Shape;2756;p49"/>
          <p:cNvSpPr txBox="1"/>
          <p:nvPr/>
        </p:nvSpPr>
        <p:spPr>
          <a:xfrm>
            <a:off x="9941963" y="3282212"/>
            <a:ext cx="1730375"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Acceptation </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du système</a:t>
            </a:r>
            <a:endParaRPr/>
          </a:p>
        </p:txBody>
      </p:sp>
      <p:cxnSp>
        <p:nvCxnSpPr>
          <p:cNvPr id="2757" name="Google Shape;2757;p49"/>
          <p:cNvCxnSpPr/>
          <p:nvPr/>
        </p:nvCxnSpPr>
        <p:spPr>
          <a:xfrm>
            <a:off x="6133549" y="1910610"/>
            <a:ext cx="1066800" cy="0"/>
          </a:xfrm>
          <a:prstGeom prst="straightConnector1">
            <a:avLst/>
          </a:prstGeom>
          <a:noFill/>
          <a:ln cap="flat" cmpd="sng" w="28575">
            <a:solidFill>
              <a:schemeClr val="dk1"/>
            </a:solidFill>
            <a:prstDash val="solid"/>
            <a:round/>
            <a:headEnd len="med" w="med" type="none"/>
            <a:tailEnd len="med" w="med" type="triangle"/>
          </a:ln>
        </p:spPr>
      </p:cxnSp>
      <p:cxnSp>
        <p:nvCxnSpPr>
          <p:cNvPr id="2758" name="Google Shape;2758;p49"/>
          <p:cNvCxnSpPr/>
          <p:nvPr/>
        </p:nvCxnSpPr>
        <p:spPr>
          <a:xfrm>
            <a:off x="8767211" y="1910610"/>
            <a:ext cx="1066800" cy="0"/>
          </a:xfrm>
          <a:prstGeom prst="straightConnector1">
            <a:avLst/>
          </a:prstGeom>
          <a:noFill/>
          <a:ln cap="flat" cmpd="sng" w="28575">
            <a:solidFill>
              <a:schemeClr val="dk1"/>
            </a:solidFill>
            <a:prstDash val="solid"/>
            <a:round/>
            <a:headEnd len="med" w="med" type="none"/>
            <a:tailEnd len="med" w="med" type="triangle"/>
          </a:ln>
        </p:spPr>
      </p:cxnSp>
      <p:cxnSp>
        <p:nvCxnSpPr>
          <p:cNvPr id="2759" name="Google Shape;2759;p49"/>
          <p:cNvCxnSpPr/>
          <p:nvPr/>
        </p:nvCxnSpPr>
        <p:spPr>
          <a:xfrm>
            <a:off x="10824611" y="2367810"/>
            <a:ext cx="0" cy="914400"/>
          </a:xfrm>
          <a:prstGeom prst="straightConnector1">
            <a:avLst/>
          </a:prstGeom>
          <a:noFill/>
          <a:ln cap="flat" cmpd="sng" w="28575">
            <a:solidFill>
              <a:schemeClr val="dk1"/>
            </a:solidFill>
            <a:prstDash val="solid"/>
            <a:round/>
            <a:headEnd len="med" w="med" type="none"/>
            <a:tailEnd len="med" w="med" type="triangle"/>
          </a:ln>
        </p:spPr>
      </p:cxnSp>
      <p:sp>
        <p:nvSpPr>
          <p:cNvPr id="2760" name="Google Shape;2760;p49"/>
          <p:cNvSpPr/>
          <p:nvPr/>
        </p:nvSpPr>
        <p:spPr>
          <a:xfrm>
            <a:off x="5772443" y="3244080"/>
            <a:ext cx="3321789" cy="469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Modèle difficile à gérer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4" name="Shape 2764"/>
        <p:cNvGrpSpPr/>
        <p:nvPr/>
      </p:nvGrpSpPr>
      <p:grpSpPr>
        <a:xfrm>
          <a:off x="0" y="0"/>
          <a:ext cx="0" cy="0"/>
          <a:chOff x="0" y="0"/>
          <a:chExt cx="0" cy="0"/>
        </a:xfrm>
      </p:grpSpPr>
      <p:sp>
        <p:nvSpPr>
          <p:cNvPr id="2765" name="Google Shape;2765;p50"/>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6" name="Google Shape;2766;p50"/>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67" name="Google Shape;2767;p5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68" name="Google Shape;2768;p50"/>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0" lang="en-US">
                <a:solidFill>
                  <a:srgbClr val="FFFFFF"/>
                </a:solidFill>
                <a:latin typeface="Calibri"/>
                <a:ea typeface="Calibri"/>
                <a:cs typeface="Calibri"/>
                <a:sym typeface="Calibri"/>
              </a:rPr>
              <a:t>Modèle itératif : prototypage</a:t>
            </a:r>
            <a:endParaRPr/>
          </a:p>
        </p:txBody>
      </p:sp>
      <p:sp>
        <p:nvSpPr>
          <p:cNvPr id="2769" name="Google Shape;2769;p50"/>
          <p:cNvSpPr txBox="1"/>
          <p:nvPr>
            <p:ph idx="4294967295" type="body"/>
          </p:nvPr>
        </p:nvSpPr>
        <p:spPr>
          <a:xfrm>
            <a:off x="5314548" y="801866"/>
            <a:ext cx="6082110" cy="5230634"/>
          </a:xfrm>
          <a:prstGeom prst="rect">
            <a:avLst/>
          </a:prstGeom>
          <a:noFill/>
          <a:ln>
            <a:noFill/>
          </a:ln>
        </p:spPr>
        <p:txBody>
          <a:bodyPr anchorCtr="0" anchor="ctr" bIns="45700" lIns="91425" spcFirstLastPara="1" rIns="91425" wrap="square" tIns="45700">
            <a:normAutofit/>
          </a:bodyPr>
          <a:lstStyle/>
          <a:p>
            <a:pPr indent="-342900" lvl="0" marL="355600" rtl="0" algn="just">
              <a:lnSpc>
                <a:spcPct val="10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Implication active du client</a:t>
            </a:r>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Le développeur apprend directement du  client</a:t>
            </a:r>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S’adapte rapidement aux changements des  besoins</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Progrès constant et visible</a:t>
            </a:r>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Une grande interaction avec le  produit</a:t>
            </a:r>
            <a:endParaRPr sz="2400">
              <a:solidFill>
                <a:srgbClr val="000000"/>
              </a:solidFill>
              <a:latin typeface="Times New Roman"/>
              <a:ea typeface="Times New Roman"/>
              <a:cs typeface="Times New Roman"/>
              <a:sym typeface="Times New Roman"/>
            </a:endParaRPr>
          </a:p>
        </p:txBody>
      </p:sp>
      <p:sp>
        <p:nvSpPr>
          <p:cNvPr id="2770" name="Google Shape;2770;p50"/>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771" name="Google Shape;2771;p50"/>
          <p:cNvSpPr txBox="1"/>
          <p:nvPr/>
        </p:nvSpPr>
        <p:spPr>
          <a:xfrm>
            <a:off x="5379659" y="610664"/>
            <a:ext cx="14604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41661"/>
                </a:solidFill>
                <a:latin typeface="Calibri"/>
                <a:ea typeface="Calibri"/>
                <a:cs typeface="Calibri"/>
                <a:sym typeface="Calibri"/>
              </a:rPr>
              <a:t>Avantages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75" name="Shape 2775"/>
        <p:cNvGrpSpPr/>
        <p:nvPr/>
      </p:nvGrpSpPr>
      <p:grpSpPr>
        <a:xfrm>
          <a:off x="0" y="0"/>
          <a:ext cx="0" cy="0"/>
          <a:chOff x="0" y="0"/>
          <a:chExt cx="0" cy="0"/>
        </a:xfrm>
      </p:grpSpPr>
      <p:sp>
        <p:nvSpPr>
          <p:cNvPr id="2776" name="Google Shape;2776;p51"/>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7" name="Google Shape;2777;p51"/>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78" name="Google Shape;2778;p5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79" name="Google Shape;2779;p51"/>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0" lang="en-US">
                <a:solidFill>
                  <a:srgbClr val="FFFFFF"/>
                </a:solidFill>
                <a:latin typeface="Calibri"/>
                <a:ea typeface="Calibri"/>
                <a:cs typeface="Calibri"/>
                <a:sym typeface="Calibri"/>
              </a:rPr>
              <a:t>Modèle itératif : prototypage</a:t>
            </a:r>
            <a:endParaRPr/>
          </a:p>
        </p:txBody>
      </p:sp>
      <p:sp>
        <p:nvSpPr>
          <p:cNvPr id="2780" name="Google Shape;2780;p51"/>
          <p:cNvSpPr txBox="1"/>
          <p:nvPr>
            <p:ph idx="4294967295" type="body"/>
          </p:nvPr>
        </p:nvSpPr>
        <p:spPr>
          <a:xfrm>
            <a:off x="5314548" y="801866"/>
            <a:ext cx="6082110" cy="5230634"/>
          </a:xfrm>
          <a:prstGeom prst="rect">
            <a:avLst/>
          </a:prstGeom>
          <a:noFill/>
          <a:ln>
            <a:noFill/>
          </a:ln>
        </p:spPr>
        <p:txBody>
          <a:bodyPr anchorCtr="0" anchor="ctr" bIns="45700" lIns="91425" spcFirstLastPara="1" rIns="91425" wrap="square" tIns="45700">
            <a:normAutofit/>
          </a:bodyPr>
          <a:lstStyle/>
          <a:p>
            <a:pPr indent="-342900" lvl="0" marL="355600" rtl="0" algn="just">
              <a:lnSpc>
                <a:spcPct val="10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Le prototypage implique un code faiblement  structuré</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Degré très faible de  maintenabilité</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Le processus peut ne jamais  s’arrêter</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Très difficile d’établir un planning</a:t>
            </a:r>
            <a:endParaRPr/>
          </a:p>
        </p:txBody>
      </p:sp>
      <p:sp>
        <p:nvSpPr>
          <p:cNvPr id="2781" name="Google Shape;2781;p51"/>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782" name="Google Shape;2782;p51"/>
          <p:cNvSpPr txBox="1"/>
          <p:nvPr/>
        </p:nvSpPr>
        <p:spPr>
          <a:xfrm>
            <a:off x="6245109" y="571033"/>
            <a:ext cx="19279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41661"/>
                </a:solidFill>
                <a:latin typeface="Calibri"/>
                <a:ea typeface="Calibri"/>
                <a:cs typeface="Calibri"/>
                <a:sym typeface="Calibri"/>
              </a:rPr>
              <a:t>Inconvénients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6" name="Shape 2786"/>
        <p:cNvGrpSpPr/>
        <p:nvPr/>
      </p:nvGrpSpPr>
      <p:grpSpPr>
        <a:xfrm>
          <a:off x="0" y="0"/>
          <a:ext cx="0" cy="0"/>
          <a:chOff x="0" y="0"/>
          <a:chExt cx="0" cy="0"/>
        </a:xfrm>
      </p:grpSpPr>
      <p:sp>
        <p:nvSpPr>
          <p:cNvPr id="2787" name="Google Shape;2787;p5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8" name="Google Shape;2788;p52"/>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89" name="Google Shape;2789;p5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90" name="Google Shape;2790;p52"/>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0" lang="en-US">
                <a:solidFill>
                  <a:srgbClr val="FFFFFF"/>
                </a:solidFill>
                <a:latin typeface="Calibri"/>
                <a:ea typeface="Calibri"/>
                <a:cs typeface="Calibri"/>
                <a:sym typeface="Calibri"/>
              </a:rPr>
              <a:t>Modèle itératif : prototypage</a:t>
            </a:r>
            <a:endParaRPr/>
          </a:p>
        </p:txBody>
      </p:sp>
      <p:sp>
        <p:nvSpPr>
          <p:cNvPr id="2791" name="Google Shape;2791;p52"/>
          <p:cNvSpPr txBox="1"/>
          <p:nvPr>
            <p:ph idx="4294967295" type="body"/>
          </p:nvPr>
        </p:nvSpPr>
        <p:spPr>
          <a:xfrm>
            <a:off x="5314548" y="801866"/>
            <a:ext cx="6082110" cy="5230634"/>
          </a:xfrm>
          <a:prstGeom prst="rect">
            <a:avLst/>
          </a:prstGeom>
          <a:noFill/>
          <a:ln>
            <a:noFill/>
          </a:ln>
        </p:spPr>
        <p:txBody>
          <a:bodyPr anchorCtr="0" anchor="ctr" bIns="45700" lIns="91425" spcFirstLastPara="1" rIns="91425" wrap="square" tIns="45700">
            <a:normAutofit/>
          </a:bodyPr>
          <a:lstStyle/>
          <a:p>
            <a:pPr indent="-342900" lvl="0" marL="355600" rtl="0" algn="just">
              <a:lnSpc>
                <a:spcPct val="10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Quand les besoins sont instables et/ou nécessitent des  clarifications</a:t>
            </a:r>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Peut être utilisé avec le modèle en cascade pour la  clarification des besoins</a:t>
            </a:r>
            <a:endParaRPr sz="2400">
              <a:solidFill>
                <a:srgbClr val="000000"/>
              </a:solidFill>
              <a:latin typeface="Times New Roman"/>
              <a:ea typeface="Times New Roman"/>
              <a:cs typeface="Times New Roman"/>
              <a:sym typeface="Times New Roman"/>
            </a:endParaRPr>
          </a:p>
          <a:p>
            <a:pPr indent="-342900" lvl="0" marL="355600" rtl="0" algn="just">
              <a:lnSpc>
                <a:spcPct val="100000"/>
              </a:lnSpc>
              <a:spcBef>
                <a:spcPts val="4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Quand des livraisons rapides sont  exigées</a:t>
            </a:r>
            <a:endParaRPr sz="2400">
              <a:solidFill>
                <a:srgbClr val="000000"/>
              </a:solidFill>
              <a:latin typeface="Times New Roman"/>
              <a:ea typeface="Times New Roman"/>
              <a:cs typeface="Times New Roman"/>
              <a:sym typeface="Times New Roman"/>
            </a:endParaRPr>
          </a:p>
        </p:txBody>
      </p:sp>
      <p:sp>
        <p:nvSpPr>
          <p:cNvPr id="2792" name="Google Shape;2792;p5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793" name="Google Shape;2793;p52"/>
          <p:cNvSpPr txBox="1"/>
          <p:nvPr/>
        </p:nvSpPr>
        <p:spPr>
          <a:xfrm>
            <a:off x="5892897" y="571033"/>
            <a:ext cx="21627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41661"/>
                </a:solidFill>
                <a:latin typeface="Calibri"/>
                <a:ea typeface="Calibri"/>
                <a:cs typeface="Calibri"/>
                <a:sym typeface="Calibri"/>
              </a:rPr>
              <a:t>Quand utiliser?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98" name="Shape 2798"/>
        <p:cNvGrpSpPr/>
        <p:nvPr/>
      </p:nvGrpSpPr>
      <p:grpSpPr>
        <a:xfrm>
          <a:off x="0" y="0"/>
          <a:ext cx="0" cy="0"/>
          <a:chOff x="0" y="0"/>
          <a:chExt cx="0" cy="0"/>
        </a:xfrm>
      </p:grpSpPr>
      <p:sp>
        <p:nvSpPr>
          <p:cNvPr id="2799" name="Google Shape;2799;p5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0" name="Google Shape;2800;p53"/>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801" name="Google Shape;2801;p5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02" name="Google Shape;2802;p53"/>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400"/>
              <a:buFont typeface="Calibri"/>
              <a:buNone/>
            </a:pPr>
            <a:r>
              <a:rPr lang="en-US" sz="3400">
                <a:solidFill>
                  <a:srgbClr val="FFFFFF"/>
                </a:solidFill>
              </a:rPr>
              <a:t>Autres modèles: Transformationnels</a:t>
            </a:r>
            <a:endParaRPr/>
          </a:p>
        </p:txBody>
      </p:sp>
      <p:sp>
        <p:nvSpPr>
          <p:cNvPr id="2803" name="Google Shape;2803;p53"/>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804" name="Google Shape;2804;p53"/>
          <p:cNvSpPr txBox="1"/>
          <p:nvPr/>
        </p:nvSpPr>
        <p:spPr>
          <a:xfrm>
            <a:off x="4165816" y="1322648"/>
            <a:ext cx="1865313"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Spécification </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formelle</a:t>
            </a:r>
            <a:endParaRPr/>
          </a:p>
        </p:txBody>
      </p:sp>
      <p:sp>
        <p:nvSpPr>
          <p:cNvPr id="2805" name="Google Shape;2805;p53"/>
          <p:cNvSpPr txBox="1"/>
          <p:nvPr/>
        </p:nvSpPr>
        <p:spPr>
          <a:xfrm>
            <a:off x="6870914" y="1322648"/>
            <a:ext cx="2078038"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Transformation</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correcte</a:t>
            </a:r>
            <a:endParaRPr/>
          </a:p>
        </p:txBody>
      </p:sp>
      <p:sp>
        <p:nvSpPr>
          <p:cNvPr id="2806" name="Google Shape;2806;p53"/>
          <p:cNvSpPr txBox="1"/>
          <p:nvPr/>
        </p:nvSpPr>
        <p:spPr>
          <a:xfrm>
            <a:off x="9542679" y="1322648"/>
            <a:ext cx="2397125"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Spécification</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formelle concrète </a:t>
            </a:r>
            <a:endParaRPr/>
          </a:p>
        </p:txBody>
      </p:sp>
      <p:sp>
        <p:nvSpPr>
          <p:cNvPr id="2807" name="Google Shape;2807;p53"/>
          <p:cNvSpPr txBox="1"/>
          <p:nvPr/>
        </p:nvSpPr>
        <p:spPr>
          <a:xfrm>
            <a:off x="9766514" y="2770448"/>
            <a:ext cx="1976438"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Génération de </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code</a:t>
            </a:r>
            <a:endParaRPr/>
          </a:p>
        </p:txBody>
      </p:sp>
      <p:cxnSp>
        <p:nvCxnSpPr>
          <p:cNvPr id="2808" name="Google Shape;2808;p53"/>
          <p:cNvCxnSpPr/>
          <p:nvPr/>
        </p:nvCxnSpPr>
        <p:spPr>
          <a:xfrm>
            <a:off x="6032714" y="1703646"/>
            <a:ext cx="838200" cy="0"/>
          </a:xfrm>
          <a:prstGeom prst="straightConnector1">
            <a:avLst/>
          </a:prstGeom>
          <a:noFill/>
          <a:ln cap="flat" cmpd="sng" w="28575">
            <a:solidFill>
              <a:schemeClr val="dk1"/>
            </a:solidFill>
            <a:prstDash val="solid"/>
            <a:round/>
            <a:headEnd len="med" w="med" type="none"/>
            <a:tailEnd len="med" w="med" type="triangle"/>
          </a:ln>
        </p:spPr>
      </p:cxnSp>
      <p:cxnSp>
        <p:nvCxnSpPr>
          <p:cNvPr id="2809" name="Google Shape;2809;p53"/>
          <p:cNvCxnSpPr/>
          <p:nvPr/>
        </p:nvCxnSpPr>
        <p:spPr>
          <a:xfrm>
            <a:off x="8950541" y="1703646"/>
            <a:ext cx="593725" cy="0"/>
          </a:xfrm>
          <a:prstGeom prst="straightConnector1">
            <a:avLst/>
          </a:prstGeom>
          <a:noFill/>
          <a:ln cap="flat" cmpd="sng" w="28575">
            <a:solidFill>
              <a:schemeClr val="dk1"/>
            </a:solidFill>
            <a:prstDash val="solid"/>
            <a:round/>
            <a:headEnd len="med" w="med" type="none"/>
            <a:tailEnd len="med" w="med" type="triangle"/>
          </a:ln>
        </p:spPr>
      </p:cxnSp>
      <p:cxnSp>
        <p:nvCxnSpPr>
          <p:cNvPr id="2810" name="Google Shape;2810;p53"/>
          <p:cNvCxnSpPr/>
          <p:nvPr/>
        </p:nvCxnSpPr>
        <p:spPr>
          <a:xfrm>
            <a:off x="10757114" y="2160846"/>
            <a:ext cx="0" cy="609600"/>
          </a:xfrm>
          <a:prstGeom prst="straightConnector1">
            <a:avLst/>
          </a:prstGeom>
          <a:noFill/>
          <a:ln cap="flat" cmpd="sng" w="28575">
            <a:solidFill>
              <a:schemeClr val="dk1"/>
            </a:solidFill>
            <a:prstDash val="solid"/>
            <a:round/>
            <a:headEnd len="med" w="med" type="none"/>
            <a:tailEnd len="med" w="med" type="triangle"/>
          </a:ln>
        </p:spPr>
      </p:cxnSp>
      <p:sp>
        <p:nvSpPr>
          <p:cNvPr id="2811" name="Google Shape;2811;p53"/>
          <p:cNvSpPr txBox="1"/>
          <p:nvPr/>
        </p:nvSpPr>
        <p:spPr>
          <a:xfrm>
            <a:off x="9995116" y="4294448"/>
            <a:ext cx="1604963" cy="822325"/>
          </a:xfrm>
          <a:prstGeom prst="rect">
            <a:avLst/>
          </a:prstGeom>
          <a:solidFill>
            <a:srgbClr val="004A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Programme</a:t>
            </a:r>
            <a:endParaRPr/>
          </a:p>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correcte</a:t>
            </a:r>
            <a:endParaRPr/>
          </a:p>
        </p:txBody>
      </p:sp>
      <p:cxnSp>
        <p:nvCxnSpPr>
          <p:cNvPr id="2812" name="Google Shape;2812;p53"/>
          <p:cNvCxnSpPr/>
          <p:nvPr/>
        </p:nvCxnSpPr>
        <p:spPr>
          <a:xfrm>
            <a:off x="10757114" y="3588009"/>
            <a:ext cx="0" cy="685800"/>
          </a:xfrm>
          <a:prstGeom prst="straightConnector1">
            <a:avLst/>
          </a:prstGeom>
          <a:noFill/>
          <a:ln cap="flat" cmpd="sng" w="28575">
            <a:solidFill>
              <a:schemeClr val="dk1"/>
            </a:solidFill>
            <a:prstDash val="solid"/>
            <a:round/>
            <a:headEnd len="med" w="med" type="none"/>
            <a:tailEnd len="med" w="med" type="triangle"/>
          </a:ln>
        </p:spPr>
      </p:cxnSp>
      <p:sp>
        <p:nvSpPr>
          <p:cNvPr id="2813" name="Google Shape;2813;p53"/>
          <p:cNvSpPr/>
          <p:nvPr/>
        </p:nvSpPr>
        <p:spPr>
          <a:xfrm>
            <a:off x="4798206" y="2810576"/>
            <a:ext cx="5334000" cy="2435225"/>
          </a:xfrm>
          <a:prstGeom prst="rect">
            <a:avLst/>
          </a:prstGeom>
          <a:noFill/>
          <a:ln>
            <a:noFill/>
          </a:ln>
        </p:spPr>
        <p:txBody>
          <a:bodyPr anchorCtr="0" anchor="t" bIns="45700" lIns="91425" spcFirstLastPara="1" rIns="91425" wrap="square" tIns="45700">
            <a:noAutofit/>
          </a:bodyPr>
          <a:lstStyle/>
          <a:p>
            <a:pPr indent="-469900" lvl="0" marL="469900" marR="0" rtl="0" algn="l">
              <a:spcBef>
                <a:spcPts val="0"/>
              </a:spcBef>
              <a:spcAft>
                <a:spcPts val="0"/>
              </a:spcAft>
              <a:buClr>
                <a:schemeClr val="accent2"/>
              </a:buClr>
              <a:buSzPts val="2400"/>
              <a:buFont typeface="Noto Sans Symbols"/>
              <a:buChar char="□"/>
            </a:pPr>
            <a:r>
              <a:rPr lang="en-US" sz="2400">
                <a:solidFill>
                  <a:schemeClr val="dk1"/>
                </a:solidFill>
                <a:latin typeface="Times New Roman"/>
                <a:ea typeface="Times New Roman"/>
                <a:cs typeface="Times New Roman"/>
                <a:sym typeface="Times New Roman"/>
              </a:rPr>
              <a:t>Modèle gérable</a:t>
            </a:r>
            <a:endParaRPr/>
          </a:p>
          <a:p>
            <a:pPr indent="-469900" lvl="0" marL="469900" marR="0" rtl="0" algn="l">
              <a:spcBef>
                <a:spcPts val="480"/>
              </a:spcBef>
              <a:spcAft>
                <a:spcPts val="0"/>
              </a:spcAft>
              <a:buClr>
                <a:schemeClr val="accent2"/>
              </a:buClr>
              <a:buSzPts val="2400"/>
              <a:buFont typeface="Noto Sans Symbols"/>
              <a:buChar char="□"/>
            </a:pPr>
            <a:r>
              <a:rPr lang="en-US" sz="2400">
                <a:solidFill>
                  <a:schemeClr val="dk1"/>
                </a:solidFill>
                <a:latin typeface="Times New Roman"/>
                <a:ea typeface="Times New Roman"/>
                <a:cs typeface="Times New Roman"/>
                <a:sym typeface="Times New Roman"/>
              </a:rPr>
              <a:t>Difficile à mettre en œuvre : </a:t>
            </a:r>
            <a:endParaRPr/>
          </a:p>
          <a:p>
            <a:pPr indent="-469900" lvl="0" marL="469900" marR="0" rtl="0" algn="l">
              <a:spcBef>
                <a:spcPts val="480"/>
              </a:spcBef>
              <a:spcAft>
                <a:spcPts val="0"/>
              </a:spcAft>
              <a:buClr>
                <a:schemeClr val="accent2"/>
              </a:buClr>
              <a:buSzPts val="2400"/>
              <a:buFont typeface="Noto Sans Symbols"/>
              <a:buNone/>
            </a:pPr>
            <a:r>
              <a:rPr lang="en-US" sz="2400">
                <a:solidFill>
                  <a:schemeClr val="dk1"/>
                </a:solidFill>
                <a:latin typeface="Times New Roman"/>
                <a:ea typeface="Times New Roman"/>
                <a:cs typeface="Times New Roman"/>
                <a:sym typeface="Times New Roman"/>
              </a:rPr>
              <a:t>        Passage du formel au concret =&gt;</a:t>
            </a:r>
            <a:endParaRPr/>
          </a:p>
          <a:p>
            <a:pPr indent="-469900" lvl="0" marL="469900" marR="0" rtl="0" algn="l">
              <a:spcBef>
                <a:spcPts val="480"/>
              </a:spcBef>
              <a:spcAft>
                <a:spcPts val="0"/>
              </a:spcAft>
              <a:buClr>
                <a:schemeClr val="accent2"/>
              </a:buClr>
              <a:buSzPts val="2400"/>
              <a:buFont typeface="Noto Sans Symbols"/>
              <a:buNone/>
            </a:pPr>
            <a:r>
              <a:rPr lang="en-US" sz="2400">
                <a:solidFill>
                  <a:schemeClr val="dk1"/>
                </a:solidFill>
                <a:latin typeface="Times New Roman"/>
                <a:ea typeface="Times New Roman"/>
                <a:cs typeface="Times New Roman"/>
                <a:sym typeface="Times New Roman"/>
              </a:rPr>
              <a:t>       nécessite de connaissances avancées </a:t>
            </a:r>
            <a:r>
              <a:rPr b="1" lang="en-US" sz="2400">
                <a:solidFill>
                  <a:srgbClr val="5C8514"/>
                </a:solidFill>
                <a:latin typeface="Times New Roman"/>
                <a:ea typeface="Times New Roman"/>
                <a:cs typeface="Times New Roman"/>
                <a:sym typeface="Times New Roman"/>
              </a:rPr>
              <a:t>(techniques et formelles)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8" name="Shape 2818"/>
        <p:cNvGrpSpPr/>
        <p:nvPr/>
      </p:nvGrpSpPr>
      <p:grpSpPr>
        <a:xfrm>
          <a:off x="0" y="0"/>
          <a:ext cx="0" cy="0"/>
          <a:chOff x="0" y="0"/>
          <a:chExt cx="0" cy="0"/>
        </a:xfrm>
      </p:grpSpPr>
      <p:sp>
        <p:nvSpPr>
          <p:cNvPr id="2819" name="Google Shape;2819;p5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0" name="Google Shape;2820;p54"/>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821" name="Google Shape;2821;p5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22" name="Google Shape;2822;p54"/>
          <p:cNvSpPr txBox="1"/>
          <p:nvPr>
            <p:ph type="title"/>
          </p:nvPr>
        </p:nvSpPr>
        <p:spPr>
          <a:xfrm>
            <a:off x="640079" y="2053641"/>
            <a:ext cx="421327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Autres modèles: Hybrides</a:t>
            </a:r>
            <a:endParaRPr/>
          </a:p>
        </p:txBody>
      </p:sp>
      <p:sp>
        <p:nvSpPr>
          <p:cNvPr id="2823" name="Google Shape;2823;p54"/>
          <p:cNvSpPr txBox="1"/>
          <p:nvPr>
            <p:ph idx="1" type="body"/>
          </p:nvPr>
        </p:nvSpPr>
        <p:spPr>
          <a:xfrm>
            <a:off x="5022166" y="548640"/>
            <a:ext cx="6374492" cy="5483860"/>
          </a:xfrm>
          <a:prstGeom prst="rect">
            <a:avLst/>
          </a:prstGeom>
          <a:noFill/>
          <a:ln>
            <a:noFill/>
          </a:ln>
        </p:spPr>
        <p:txBody>
          <a:bodyPr anchorCtr="0" anchor="ctr" bIns="45700" lIns="91425" spcFirstLastPara="1" rIns="91425" wrap="square" tIns="45700">
            <a:normAutofit fontScale="92500"/>
          </a:bodyPr>
          <a:lstStyle/>
          <a:p>
            <a:pPr indent="0" lvl="0" marL="45720" rtl="0" algn="just">
              <a:lnSpc>
                <a:spcPct val="150000"/>
              </a:lnSpc>
              <a:spcBef>
                <a:spcPts val="0"/>
              </a:spcBef>
              <a:spcAft>
                <a:spcPts val="0"/>
              </a:spcAft>
              <a:buClr>
                <a:srgbClr val="9D1217"/>
              </a:buClr>
              <a:buSzPct val="100000"/>
              <a:buNone/>
            </a:pPr>
            <a:r>
              <a:rPr b="1" lang="en-US" sz="2400">
                <a:solidFill>
                  <a:srgbClr val="9D1217"/>
                </a:solidFill>
                <a:latin typeface="Times New Roman"/>
                <a:ea typeface="Times New Roman"/>
                <a:cs typeface="Times New Roman"/>
                <a:sym typeface="Times New Roman"/>
              </a:rPr>
              <a:t>Principe : </a:t>
            </a:r>
            <a:endParaRPr/>
          </a:p>
          <a:p>
            <a:pPr indent="0" lvl="0" marL="45720" rtl="0" algn="just">
              <a:lnSpc>
                <a:spcPct val="150000"/>
              </a:lnSpc>
              <a:spcBef>
                <a:spcPts val="1000"/>
              </a:spcBef>
              <a:spcAft>
                <a:spcPts val="0"/>
              </a:spcAft>
              <a:buClr>
                <a:schemeClr val="dk1"/>
              </a:buClr>
              <a:buSzPct val="100000"/>
              <a:buNone/>
            </a:pPr>
            <a:r>
              <a:t/>
            </a:r>
            <a:endParaRPr sz="2400">
              <a:solidFill>
                <a:srgbClr val="000000"/>
              </a:solidFill>
              <a:latin typeface="Times New Roman"/>
              <a:ea typeface="Times New Roman"/>
              <a:cs typeface="Times New Roman"/>
              <a:sym typeface="Times New Roman"/>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a:solidFill>
                  <a:srgbClr val="000000"/>
                </a:solidFill>
                <a:latin typeface="Times New Roman"/>
                <a:ea typeface="Times New Roman"/>
                <a:cs typeface="Times New Roman"/>
                <a:sym typeface="Times New Roman"/>
              </a:rPr>
              <a:t>Système complexe = composition de sous-systèmes</a:t>
            </a:r>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a:solidFill>
                  <a:srgbClr val="000000"/>
                </a:solidFill>
                <a:latin typeface="Times New Roman"/>
                <a:ea typeface="Times New Roman"/>
                <a:cs typeface="Times New Roman"/>
                <a:sym typeface="Times New Roman"/>
              </a:rPr>
              <a:t>Utilisation d’un processus de développement adapté à chaque sous-systèmes</a:t>
            </a:r>
            <a:endParaRPr/>
          </a:p>
          <a:p>
            <a:pPr indent="-228600" lvl="2" marL="1143000" rtl="0" algn="just">
              <a:lnSpc>
                <a:spcPct val="150000"/>
              </a:lnSpc>
              <a:spcBef>
                <a:spcPts val="500"/>
              </a:spcBef>
              <a:spcAft>
                <a:spcPts val="0"/>
              </a:spcAft>
              <a:buClr>
                <a:srgbClr val="000000"/>
              </a:buClr>
              <a:buSzPct val="100000"/>
              <a:buFont typeface="Noto Sans Symbols"/>
              <a:buChar char="⮚"/>
            </a:pPr>
            <a:r>
              <a:rPr lang="en-US" sz="2400">
                <a:solidFill>
                  <a:srgbClr val="000000"/>
                </a:solidFill>
                <a:latin typeface="Times New Roman"/>
                <a:ea typeface="Times New Roman"/>
                <a:cs typeface="Times New Roman"/>
                <a:sym typeface="Times New Roman"/>
              </a:rPr>
              <a:t>Utilisation du modèle à chute d’eau pour les sous-systèmes bien connus</a:t>
            </a:r>
            <a:endParaRPr/>
          </a:p>
          <a:p>
            <a:pPr indent="-228600" lvl="2" marL="1143000" rtl="0" algn="just">
              <a:lnSpc>
                <a:spcPct val="150000"/>
              </a:lnSpc>
              <a:spcBef>
                <a:spcPts val="500"/>
              </a:spcBef>
              <a:spcAft>
                <a:spcPts val="0"/>
              </a:spcAft>
              <a:buClr>
                <a:srgbClr val="000000"/>
              </a:buClr>
              <a:buSzPct val="100000"/>
              <a:buFont typeface="Noto Sans Symbols"/>
              <a:buChar char="⮚"/>
            </a:pPr>
            <a:r>
              <a:rPr lang="en-US" sz="2400">
                <a:solidFill>
                  <a:srgbClr val="000000"/>
                </a:solidFill>
                <a:latin typeface="Times New Roman"/>
                <a:ea typeface="Times New Roman"/>
                <a:cs typeface="Times New Roman"/>
                <a:sym typeface="Times New Roman"/>
              </a:rPr>
              <a:t>Utilisation du modèle de prototypage évolutif pour les sous-systèmes « délicats »</a:t>
            </a:r>
            <a:endParaRPr/>
          </a:p>
        </p:txBody>
      </p:sp>
      <p:sp>
        <p:nvSpPr>
          <p:cNvPr id="2824" name="Google Shape;2824;p54"/>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24D5E"/>
        </a:solidFill>
      </p:bgPr>
    </p:bg>
    <p:spTree>
      <p:nvGrpSpPr>
        <p:cNvPr id="2829" name="Shape 2829"/>
        <p:cNvGrpSpPr/>
        <p:nvPr/>
      </p:nvGrpSpPr>
      <p:grpSpPr>
        <a:xfrm>
          <a:off x="0" y="0"/>
          <a:ext cx="0" cy="0"/>
          <a:chOff x="0" y="0"/>
          <a:chExt cx="0" cy="0"/>
        </a:xfrm>
      </p:grpSpPr>
      <p:pic>
        <p:nvPicPr>
          <p:cNvPr id="2830" name="Google Shape;2830;p55"/>
          <p:cNvPicPr preferRelativeResize="0"/>
          <p:nvPr>
            <p:ph idx="2" type="pic"/>
          </p:nvPr>
        </p:nvPicPr>
        <p:blipFill rotWithShape="1">
          <a:blip r:embed="rId3">
            <a:alphaModFix/>
          </a:blip>
          <a:srcRect b="0" l="0" r="0" t="0"/>
          <a:stretch/>
        </p:blipFill>
        <p:spPr>
          <a:xfrm>
            <a:off x="0" y="0"/>
            <a:ext cx="10646969" cy="6824483"/>
          </a:xfrm>
          <a:prstGeom prst="rect">
            <a:avLst/>
          </a:prstGeom>
          <a:noFill/>
          <a:ln>
            <a:noFill/>
          </a:ln>
        </p:spPr>
      </p:pic>
      <p:sp>
        <p:nvSpPr>
          <p:cNvPr id="2831" name="Google Shape;2831;p55"/>
          <p:cNvSpPr txBox="1"/>
          <p:nvPr>
            <p:ph type="title"/>
          </p:nvPr>
        </p:nvSpPr>
        <p:spPr>
          <a:xfrm>
            <a:off x="6096000" y="2819892"/>
            <a:ext cx="5689600" cy="2593483"/>
          </a:xfrm>
          <a:prstGeom prst="rect">
            <a:avLst/>
          </a:prstGeom>
          <a:solidFill>
            <a:schemeClr val="lt1">
              <a:alpha val="54901"/>
            </a:schemeClr>
          </a:solidFill>
          <a:ln>
            <a:noFill/>
          </a:ln>
        </p:spPr>
        <p:txBody>
          <a:bodyPr anchorCtr="0" anchor="ctr" bIns="182875" lIns="274300" spcFirstLastPara="1" rIns="274300" wrap="square" tIns="91425">
            <a:normAutofit/>
          </a:bodyPr>
          <a:lstStyle/>
          <a:p>
            <a:pPr indent="0" lvl="0" marL="0" rtl="0" algn="ctr">
              <a:lnSpc>
                <a:spcPct val="90000"/>
              </a:lnSpc>
              <a:spcBef>
                <a:spcPts val="0"/>
              </a:spcBef>
              <a:spcAft>
                <a:spcPts val="0"/>
              </a:spcAft>
              <a:buClr>
                <a:schemeClr val="dk1"/>
              </a:buClr>
              <a:buSzPts val="5400"/>
              <a:buFont typeface="Calibri"/>
              <a:buNone/>
            </a:pPr>
            <a:r>
              <a:rPr lang="en-US" sz="5400"/>
              <a:t>Méthodes Agiles</a:t>
            </a:r>
            <a:endParaRPr sz="5400"/>
          </a:p>
        </p:txBody>
      </p:sp>
      <p:sp>
        <p:nvSpPr>
          <p:cNvPr id="2832" name="Google Shape;2832;p55"/>
          <p:cNvSpPr txBox="1"/>
          <p:nvPr>
            <p:ph idx="1" type="body"/>
          </p:nvPr>
        </p:nvSpPr>
        <p:spPr>
          <a:xfrm>
            <a:off x="6096000" y="5413375"/>
            <a:ext cx="5689600" cy="942975"/>
          </a:xfrm>
          <a:prstGeom prst="rect">
            <a:avLst/>
          </a:prstGeom>
          <a:solidFill>
            <a:schemeClr val="lt1">
              <a:alpha val="74901"/>
            </a:schemeClr>
          </a:solidFill>
          <a:ln>
            <a:noFill/>
          </a:ln>
        </p:spPr>
        <p:txBody>
          <a:bodyPr anchorCtr="0" anchor="ctr" bIns="182875" lIns="274300" spcFirstLastPara="1" rIns="274300" wrap="square" tIns="91425">
            <a:normAutofit/>
          </a:bodyPr>
          <a:lstStyle/>
          <a:p>
            <a:pPr indent="0" lvl="0" marL="0" rtl="0" algn="ctr">
              <a:lnSpc>
                <a:spcPct val="90000"/>
              </a:lnSpc>
              <a:spcBef>
                <a:spcPts val="0"/>
              </a:spcBef>
              <a:spcAft>
                <a:spcPts val="0"/>
              </a:spcAft>
              <a:buClr>
                <a:srgbClr val="8C9CA6"/>
              </a:buClr>
              <a:buSzPts val="2400"/>
              <a:buNone/>
            </a:pPr>
            <a:r>
              <a:t/>
            </a:r>
            <a:endParaRPr>
              <a:solidFill>
                <a:schemeClr val="dk1"/>
              </a:solidFill>
            </a:endParaRPr>
          </a:p>
        </p:txBody>
      </p:sp>
      <p:grpSp>
        <p:nvGrpSpPr>
          <p:cNvPr id="2833" name="Google Shape;2833;p55"/>
          <p:cNvGrpSpPr/>
          <p:nvPr/>
        </p:nvGrpSpPr>
        <p:grpSpPr>
          <a:xfrm>
            <a:off x="6096000" y="6264910"/>
            <a:ext cx="5689600" cy="91440"/>
            <a:chOff x="0" y="4480421"/>
            <a:chExt cx="12192000" cy="91440"/>
          </a:xfrm>
        </p:grpSpPr>
        <p:sp>
          <p:nvSpPr>
            <p:cNvPr id="2834" name="Google Shape;2834;p55"/>
            <p:cNvSpPr/>
            <p:nvPr/>
          </p:nvSpPr>
          <p:spPr>
            <a:xfrm>
              <a:off x="0" y="4480421"/>
              <a:ext cx="2432304"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5" name="Google Shape;2835;p55"/>
            <p:cNvSpPr/>
            <p:nvPr/>
          </p:nvSpPr>
          <p:spPr>
            <a:xfrm>
              <a:off x="2439924" y="4480421"/>
              <a:ext cx="2432304" cy="914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6" name="Google Shape;2836;p55"/>
            <p:cNvSpPr/>
            <p:nvPr/>
          </p:nvSpPr>
          <p:spPr>
            <a:xfrm>
              <a:off x="4879848" y="4480421"/>
              <a:ext cx="2432304" cy="9144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7" name="Google Shape;2837;p55"/>
            <p:cNvSpPr/>
            <p:nvPr/>
          </p:nvSpPr>
          <p:spPr>
            <a:xfrm>
              <a:off x="7319772" y="4480421"/>
              <a:ext cx="2432304" cy="9144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8" name="Google Shape;2838;p55"/>
            <p:cNvSpPr/>
            <p:nvPr/>
          </p:nvSpPr>
          <p:spPr>
            <a:xfrm>
              <a:off x="9759696" y="4480421"/>
              <a:ext cx="2432304" cy="9144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839" name="Google Shape;2839;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4" name="Shape 2844"/>
        <p:cNvGrpSpPr/>
        <p:nvPr/>
      </p:nvGrpSpPr>
      <p:grpSpPr>
        <a:xfrm>
          <a:off x="0" y="0"/>
          <a:ext cx="0" cy="0"/>
          <a:chOff x="0" y="0"/>
          <a:chExt cx="0" cy="0"/>
        </a:xfrm>
      </p:grpSpPr>
      <p:sp>
        <p:nvSpPr>
          <p:cNvPr id="2845" name="Google Shape;2845;p56"/>
          <p:cNvSpPr/>
          <p:nvPr/>
        </p:nvSpPr>
        <p:spPr>
          <a:xfrm>
            <a:off x="355601" y="0"/>
            <a:ext cx="11480494" cy="2753936"/>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846" name="Google Shape;2846;p5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47" name="Google Shape;2847;p56"/>
          <p:cNvSpPr txBox="1"/>
          <p:nvPr>
            <p:ph type="title"/>
          </p:nvPr>
        </p:nvSpPr>
        <p:spPr>
          <a:xfrm>
            <a:off x="1179226" y="826680"/>
            <a:ext cx="9833548"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Times New Roman"/>
              <a:buNone/>
            </a:pPr>
            <a:r>
              <a:rPr lang="en-US" sz="4000">
                <a:solidFill>
                  <a:srgbClr val="FFFFFF"/>
                </a:solidFill>
                <a:latin typeface="Times New Roman"/>
                <a:ea typeface="Times New Roman"/>
                <a:cs typeface="Times New Roman"/>
                <a:sym typeface="Times New Roman"/>
              </a:rPr>
              <a:t>Panorama of agile development methods</a:t>
            </a:r>
            <a:endParaRPr sz="4000">
              <a:solidFill>
                <a:srgbClr val="FFFFFF"/>
              </a:solidFill>
              <a:latin typeface="Times New Roman"/>
              <a:ea typeface="Times New Roman"/>
              <a:cs typeface="Times New Roman"/>
              <a:sym typeface="Times New Roman"/>
            </a:endParaRPr>
          </a:p>
        </p:txBody>
      </p:sp>
      <p:sp>
        <p:nvSpPr>
          <p:cNvPr id="2848" name="Google Shape;2848;p5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2849" name="Google Shape;2849;p56"/>
          <p:cNvSpPr txBox="1"/>
          <p:nvPr/>
        </p:nvSpPr>
        <p:spPr>
          <a:xfrm>
            <a:off x="306254" y="2404270"/>
            <a:ext cx="71312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425166"/>
                </a:solidFill>
                <a:latin typeface="Arial"/>
                <a:ea typeface="Arial"/>
                <a:cs typeface="Arial"/>
                <a:sym typeface="Arial"/>
              </a:rPr>
              <a:t>XP</a:t>
            </a:r>
            <a:endParaRPr/>
          </a:p>
        </p:txBody>
      </p:sp>
      <p:sp>
        <p:nvSpPr>
          <p:cNvPr id="2850" name="Google Shape;2850;p56"/>
          <p:cNvSpPr txBox="1"/>
          <p:nvPr/>
        </p:nvSpPr>
        <p:spPr>
          <a:xfrm>
            <a:off x="2636287" y="2521746"/>
            <a:ext cx="114529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25E33"/>
                </a:solidFill>
                <a:latin typeface="Arial"/>
                <a:ea typeface="Arial"/>
                <a:cs typeface="Arial"/>
                <a:sym typeface="Arial"/>
              </a:rPr>
              <a:t>FDD</a:t>
            </a:r>
            <a:endParaRPr/>
          </a:p>
        </p:txBody>
      </p:sp>
      <p:sp>
        <p:nvSpPr>
          <p:cNvPr id="2851" name="Google Shape;2851;p56"/>
          <p:cNvSpPr txBox="1"/>
          <p:nvPr/>
        </p:nvSpPr>
        <p:spPr>
          <a:xfrm>
            <a:off x="4692199" y="2645815"/>
            <a:ext cx="245630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DC0024"/>
                </a:solidFill>
                <a:latin typeface="Arial"/>
                <a:ea typeface="Arial"/>
                <a:cs typeface="Arial"/>
                <a:sym typeface="Arial"/>
              </a:rPr>
              <a:t>CRYSTAL FAMILY</a:t>
            </a:r>
            <a:endParaRPr/>
          </a:p>
        </p:txBody>
      </p:sp>
      <p:sp>
        <p:nvSpPr>
          <p:cNvPr id="2852" name="Google Shape;2852;p56"/>
          <p:cNvSpPr txBox="1"/>
          <p:nvPr/>
        </p:nvSpPr>
        <p:spPr>
          <a:xfrm>
            <a:off x="863523" y="5181460"/>
            <a:ext cx="218022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47321"/>
                </a:solidFill>
                <a:latin typeface="Arial"/>
                <a:ea typeface="Arial"/>
                <a:cs typeface="Arial"/>
                <a:sym typeface="Arial"/>
              </a:rPr>
              <a:t>SCRUM</a:t>
            </a:r>
            <a:endParaRPr/>
          </a:p>
        </p:txBody>
      </p:sp>
      <p:sp>
        <p:nvSpPr>
          <p:cNvPr id="2853" name="Google Shape;2853;p56"/>
          <p:cNvSpPr txBox="1"/>
          <p:nvPr/>
        </p:nvSpPr>
        <p:spPr>
          <a:xfrm>
            <a:off x="3758554" y="5322140"/>
            <a:ext cx="189514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10A1DD"/>
                </a:solidFill>
                <a:latin typeface="Arial"/>
                <a:ea typeface="Arial"/>
                <a:cs typeface="Arial"/>
                <a:sym typeface="Arial"/>
              </a:rPr>
              <a:t>DSDM</a:t>
            </a:r>
            <a:endParaRPr/>
          </a:p>
        </p:txBody>
      </p:sp>
      <p:sp>
        <p:nvSpPr>
          <p:cNvPr id="2854" name="Google Shape;2854;p56"/>
          <p:cNvSpPr txBox="1"/>
          <p:nvPr/>
        </p:nvSpPr>
        <p:spPr>
          <a:xfrm>
            <a:off x="6206125" y="5322033"/>
            <a:ext cx="215974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6D9E18"/>
                </a:solidFill>
                <a:latin typeface="Arial"/>
                <a:ea typeface="Arial"/>
                <a:cs typeface="Arial"/>
                <a:sym typeface="Arial"/>
              </a:rPr>
              <a:t>LEAN SD</a:t>
            </a:r>
            <a:endParaRPr/>
          </a:p>
        </p:txBody>
      </p:sp>
      <p:sp>
        <p:nvSpPr>
          <p:cNvPr id="2855" name="Google Shape;2855;p56"/>
          <p:cNvSpPr/>
          <p:nvPr/>
        </p:nvSpPr>
        <p:spPr>
          <a:xfrm rot="2700000">
            <a:off x="1480024" y="3759985"/>
            <a:ext cx="894402" cy="896866"/>
          </a:xfrm>
          <a:prstGeom prst="roundRect">
            <a:avLst>
              <a:gd fmla="val 16667" name="adj"/>
            </a:avLst>
          </a:prstGeom>
          <a:solidFill>
            <a:srgbClr val="E76D1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47321"/>
              </a:solidFill>
              <a:latin typeface="Arial"/>
              <a:ea typeface="Arial"/>
              <a:cs typeface="Arial"/>
              <a:sym typeface="Arial"/>
            </a:endParaRPr>
          </a:p>
        </p:txBody>
      </p:sp>
      <p:sp>
        <p:nvSpPr>
          <p:cNvPr id="2856" name="Google Shape;2856;p56"/>
          <p:cNvSpPr/>
          <p:nvPr/>
        </p:nvSpPr>
        <p:spPr>
          <a:xfrm rot="2700000">
            <a:off x="2760937" y="3477611"/>
            <a:ext cx="894402" cy="896866"/>
          </a:xfrm>
          <a:prstGeom prst="roundRect">
            <a:avLst>
              <a:gd fmla="val 16667" name="adj"/>
            </a:avLst>
          </a:prstGeom>
          <a:solidFill>
            <a:srgbClr val="C25E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7" name="Google Shape;2857;p56"/>
          <p:cNvSpPr/>
          <p:nvPr/>
        </p:nvSpPr>
        <p:spPr>
          <a:xfrm rot="2700000">
            <a:off x="4137957" y="3900665"/>
            <a:ext cx="894402" cy="896866"/>
          </a:xfrm>
          <a:prstGeom prst="roundRect">
            <a:avLst>
              <a:gd fmla="val 16667" name="adj"/>
            </a:avLst>
          </a:prstGeom>
          <a:solidFill>
            <a:srgbClr val="10A1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8" name="Google Shape;2858;p56"/>
          <p:cNvSpPr/>
          <p:nvPr/>
        </p:nvSpPr>
        <p:spPr>
          <a:xfrm rot="2700000">
            <a:off x="5512590" y="3576084"/>
            <a:ext cx="894402" cy="896866"/>
          </a:xfrm>
          <a:prstGeom prst="roundRect">
            <a:avLst>
              <a:gd fmla="val 16667" name="adj"/>
            </a:avLst>
          </a:prstGeom>
          <a:solidFill>
            <a:srgbClr val="DC002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9" name="Google Shape;2859;p56"/>
          <p:cNvSpPr/>
          <p:nvPr/>
        </p:nvSpPr>
        <p:spPr>
          <a:xfrm rot="2700000">
            <a:off x="187191" y="3438532"/>
            <a:ext cx="894402" cy="896866"/>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0" name="Google Shape;2860;p56"/>
          <p:cNvSpPr/>
          <p:nvPr/>
        </p:nvSpPr>
        <p:spPr>
          <a:xfrm rot="2700000">
            <a:off x="6861463" y="3900665"/>
            <a:ext cx="894402" cy="896866"/>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1" name="Google Shape;2861;p56"/>
          <p:cNvSpPr/>
          <p:nvPr/>
        </p:nvSpPr>
        <p:spPr>
          <a:xfrm rot="3564405">
            <a:off x="252364" y="3742948"/>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2" name="Google Shape;2862;p56"/>
          <p:cNvSpPr/>
          <p:nvPr/>
        </p:nvSpPr>
        <p:spPr>
          <a:xfrm rot="1809825">
            <a:off x="1536946" y="3412297"/>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3" name="Google Shape;2863;p56"/>
          <p:cNvSpPr/>
          <p:nvPr/>
        </p:nvSpPr>
        <p:spPr>
          <a:xfrm rot="3564405">
            <a:off x="2842271" y="3763211"/>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4" name="Google Shape;2864;p56"/>
          <p:cNvSpPr/>
          <p:nvPr/>
        </p:nvSpPr>
        <p:spPr>
          <a:xfrm rot="1809825">
            <a:off x="4211040" y="3534161"/>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5" name="Google Shape;2865;p56"/>
          <p:cNvSpPr/>
          <p:nvPr/>
        </p:nvSpPr>
        <p:spPr>
          <a:xfrm rot="3564405">
            <a:off x="5550776" y="3866443"/>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6" name="Google Shape;2866;p56"/>
          <p:cNvSpPr/>
          <p:nvPr/>
        </p:nvSpPr>
        <p:spPr>
          <a:xfrm rot="1809825">
            <a:off x="6891398" y="3538920"/>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7" name="Google Shape;2867;p56"/>
          <p:cNvSpPr/>
          <p:nvPr/>
        </p:nvSpPr>
        <p:spPr>
          <a:xfrm>
            <a:off x="463124" y="3965030"/>
            <a:ext cx="467148" cy="487770"/>
          </a:xfrm>
          <a:custGeom>
            <a:rect b="b" l="l" r="r" t="t"/>
            <a:pathLst>
              <a:path extrusionOk="0" h="3329" w="3197">
                <a:moveTo>
                  <a:pt x="1533" y="2939"/>
                </a:moveTo>
                <a:lnTo>
                  <a:pt x="1569" y="2943"/>
                </a:lnTo>
                <a:lnTo>
                  <a:pt x="1601" y="2952"/>
                </a:lnTo>
                <a:lnTo>
                  <a:pt x="1631" y="2966"/>
                </a:lnTo>
                <a:lnTo>
                  <a:pt x="1659" y="2985"/>
                </a:lnTo>
                <a:lnTo>
                  <a:pt x="1682" y="3009"/>
                </a:lnTo>
                <a:lnTo>
                  <a:pt x="1701" y="3036"/>
                </a:lnTo>
                <a:lnTo>
                  <a:pt x="1715" y="3067"/>
                </a:lnTo>
                <a:lnTo>
                  <a:pt x="1725" y="3099"/>
                </a:lnTo>
                <a:lnTo>
                  <a:pt x="1729" y="3134"/>
                </a:lnTo>
                <a:lnTo>
                  <a:pt x="1725" y="3169"/>
                </a:lnTo>
                <a:lnTo>
                  <a:pt x="1715" y="3202"/>
                </a:lnTo>
                <a:lnTo>
                  <a:pt x="1701" y="3233"/>
                </a:lnTo>
                <a:lnTo>
                  <a:pt x="1682" y="3259"/>
                </a:lnTo>
                <a:lnTo>
                  <a:pt x="1659" y="3282"/>
                </a:lnTo>
                <a:lnTo>
                  <a:pt x="1631" y="3302"/>
                </a:lnTo>
                <a:lnTo>
                  <a:pt x="1601" y="3317"/>
                </a:lnTo>
                <a:lnTo>
                  <a:pt x="1569" y="3326"/>
                </a:lnTo>
                <a:lnTo>
                  <a:pt x="1533" y="3329"/>
                </a:lnTo>
                <a:lnTo>
                  <a:pt x="1499" y="3326"/>
                </a:lnTo>
                <a:lnTo>
                  <a:pt x="1465" y="3317"/>
                </a:lnTo>
                <a:lnTo>
                  <a:pt x="1435" y="3302"/>
                </a:lnTo>
                <a:lnTo>
                  <a:pt x="1409" y="3282"/>
                </a:lnTo>
                <a:lnTo>
                  <a:pt x="1385" y="3259"/>
                </a:lnTo>
                <a:lnTo>
                  <a:pt x="1366" y="3233"/>
                </a:lnTo>
                <a:lnTo>
                  <a:pt x="1351" y="3202"/>
                </a:lnTo>
                <a:lnTo>
                  <a:pt x="1342" y="3169"/>
                </a:lnTo>
                <a:lnTo>
                  <a:pt x="1339" y="3134"/>
                </a:lnTo>
                <a:lnTo>
                  <a:pt x="1342" y="3099"/>
                </a:lnTo>
                <a:lnTo>
                  <a:pt x="1351" y="3067"/>
                </a:lnTo>
                <a:lnTo>
                  <a:pt x="1366" y="3036"/>
                </a:lnTo>
                <a:lnTo>
                  <a:pt x="1385" y="3009"/>
                </a:lnTo>
                <a:lnTo>
                  <a:pt x="1409" y="2985"/>
                </a:lnTo>
                <a:lnTo>
                  <a:pt x="1435" y="2966"/>
                </a:lnTo>
                <a:lnTo>
                  <a:pt x="1465" y="2952"/>
                </a:lnTo>
                <a:lnTo>
                  <a:pt x="1499" y="2943"/>
                </a:lnTo>
                <a:lnTo>
                  <a:pt x="1533" y="2939"/>
                </a:lnTo>
                <a:close/>
                <a:moveTo>
                  <a:pt x="840" y="2773"/>
                </a:moveTo>
                <a:lnTo>
                  <a:pt x="866" y="2777"/>
                </a:lnTo>
                <a:lnTo>
                  <a:pt x="892" y="2784"/>
                </a:lnTo>
                <a:lnTo>
                  <a:pt x="918" y="2796"/>
                </a:lnTo>
                <a:lnTo>
                  <a:pt x="941" y="2812"/>
                </a:lnTo>
                <a:lnTo>
                  <a:pt x="961" y="2831"/>
                </a:lnTo>
                <a:lnTo>
                  <a:pt x="977" y="2853"/>
                </a:lnTo>
                <a:lnTo>
                  <a:pt x="989" y="2876"/>
                </a:lnTo>
                <a:lnTo>
                  <a:pt x="998" y="2901"/>
                </a:lnTo>
                <a:lnTo>
                  <a:pt x="1004" y="2927"/>
                </a:lnTo>
                <a:lnTo>
                  <a:pt x="1005" y="2954"/>
                </a:lnTo>
                <a:lnTo>
                  <a:pt x="1001" y="2980"/>
                </a:lnTo>
                <a:lnTo>
                  <a:pt x="993" y="3007"/>
                </a:lnTo>
                <a:lnTo>
                  <a:pt x="981" y="3032"/>
                </a:lnTo>
                <a:lnTo>
                  <a:pt x="965" y="3055"/>
                </a:lnTo>
                <a:lnTo>
                  <a:pt x="947" y="3075"/>
                </a:lnTo>
                <a:lnTo>
                  <a:pt x="925" y="3091"/>
                </a:lnTo>
                <a:lnTo>
                  <a:pt x="901" y="3104"/>
                </a:lnTo>
                <a:lnTo>
                  <a:pt x="876" y="3113"/>
                </a:lnTo>
                <a:lnTo>
                  <a:pt x="851" y="3117"/>
                </a:lnTo>
                <a:lnTo>
                  <a:pt x="823" y="3118"/>
                </a:lnTo>
                <a:lnTo>
                  <a:pt x="797" y="3115"/>
                </a:lnTo>
                <a:lnTo>
                  <a:pt x="771" y="3107"/>
                </a:lnTo>
                <a:lnTo>
                  <a:pt x="745" y="3095"/>
                </a:lnTo>
                <a:lnTo>
                  <a:pt x="722" y="3080"/>
                </a:lnTo>
                <a:lnTo>
                  <a:pt x="702" y="3060"/>
                </a:lnTo>
                <a:lnTo>
                  <a:pt x="686" y="3039"/>
                </a:lnTo>
                <a:lnTo>
                  <a:pt x="673" y="3016"/>
                </a:lnTo>
                <a:lnTo>
                  <a:pt x="664" y="2991"/>
                </a:lnTo>
                <a:lnTo>
                  <a:pt x="659" y="2964"/>
                </a:lnTo>
                <a:lnTo>
                  <a:pt x="659" y="2938"/>
                </a:lnTo>
                <a:lnTo>
                  <a:pt x="662" y="2912"/>
                </a:lnTo>
                <a:lnTo>
                  <a:pt x="669" y="2885"/>
                </a:lnTo>
                <a:lnTo>
                  <a:pt x="682" y="2860"/>
                </a:lnTo>
                <a:lnTo>
                  <a:pt x="698" y="2837"/>
                </a:lnTo>
                <a:lnTo>
                  <a:pt x="717" y="2816"/>
                </a:lnTo>
                <a:lnTo>
                  <a:pt x="738" y="2800"/>
                </a:lnTo>
                <a:lnTo>
                  <a:pt x="762" y="2788"/>
                </a:lnTo>
                <a:lnTo>
                  <a:pt x="787" y="2779"/>
                </a:lnTo>
                <a:lnTo>
                  <a:pt x="813" y="2774"/>
                </a:lnTo>
                <a:lnTo>
                  <a:pt x="840" y="2773"/>
                </a:lnTo>
                <a:close/>
                <a:moveTo>
                  <a:pt x="2247" y="2730"/>
                </a:moveTo>
                <a:lnTo>
                  <a:pt x="2276" y="2733"/>
                </a:lnTo>
                <a:lnTo>
                  <a:pt x="2306" y="2741"/>
                </a:lnTo>
                <a:lnTo>
                  <a:pt x="2334" y="2753"/>
                </a:lnTo>
                <a:lnTo>
                  <a:pt x="2360" y="2769"/>
                </a:lnTo>
                <a:lnTo>
                  <a:pt x="2384" y="2788"/>
                </a:lnTo>
                <a:lnTo>
                  <a:pt x="2405" y="2811"/>
                </a:lnTo>
                <a:lnTo>
                  <a:pt x="2423" y="2838"/>
                </a:lnTo>
                <a:lnTo>
                  <a:pt x="2436" y="2867"/>
                </a:lnTo>
                <a:lnTo>
                  <a:pt x="2447" y="2896"/>
                </a:lnTo>
                <a:lnTo>
                  <a:pt x="2451" y="2927"/>
                </a:lnTo>
                <a:lnTo>
                  <a:pt x="2452" y="2957"/>
                </a:lnTo>
                <a:lnTo>
                  <a:pt x="2448" y="2986"/>
                </a:lnTo>
                <a:lnTo>
                  <a:pt x="2440" y="3016"/>
                </a:lnTo>
                <a:lnTo>
                  <a:pt x="2428" y="3044"/>
                </a:lnTo>
                <a:lnTo>
                  <a:pt x="2412" y="3070"/>
                </a:lnTo>
                <a:lnTo>
                  <a:pt x="2393" y="3094"/>
                </a:lnTo>
                <a:lnTo>
                  <a:pt x="2370" y="3115"/>
                </a:lnTo>
                <a:lnTo>
                  <a:pt x="2343" y="3133"/>
                </a:lnTo>
                <a:lnTo>
                  <a:pt x="2315" y="3147"/>
                </a:lnTo>
                <a:lnTo>
                  <a:pt x="2286" y="3156"/>
                </a:lnTo>
                <a:lnTo>
                  <a:pt x="2255" y="3161"/>
                </a:lnTo>
                <a:lnTo>
                  <a:pt x="2225" y="3162"/>
                </a:lnTo>
                <a:lnTo>
                  <a:pt x="2194" y="3158"/>
                </a:lnTo>
                <a:lnTo>
                  <a:pt x="2165" y="3150"/>
                </a:lnTo>
                <a:lnTo>
                  <a:pt x="2138" y="3138"/>
                </a:lnTo>
                <a:lnTo>
                  <a:pt x="2111" y="3122"/>
                </a:lnTo>
                <a:lnTo>
                  <a:pt x="2088" y="3103"/>
                </a:lnTo>
                <a:lnTo>
                  <a:pt x="2067" y="3081"/>
                </a:lnTo>
                <a:lnTo>
                  <a:pt x="2049" y="3053"/>
                </a:lnTo>
                <a:lnTo>
                  <a:pt x="2034" y="3025"/>
                </a:lnTo>
                <a:lnTo>
                  <a:pt x="2025" y="2996"/>
                </a:lnTo>
                <a:lnTo>
                  <a:pt x="2020" y="2965"/>
                </a:lnTo>
                <a:lnTo>
                  <a:pt x="2020" y="2935"/>
                </a:lnTo>
                <a:lnTo>
                  <a:pt x="2024" y="2904"/>
                </a:lnTo>
                <a:lnTo>
                  <a:pt x="2031" y="2875"/>
                </a:lnTo>
                <a:lnTo>
                  <a:pt x="2044" y="2848"/>
                </a:lnTo>
                <a:lnTo>
                  <a:pt x="2059" y="2821"/>
                </a:lnTo>
                <a:lnTo>
                  <a:pt x="2078" y="2798"/>
                </a:lnTo>
                <a:lnTo>
                  <a:pt x="2101" y="2777"/>
                </a:lnTo>
                <a:lnTo>
                  <a:pt x="2128" y="2759"/>
                </a:lnTo>
                <a:lnTo>
                  <a:pt x="2156" y="2744"/>
                </a:lnTo>
                <a:lnTo>
                  <a:pt x="2186" y="2735"/>
                </a:lnTo>
                <a:lnTo>
                  <a:pt x="2217" y="2730"/>
                </a:lnTo>
                <a:lnTo>
                  <a:pt x="2247" y="2730"/>
                </a:lnTo>
                <a:close/>
                <a:moveTo>
                  <a:pt x="318" y="2280"/>
                </a:moveTo>
                <a:lnTo>
                  <a:pt x="344" y="2282"/>
                </a:lnTo>
                <a:lnTo>
                  <a:pt x="369" y="2290"/>
                </a:lnTo>
                <a:lnTo>
                  <a:pt x="392" y="2301"/>
                </a:lnTo>
                <a:lnTo>
                  <a:pt x="414" y="2315"/>
                </a:lnTo>
                <a:lnTo>
                  <a:pt x="432" y="2334"/>
                </a:lnTo>
                <a:lnTo>
                  <a:pt x="449" y="2356"/>
                </a:lnTo>
                <a:lnTo>
                  <a:pt x="460" y="2381"/>
                </a:lnTo>
                <a:lnTo>
                  <a:pt x="467" y="2406"/>
                </a:lnTo>
                <a:lnTo>
                  <a:pt x="469" y="2432"/>
                </a:lnTo>
                <a:lnTo>
                  <a:pt x="467" y="2458"/>
                </a:lnTo>
                <a:lnTo>
                  <a:pt x="460" y="2483"/>
                </a:lnTo>
                <a:lnTo>
                  <a:pt x="449" y="2506"/>
                </a:lnTo>
                <a:lnTo>
                  <a:pt x="434" y="2528"/>
                </a:lnTo>
                <a:lnTo>
                  <a:pt x="415" y="2547"/>
                </a:lnTo>
                <a:lnTo>
                  <a:pt x="393" y="2562"/>
                </a:lnTo>
                <a:lnTo>
                  <a:pt x="369" y="2574"/>
                </a:lnTo>
                <a:lnTo>
                  <a:pt x="342" y="2580"/>
                </a:lnTo>
                <a:lnTo>
                  <a:pt x="317" y="2582"/>
                </a:lnTo>
                <a:lnTo>
                  <a:pt x="291" y="2580"/>
                </a:lnTo>
                <a:lnTo>
                  <a:pt x="266" y="2574"/>
                </a:lnTo>
                <a:lnTo>
                  <a:pt x="243" y="2563"/>
                </a:lnTo>
                <a:lnTo>
                  <a:pt x="221" y="2548"/>
                </a:lnTo>
                <a:lnTo>
                  <a:pt x="203" y="2530"/>
                </a:lnTo>
                <a:lnTo>
                  <a:pt x="186" y="2507"/>
                </a:lnTo>
                <a:lnTo>
                  <a:pt x="175" y="2482"/>
                </a:lnTo>
                <a:lnTo>
                  <a:pt x="168" y="2457"/>
                </a:lnTo>
                <a:lnTo>
                  <a:pt x="166" y="2430"/>
                </a:lnTo>
                <a:lnTo>
                  <a:pt x="169" y="2405"/>
                </a:lnTo>
                <a:lnTo>
                  <a:pt x="175" y="2380"/>
                </a:lnTo>
                <a:lnTo>
                  <a:pt x="186" y="2356"/>
                </a:lnTo>
                <a:lnTo>
                  <a:pt x="202" y="2335"/>
                </a:lnTo>
                <a:lnTo>
                  <a:pt x="220" y="2316"/>
                </a:lnTo>
                <a:lnTo>
                  <a:pt x="242" y="2301"/>
                </a:lnTo>
                <a:lnTo>
                  <a:pt x="266" y="2290"/>
                </a:lnTo>
                <a:lnTo>
                  <a:pt x="293" y="2282"/>
                </a:lnTo>
                <a:lnTo>
                  <a:pt x="318" y="2280"/>
                </a:lnTo>
                <a:close/>
                <a:moveTo>
                  <a:pt x="2737" y="2194"/>
                </a:moveTo>
                <a:lnTo>
                  <a:pt x="2771" y="2195"/>
                </a:lnTo>
                <a:lnTo>
                  <a:pt x="2804" y="2200"/>
                </a:lnTo>
                <a:lnTo>
                  <a:pt x="2836" y="2211"/>
                </a:lnTo>
                <a:lnTo>
                  <a:pt x="2869" y="2226"/>
                </a:lnTo>
                <a:lnTo>
                  <a:pt x="2897" y="2246"/>
                </a:lnTo>
                <a:lnTo>
                  <a:pt x="2923" y="2269"/>
                </a:lnTo>
                <a:lnTo>
                  <a:pt x="2944" y="2295"/>
                </a:lnTo>
                <a:lnTo>
                  <a:pt x="2961" y="2324"/>
                </a:lnTo>
                <a:lnTo>
                  <a:pt x="2974" y="2354"/>
                </a:lnTo>
                <a:lnTo>
                  <a:pt x="2982" y="2386"/>
                </a:lnTo>
                <a:lnTo>
                  <a:pt x="2987" y="2419"/>
                </a:lnTo>
                <a:lnTo>
                  <a:pt x="2986" y="2453"/>
                </a:lnTo>
                <a:lnTo>
                  <a:pt x="2981" y="2486"/>
                </a:lnTo>
                <a:lnTo>
                  <a:pt x="2971" y="2518"/>
                </a:lnTo>
                <a:lnTo>
                  <a:pt x="2955" y="2551"/>
                </a:lnTo>
                <a:lnTo>
                  <a:pt x="2936" y="2579"/>
                </a:lnTo>
                <a:lnTo>
                  <a:pt x="2912" y="2605"/>
                </a:lnTo>
                <a:lnTo>
                  <a:pt x="2886" y="2626"/>
                </a:lnTo>
                <a:lnTo>
                  <a:pt x="2858" y="2643"/>
                </a:lnTo>
                <a:lnTo>
                  <a:pt x="2827" y="2656"/>
                </a:lnTo>
                <a:lnTo>
                  <a:pt x="2795" y="2665"/>
                </a:lnTo>
                <a:lnTo>
                  <a:pt x="2763" y="2669"/>
                </a:lnTo>
                <a:lnTo>
                  <a:pt x="2729" y="2668"/>
                </a:lnTo>
                <a:lnTo>
                  <a:pt x="2696" y="2663"/>
                </a:lnTo>
                <a:lnTo>
                  <a:pt x="2662" y="2653"/>
                </a:lnTo>
                <a:lnTo>
                  <a:pt x="2631" y="2637"/>
                </a:lnTo>
                <a:lnTo>
                  <a:pt x="2602" y="2618"/>
                </a:lnTo>
                <a:lnTo>
                  <a:pt x="2576" y="2594"/>
                </a:lnTo>
                <a:lnTo>
                  <a:pt x="2555" y="2568"/>
                </a:lnTo>
                <a:lnTo>
                  <a:pt x="2538" y="2540"/>
                </a:lnTo>
                <a:lnTo>
                  <a:pt x="2525" y="2509"/>
                </a:lnTo>
                <a:lnTo>
                  <a:pt x="2516" y="2477"/>
                </a:lnTo>
                <a:lnTo>
                  <a:pt x="2512" y="2444"/>
                </a:lnTo>
                <a:lnTo>
                  <a:pt x="2513" y="2410"/>
                </a:lnTo>
                <a:lnTo>
                  <a:pt x="2519" y="2378"/>
                </a:lnTo>
                <a:lnTo>
                  <a:pt x="2529" y="2344"/>
                </a:lnTo>
                <a:lnTo>
                  <a:pt x="2544" y="2313"/>
                </a:lnTo>
                <a:lnTo>
                  <a:pt x="2564" y="2283"/>
                </a:lnTo>
                <a:lnTo>
                  <a:pt x="2587" y="2258"/>
                </a:lnTo>
                <a:lnTo>
                  <a:pt x="2613" y="2237"/>
                </a:lnTo>
                <a:lnTo>
                  <a:pt x="2642" y="2220"/>
                </a:lnTo>
                <a:lnTo>
                  <a:pt x="2672" y="2206"/>
                </a:lnTo>
                <a:lnTo>
                  <a:pt x="2705" y="2198"/>
                </a:lnTo>
                <a:lnTo>
                  <a:pt x="2737" y="2194"/>
                </a:lnTo>
                <a:close/>
                <a:moveTo>
                  <a:pt x="130" y="1600"/>
                </a:moveTo>
                <a:lnTo>
                  <a:pt x="156" y="1603"/>
                </a:lnTo>
                <a:lnTo>
                  <a:pt x="180" y="1610"/>
                </a:lnTo>
                <a:lnTo>
                  <a:pt x="202" y="1622"/>
                </a:lnTo>
                <a:lnTo>
                  <a:pt x="221" y="1637"/>
                </a:lnTo>
                <a:lnTo>
                  <a:pt x="237" y="1656"/>
                </a:lnTo>
                <a:lnTo>
                  <a:pt x="249" y="1679"/>
                </a:lnTo>
                <a:lnTo>
                  <a:pt x="256" y="1703"/>
                </a:lnTo>
                <a:lnTo>
                  <a:pt x="259" y="1729"/>
                </a:lnTo>
                <a:lnTo>
                  <a:pt x="256" y="1756"/>
                </a:lnTo>
                <a:lnTo>
                  <a:pt x="249" y="1780"/>
                </a:lnTo>
                <a:lnTo>
                  <a:pt x="237" y="1801"/>
                </a:lnTo>
                <a:lnTo>
                  <a:pt x="221" y="1820"/>
                </a:lnTo>
                <a:lnTo>
                  <a:pt x="202" y="1837"/>
                </a:lnTo>
                <a:lnTo>
                  <a:pt x="180" y="1849"/>
                </a:lnTo>
                <a:lnTo>
                  <a:pt x="156" y="1856"/>
                </a:lnTo>
                <a:lnTo>
                  <a:pt x="130" y="1859"/>
                </a:lnTo>
                <a:lnTo>
                  <a:pt x="103" y="1856"/>
                </a:lnTo>
                <a:lnTo>
                  <a:pt x="79" y="1849"/>
                </a:lnTo>
                <a:lnTo>
                  <a:pt x="57" y="1837"/>
                </a:lnTo>
                <a:lnTo>
                  <a:pt x="37" y="1820"/>
                </a:lnTo>
                <a:lnTo>
                  <a:pt x="22" y="1801"/>
                </a:lnTo>
                <a:lnTo>
                  <a:pt x="10" y="1780"/>
                </a:lnTo>
                <a:lnTo>
                  <a:pt x="2" y="1756"/>
                </a:lnTo>
                <a:lnTo>
                  <a:pt x="0" y="1729"/>
                </a:lnTo>
                <a:lnTo>
                  <a:pt x="2" y="1703"/>
                </a:lnTo>
                <a:lnTo>
                  <a:pt x="10" y="1679"/>
                </a:lnTo>
                <a:lnTo>
                  <a:pt x="22" y="1656"/>
                </a:lnTo>
                <a:lnTo>
                  <a:pt x="37" y="1637"/>
                </a:lnTo>
                <a:lnTo>
                  <a:pt x="57" y="1622"/>
                </a:lnTo>
                <a:lnTo>
                  <a:pt x="79" y="1610"/>
                </a:lnTo>
                <a:lnTo>
                  <a:pt x="103" y="1603"/>
                </a:lnTo>
                <a:lnTo>
                  <a:pt x="130" y="1600"/>
                </a:lnTo>
                <a:close/>
                <a:moveTo>
                  <a:pt x="2938" y="1470"/>
                </a:moveTo>
                <a:lnTo>
                  <a:pt x="2976" y="1473"/>
                </a:lnTo>
                <a:lnTo>
                  <a:pt x="3013" y="1481"/>
                </a:lnTo>
                <a:lnTo>
                  <a:pt x="3047" y="1494"/>
                </a:lnTo>
                <a:lnTo>
                  <a:pt x="3079" y="1512"/>
                </a:lnTo>
                <a:lnTo>
                  <a:pt x="3108" y="1534"/>
                </a:lnTo>
                <a:lnTo>
                  <a:pt x="3133" y="1559"/>
                </a:lnTo>
                <a:lnTo>
                  <a:pt x="3155" y="1587"/>
                </a:lnTo>
                <a:lnTo>
                  <a:pt x="3173" y="1620"/>
                </a:lnTo>
                <a:lnTo>
                  <a:pt x="3186" y="1654"/>
                </a:lnTo>
                <a:lnTo>
                  <a:pt x="3194" y="1691"/>
                </a:lnTo>
                <a:lnTo>
                  <a:pt x="3197" y="1729"/>
                </a:lnTo>
                <a:lnTo>
                  <a:pt x="3194" y="1768"/>
                </a:lnTo>
                <a:lnTo>
                  <a:pt x="3186" y="1804"/>
                </a:lnTo>
                <a:lnTo>
                  <a:pt x="3173" y="1839"/>
                </a:lnTo>
                <a:lnTo>
                  <a:pt x="3155" y="1870"/>
                </a:lnTo>
                <a:lnTo>
                  <a:pt x="3133" y="1900"/>
                </a:lnTo>
                <a:lnTo>
                  <a:pt x="3108" y="1925"/>
                </a:lnTo>
                <a:lnTo>
                  <a:pt x="3079" y="1947"/>
                </a:lnTo>
                <a:lnTo>
                  <a:pt x="3047" y="1964"/>
                </a:lnTo>
                <a:lnTo>
                  <a:pt x="3013" y="1978"/>
                </a:lnTo>
                <a:lnTo>
                  <a:pt x="2976" y="1986"/>
                </a:lnTo>
                <a:lnTo>
                  <a:pt x="2938" y="1989"/>
                </a:lnTo>
                <a:lnTo>
                  <a:pt x="2899" y="1986"/>
                </a:lnTo>
                <a:lnTo>
                  <a:pt x="2863" y="1978"/>
                </a:lnTo>
                <a:lnTo>
                  <a:pt x="2828" y="1964"/>
                </a:lnTo>
                <a:lnTo>
                  <a:pt x="2797" y="1947"/>
                </a:lnTo>
                <a:lnTo>
                  <a:pt x="2768" y="1925"/>
                </a:lnTo>
                <a:lnTo>
                  <a:pt x="2742" y="1900"/>
                </a:lnTo>
                <a:lnTo>
                  <a:pt x="2720" y="1870"/>
                </a:lnTo>
                <a:lnTo>
                  <a:pt x="2703" y="1839"/>
                </a:lnTo>
                <a:lnTo>
                  <a:pt x="2690" y="1804"/>
                </a:lnTo>
                <a:lnTo>
                  <a:pt x="2682" y="1768"/>
                </a:lnTo>
                <a:lnTo>
                  <a:pt x="2679" y="1729"/>
                </a:lnTo>
                <a:lnTo>
                  <a:pt x="2682" y="1691"/>
                </a:lnTo>
                <a:lnTo>
                  <a:pt x="2690" y="1654"/>
                </a:lnTo>
                <a:lnTo>
                  <a:pt x="2703" y="1620"/>
                </a:lnTo>
                <a:lnTo>
                  <a:pt x="2720" y="1589"/>
                </a:lnTo>
                <a:lnTo>
                  <a:pt x="2742" y="1559"/>
                </a:lnTo>
                <a:lnTo>
                  <a:pt x="2768" y="1534"/>
                </a:lnTo>
                <a:lnTo>
                  <a:pt x="2797" y="1512"/>
                </a:lnTo>
                <a:lnTo>
                  <a:pt x="2828" y="1494"/>
                </a:lnTo>
                <a:lnTo>
                  <a:pt x="2863" y="1481"/>
                </a:lnTo>
                <a:lnTo>
                  <a:pt x="2899" y="1473"/>
                </a:lnTo>
                <a:lnTo>
                  <a:pt x="2938" y="1470"/>
                </a:lnTo>
                <a:close/>
                <a:moveTo>
                  <a:pt x="310" y="919"/>
                </a:moveTo>
                <a:lnTo>
                  <a:pt x="331" y="920"/>
                </a:lnTo>
                <a:lnTo>
                  <a:pt x="351" y="924"/>
                </a:lnTo>
                <a:lnTo>
                  <a:pt x="372" y="933"/>
                </a:lnTo>
                <a:lnTo>
                  <a:pt x="389" y="946"/>
                </a:lnTo>
                <a:lnTo>
                  <a:pt x="404" y="961"/>
                </a:lnTo>
                <a:lnTo>
                  <a:pt x="414" y="980"/>
                </a:lnTo>
                <a:lnTo>
                  <a:pt x="421" y="999"/>
                </a:lnTo>
                <a:lnTo>
                  <a:pt x="425" y="1019"/>
                </a:lnTo>
                <a:lnTo>
                  <a:pt x="424" y="1040"/>
                </a:lnTo>
                <a:lnTo>
                  <a:pt x="420" y="1061"/>
                </a:lnTo>
                <a:lnTo>
                  <a:pt x="411" y="1081"/>
                </a:lnTo>
                <a:lnTo>
                  <a:pt x="398" y="1098"/>
                </a:lnTo>
                <a:lnTo>
                  <a:pt x="383" y="1113"/>
                </a:lnTo>
                <a:lnTo>
                  <a:pt x="365" y="1124"/>
                </a:lnTo>
                <a:lnTo>
                  <a:pt x="345" y="1131"/>
                </a:lnTo>
                <a:lnTo>
                  <a:pt x="325" y="1135"/>
                </a:lnTo>
                <a:lnTo>
                  <a:pt x="304" y="1134"/>
                </a:lnTo>
                <a:lnTo>
                  <a:pt x="284" y="1130"/>
                </a:lnTo>
                <a:lnTo>
                  <a:pt x="263" y="1120"/>
                </a:lnTo>
                <a:lnTo>
                  <a:pt x="246" y="1107"/>
                </a:lnTo>
                <a:lnTo>
                  <a:pt x="231" y="1092"/>
                </a:lnTo>
                <a:lnTo>
                  <a:pt x="221" y="1074"/>
                </a:lnTo>
                <a:lnTo>
                  <a:pt x="214" y="1055"/>
                </a:lnTo>
                <a:lnTo>
                  <a:pt x="210" y="1034"/>
                </a:lnTo>
                <a:lnTo>
                  <a:pt x="211" y="1013"/>
                </a:lnTo>
                <a:lnTo>
                  <a:pt x="215" y="993"/>
                </a:lnTo>
                <a:lnTo>
                  <a:pt x="224" y="973"/>
                </a:lnTo>
                <a:lnTo>
                  <a:pt x="237" y="955"/>
                </a:lnTo>
                <a:lnTo>
                  <a:pt x="252" y="940"/>
                </a:lnTo>
                <a:lnTo>
                  <a:pt x="270" y="930"/>
                </a:lnTo>
                <a:lnTo>
                  <a:pt x="290" y="923"/>
                </a:lnTo>
                <a:lnTo>
                  <a:pt x="310" y="919"/>
                </a:lnTo>
                <a:close/>
                <a:moveTo>
                  <a:pt x="1426" y="865"/>
                </a:moveTo>
                <a:lnTo>
                  <a:pt x="1642" y="865"/>
                </a:lnTo>
                <a:lnTo>
                  <a:pt x="1642" y="1792"/>
                </a:lnTo>
                <a:lnTo>
                  <a:pt x="840" y="2255"/>
                </a:lnTo>
                <a:lnTo>
                  <a:pt x="731" y="2068"/>
                </a:lnTo>
                <a:lnTo>
                  <a:pt x="1426" y="1667"/>
                </a:lnTo>
                <a:lnTo>
                  <a:pt x="1426" y="865"/>
                </a:lnTo>
                <a:close/>
                <a:moveTo>
                  <a:pt x="2751" y="746"/>
                </a:moveTo>
                <a:lnTo>
                  <a:pt x="2787" y="749"/>
                </a:lnTo>
                <a:lnTo>
                  <a:pt x="2822" y="756"/>
                </a:lnTo>
                <a:lnTo>
                  <a:pt x="2857" y="767"/>
                </a:lnTo>
                <a:lnTo>
                  <a:pt x="2889" y="783"/>
                </a:lnTo>
                <a:lnTo>
                  <a:pt x="2919" y="802"/>
                </a:lnTo>
                <a:lnTo>
                  <a:pt x="2947" y="827"/>
                </a:lnTo>
                <a:lnTo>
                  <a:pt x="2971" y="855"/>
                </a:lnTo>
                <a:lnTo>
                  <a:pt x="2993" y="886"/>
                </a:lnTo>
                <a:lnTo>
                  <a:pt x="3010" y="921"/>
                </a:lnTo>
                <a:lnTo>
                  <a:pt x="3022" y="956"/>
                </a:lnTo>
                <a:lnTo>
                  <a:pt x="3029" y="992"/>
                </a:lnTo>
                <a:lnTo>
                  <a:pt x="3031" y="1028"/>
                </a:lnTo>
                <a:lnTo>
                  <a:pt x="3028" y="1064"/>
                </a:lnTo>
                <a:lnTo>
                  <a:pt x="3021" y="1099"/>
                </a:lnTo>
                <a:lnTo>
                  <a:pt x="3010" y="1134"/>
                </a:lnTo>
                <a:lnTo>
                  <a:pt x="2993" y="1166"/>
                </a:lnTo>
                <a:lnTo>
                  <a:pt x="2974" y="1196"/>
                </a:lnTo>
                <a:lnTo>
                  <a:pt x="2950" y="1224"/>
                </a:lnTo>
                <a:lnTo>
                  <a:pt x="2922" y="1249"/>
                </a:lnTo>
                <a:lnTo>
                  <a:pt x="2890" y="1270"/>
                </a:lnTo>
                <a:lnTo>
                  <a:pt x="2856" y="1287"/>
                </a:lnTo>
                <a:lnTo>
                  <a:pt x="2820" y="1299"/>
                </a:lnTo>
                <a:lnTo>
                  <a:pt x="2785" y="1306"/>
                </a:lnTo>
                <a:lnTo>
                  <a:pt x="2748" y="1308"/>
                </a:lnTo>
                <a:lnTo>
                  <a:pt x="2712" y="1305"/>
                </a:lnTo>
                <a:lnTo>
                  <a:pt x="2677" y="1298"/>
                </a:lnTo>
                <a:lnTo>
                  <a:pt x="2643" y="1287"/>
                </a:lnTo>
                <a:lnTo>
                  <a:pt x="2611" y="1271"/>
                </a:lnTo>
                <a:lnTo>
                  <a:pt x="2580" y="1251"/>
                </a:lnTo>
                <a:lnTo>
                  <a:pt x="2553" y="1227"/>
                </a:lnTo>
                <a:lnTo>
                  <a:pt x="2528" y="1199"/>
                </a:lnTo>
                <a:lnTo>
                  <a:pt x="2506" y="1167"/>
                </a:lnTo>
                <a:lnTo>
                  <a:pt x="2490" y="1134"/>
                </a:lnTo>
                <a:lnTo>
                  <a:pt x="2478" y="1098"/>
                </a:lnTo>
                <a:lnTo>
                  <a:pt x="2471" y="1062"/>
                </a:lnTo>
                <a:lnTo>
                  <a:pt x="2469" y="1025"/>
                </a:lnTo>
                <a:lnTo>
                  <a:pt x="2471" y="990"/>
                </a:lnTo>
                <a:lnTo>
                  <a:pt x="2478" y="954"/>
                </a:lnTo>
                <a:lnTo>
                  <a:pt x="2490" y="920"/>
                </a:lnTo>
                <a:lnTo>
                  <a:pt x="2505" y="887"/>
                </a:lnTo>
                <a:lnTo>
                  <a:pt x="2526" y="857"/>
                </a:lnTo>
                <a:lnTo>
                  <a:pt x="2550" y="830"/>
                </a:lnTo>
                <a:lnTo>
                  <a:pt x="2577" y="805"/>
                </a:lnTo>
                <a:lnTo>
                  <a:pt x="2609" y="784"/>
                </a:lnTo>
                <a:lnTo>
                  <a:pt x="2643" y="767"/>
                </a:lnTo>
                <a:lnTo>
                  <a:pt x="2679" y="755"/>
                </a:lnTo>
                <a:lnTo>
                  <a:pt x="2715" y="748"/>
                </a:lnTo>
                <a:lnTo>
                  <a:pt x="2751" y="746"/>
                </a:lnTo>
                <a:close/>
                <a:moveTo>
                  <a:pt x="825" y="427"/>
                </a:moveTo>
                <a:lnTo>
                  <a:pt x="845" y="428"/>
                </a:lnTo>
                <a:lnTo>
                  <a:pt x="863" y="433"/>
                </a:lnTo>
                <a:lnTo>
                  <a:pt x="880" y="441"/>
                </a:lnTo>
                <a:lnTo>
                  <a:pt x="894" y="454"/>
                </a:lnTo>
                <a:lnTo>
                  <a:pt x="906" y="469"/>
                </a:lnTo>
                <a:lnTo>
                  <a:pt x="914" y="487"/>
                </a:lnTo>
                <a:lnTo>
                  <a:pt x="917" y="507"/>
                </a:lnTo>
                <a:lnTo>
                  <a:pt x="916" y="526"/>
                </a:lnTo>
                <a:lnTo>
                  <a:pt x="912" y="544"/>
                </a:lnTo>
                <a:lnTo>
                  <a:pt x="903" y="561"/>
                </a:lnTo>
                <a:lnTo>
                  <a:pt x="891" y="575"/>
                </a:lnTo>
                <a:lnTo>
                  <a:pt x="875" y="588"/>
                </a:lnTo>
                <a:lnTo>
                  <a:pt x="857" y="596"/>
                </a:lnTo>
                <a:lnTo>
                  <a:pt x="837" y="599"/>
                </a:lnTo>
                <a:lnTo>
                  <a:pt x="818" y="598"/>
                </a:lnTo>
                <a:lnTo>
                  <a:pt x="800" y="593"/>
                </a:lnTo>
                <a:lnTo>
                  <a:pt x="783" y="585"/>
                </a:lnTo>
                <a:lnTo>
                  <a:pt x="769" y="571"/>
                </a:lnTo>
                <a:lnTo>
                  <a:pt x="756" y="556"/>
                </a:lnTo>
                <a:lnTo>
                  <a:pt x="748" y="538"/>
                </a:lnTo>
                <a:lnTo>
                  <a:pt x="745" y="519"/>
                </a:lnTo>
                <a:lnTo>
                  <a:pt x="746" y="499"/>
                </a:lnTo>
                <a:lnTo>
                  <a:pt x="751" y="481"/>
                </a:lnTo>
                <a:lnTo>
                  <a:pt x="759" y="464"/>
                </a:lnTo>
                <a:lnTo>
                  <a:pt x="773" y="450"/>
                </a:lnTo>
                <a:lnTo>
                  <a:pt x="788" y="438"/>
                </a:lnTo>
                <a:lnTo>
                  <a:pt x="806" y="430"/>
                </a:lnTo>
                <a:lnTo>
                  <a:pt x="825" y="427"/>
                </a:lnTo>
                <a:close/>
                <a:moveTo>
                  <a:pt x="2246" y="211"/>
                </a:moveTo>
                <a:lnTo>
                  <a:pt x="2282" y="214"/>
                </a:lnTo>
                <a:lnTo>
                  <a:pt x="2318" y="222"/>
                </a:lnTo>
                <a:lnTo>
                  <a:pt x="2353" y="234"/>
                </a:lnTo>
                <a:lnTo>
                  <a:pt x="2387" y="250"/>
                </a:lnTo>
                <a:lnTo>
                  <a:pt x="2418" y="272"/>
                </a:lnTo>
                <a:lnTo>
                  <a:pt x="2447" y="296"/>
                </a:lnTo>
                <a:lnTo>
                  <a:pt x="2471" y="323"/>
                </a:lnTo>
                <a:lnTo>
                  <a:pt x="2492" y="353"/>
                </a:lnTo>
                <a:lnTo>
                  <a:pt x="2509" y="384"/>
                </a:lnTo>
                <a:lnTo>
                  <a:pt x="2523" y="417"/>
                </a:lnTo>
                <a:lnTo>
                  <a:pt x="2532" y="452"/>
                </a:lnTo>
                <a:lnTo>
                  <a:pt x="2537" y="487"/>
                </a:lnTo>
                <a:lnTo>
                  <a:pt x="2538" y="523"/>
                </a:lnTo>
                <a:lnTo>
                  <a:pt x="2535" y="559"/>
                </a:lnTo>
                <a:lnTo>
                  <a:pt x="2527" y="595"/>
                </a:lnTo>
                <a:lnTo>
                  <a:pt x="2514" y="630"/>
                </a:lnTo>
                <a:lnTo>
                  <a:pt x="2497" y="664"/>
                </a:lnTo>
                <a:lnTo>
                  <a:pt x="2477" y="696"/>
                </a:lnTo>
                <a:lnTo>
                  <a:pt x="2453" y="723"/>
                </a:lnTo>
                <a:lnTo>
                  <a:pt x="2425" y="749"/>
                </a:lnTo>
                <a:lnTo>
                  <a:pt x="2396" y="769"/>
                </a:lnTo>
                <a:lnTo>
                  <a:pt x="2365" y="786"/>
                </a:lnTo>
                <a:lnTo>
                  <a:pt x="2331" y="799"/>
                </a:lnTo>
                <a:lnTo>
                  <a:pt x="2297" y="808"/>
                </a:lnTo>
                <a:lnTo>
                  <a:pt x="2261" y="815"/>
                </a:lnTo>
                <a:lnTo>
                  <a:pt x="2225" y="816"/>
                </a:lnTo>
                <a:lnTo>
                  <a:pt x="2189" y="812"/>
                </a:lnTo>
                <a:lnTo>
                  <a:pt x="2154" y="804"/>
                </a:lnTo>
                <a:lnTo>
                  <a:pt x="2118" y="791"/>
                </a:lnTo>
                <a:lnTo>
                  <a:pt x="2084" y="775"/>
                </a:lnTo>
                <a:lnTo>
                  <a:pt x="2053" y="754"/>
                </a:lnTo>
                <a:lnTo>
                  <a:pt x="2024" y="729"/>
                </a:lnTo>
                <a:lnTo>
                  <a:pt x="2000" y="702"/>
                </a:lnTo>
                <a:lnTo>
                  <a:pt x="1979" y="673"/>
                </a:lnTo>
                <a:lnTo>
                  <a:pt x="1962" y="641"/>
                </a:lnTo>
                <a:lnTo>
                  <a:pt x="1948" y="608"/>
                </a:lnTo>
                <a:lnTo>
                  <a:pt x="1939" y="573"/>
                </a:lnTo>
                <a:lnTo>
                  <a:pt x="1934" y="538"/>
                </a:lnTo>
                <a:lnTo>
                  <a:pt x="1933" y="503"/>
                </a:lnTo>
                <a:lnTo>
                  <a:pt x="1937" y="466"/>
                </a:lnTo>
                <a:lnTo>
                  <a:pt x="1944" y="431"/>
                </a:lnTo>
                <a:lnTo>
                  <a:pt x="1957" y="395"/>
                </a:lnTo>
                <a:lnTo>
                  <a:pt x="1974" y="362"/>
                </a:lnTo>
                <a:lnTo>
                  <a:pt x="1995" y="329"/>
                </a:lnTo>
                <a:lnTo>
                  <a:pt x="2019" y="302"/>
                </a:lnTo>
                <a:lnTo>
                  <a:pt x="2046" y="277"/>
                </a:lnTo>
                <a:lnTo>
                  <a:pt x="2076" y="256"/>
                </a:lnTo>
                <a:lnTo>
                  <a:pt x="2107" y="239"/>
                </a:lnTo>
                <a:lnTo>
                  <a:pt x="2140" y="226"/>
                </a:lnTo>
                <a:lnTo>
                  <a:pt x="2174" y="217"/>
                </a:lnTo>
                <a:lnTo>
                  <a:pt x="2210" y="211"/>
                </a:lnTo>
                <a:lnTo>
                  <a:pt x="2246" y="211"/>
                </a:lnTo>
                <a:close/>
                <a:moveTo>
                  <a:pt x="1533" y="0"/>
                </a:moveTo>
                <a:lnTo>
                  <a:pt x="1533" y="0"/>
                </a:lnTo>
                <a:lnTo>
                  <a:pt x="1578" y="3"/>
                </a:lnTo>
                <a:lnTo>
                  <a:pt x="1619" y="12"/>
                </a:lnTo>
                <a:lnTo>
                  <a:pt x="1660" y="25"/>
                </a:lnTo>
                <a:lnTo>
                  <a:pt x="1697" y="45"/>
                </a:lnTo>
                <a:lnTo>
                  <a:pt x="1732" y="68"/>
                </a:lnTo>
                <a:lnTo>
                  <a:pt x="1763" y="95"/>
                </a:lnTo>
                <a:lnTo>
                  <a:pt x="1790" y="127"/>
                </a:lnTo>
                <a:lnTo>
                  <a:pt x="1814" y="161"/>
                </a:lnTo>
                <a:lnTo>
                  <a:pt x="1832" y="199"/>
                </a:lnTo>
                <a:lnTo>
                  <a:pt x="1846" y="238"/>
                </a:lnTo>
                <a:lnTo>
                  <a:pt x="1854" y="281"/>
                </a:lnTo>
                <a:lnTo>
                  <a:pt x="1857" y="324"/>
                </a:lnTo>
                <a:lnTo>
                  <a:pt x="1854" y="369"/>
                </a:lnTo>
                <a:lnTo>
                  <a:pt x="1846" y="410"/>
                </a:lnTo>
                <a:lnTo>
                  <a:pt x="1832" y="451"/>
                </a:lnTo>
                <a:lnTo>
                  <a:pt x="1814" y="488"/>
                </a:lnTo>
                <a:lnTo>
                  <a:pt x="1790" y="523"/>
                </a:lnTo>
                <a:lnTo>
                  <a:pt x="1763" y="554"/>
                </a:lnTo>
                <a:lnTo>
                  <a:pt x="1732" y="582"/>
                </a:lnTo>
                <a:lnTo>
                  <a:pt x="1697" y="605"/>
                </a:lnTo>
                <a:lnTo>
                  <a:pt x="1660" y="623"/>
                </a:lnTo>
                <a:lnTo>
                  <a:pt x="1619" y="637"/>
                </a:lnTo>
                <a:lnTo>
                  <a:pt x="1578" y="645"/>
                </a:lnTo>
                <a:lnTo>
                  <a:pt x="1533" y="648"/>
                </a:lnTo>
                <a:lnTo>
                  <a:pt x="1490" y="645"/>
                </a:lnTo>
                <a:lnTo>
                  <a:pt x="1447" y="637"/>
                </a:lnTo>
                <a:lnTo>
                  <a:pt x="1408" y="623"/>
                </a:lnTo>
                <a:lnTo>
                  <a:pt x="1370" y="605"/>
                </a:lnTo>
                <a:lnTo>
                  <a:pt x="1336" y="582"/>
                </a:lnTo>
                <a:lnTo>
                  <a:pt x="1304" y="554"/>
                </a:lnTo>
                <a:lnTo>
                  <a:pt x="1277" y="523"/>
                </a:lnTo>
                <a:lnTo>
                  <a:pt x="1254" y="488"/>
                </a:lnTo>
                <a:lnTo>
                  <a:pt x="1235" y="451"/>
                </a:lnTo>
                <a:lnTo>
                  <a:pt x="1221" y="410"/>
                </a:lnTo>
                <a:lnTo>
                  <a:pt x="1212" y="369"/>
                </a:lnTo>
                <a:lnTo>
                  <a:pt x="1209" y="324"/>
                </a:lnTo>
                <a:lnTo>
                  <a:pt x="1212" y="281"/>
                </a:lnTo>
                <a:lnTo>
                  <a:pt x="1221" y="238"/>
                </a:lnTo>
                <a:lnTo>
                  <a:pt x="1235" y="199"/>
                </a:lnTo>
                <a:lnTo>
                  <a:pt x="1254" y="161"/>
                </a:lnTo>
                <a:lnTo>
                  <a:pt x="1277" y="127"/>
                </a:lnTo>
                <a:lnTo>
                  <a:pt x="1304" y="95"/>
                </a:lnTo>
                <a:lnTo>
                  <a:pt x="1336" y="68"/>
                </a:lnTo>
                <a:lnTo>
                  <a:pt x="1370" y="45"/>
                </a:lnTo>
                <a:lnTo>
                  <a:pt x="1408" y="25"/>
                </a:lnTo>
                <a:lnTo>
                  <a:pt x="1447" y="12"/>
                </a:lnTo>
                <a:lnTo>
                  <a:pt x="1490" y="3"/>
                </a:lnTo>
                <a:lnTo>
                  <a:pt x="153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68" name="Google Shape;2868;p56"/>
          <p:cNvSpPr/>
          <p:nvPr/>
        </p:nvSpPr>
        <p:spPr>
          <a:xfrm>
            <a:off x="7174517" y="3823060"/>
            <a:ext cx="332375" cy="363470"/>
          </a:xfrm>
          <a:custGeom>
            <a:rect b="b" l="l" r="r" t="t"/>
            <a:pathLst>
              <a:path extrusionOk="0" h="3535" w="3749">
                <a:moveTo>
                  <a:pt x="903" y="1843"/>
                </a:moveTo>
                <a:lnTo>
                  <a:pt x="1133" y="1843"/>
                </a:lnTo>
                <a:lnTo>
                  <a:pt x="1131" y="1843"/>
                </a:lnTo>
                <a:lnTo>
                  <a:pt x="1124" y="1845"/>
                </a:lnTo>
                <a:lnTo>
                  <a:pt x="1112" y="1848"/>
                </a:lnTo>
                <a:lnTo>
                  <a:pt x="1100" y="1852"/>
                </a:lnTo>
                <a:lnTo>
                  <a:pt x="1082" y="1859"/>
                </a:lnTo>
                <a:lnTo>
                  <a:pt x="1065" y="1868"/>
                </a:lnTo>
                <a:lnTo>
                  <a:pt x="1046" y="1880"/>
                </a:lnTo>
                <a:lnTo>
                  <a:pt x="1025" y="1895"/>
                </a:lnTo>
                <a:lnTo>
                  <a:pt x="1005" y="1912"/>
                </a:lnTo>
                <a:lnTo>
                  <a:pt x="985" y="1934"/>
                </a:lnTo>
                <a:lnTo>
                  <a:pt x="967" y="1959"/>
                </a:lnTo>
                <a:lnTo>
                  <a:pt x="950" y="1989"/>
                </a:lnTo>
                <a:lnTo>
                  <a:pt x="936" y="2022"/>
                </a:lnTo>
                <a:lnTo>
                  <a:pt x="903" y="2022"/>
                </a:lnTo>
                <a:lnTo>
                  <a:pt x="880" y="2020"/>
                </a:lnTo>
                <a:lnTo>
                  <a:pt x="858" y="2011"/>
                </a:lnTo>
                <a:lnTo>
                  <a:pt x="840" y="1997"/>
                </a:lnTo>
                <a:lnTo>
                  <a:pt x="826" y="1979"/>
                </a:lnTo>
                <a:lnTo>
                  <a:pt x="817" y="1957"/>
                </a:lnTo>
                <a:lnTo>
                  <a:pt x="813" y="1933"/>
                </a:lnTo>
                <a:lnTo>
                  <a:pt x="817" y="1908"/>
                </a:lnTo>
                <a:lnTo>
                  <a:pt x="826" y="1888"/>
                </a:lnTo>
                <a:lnTo>
                  <a:pt x="840" y="1869"/>
                </a:lnTo>
                <a:lnTo>
                  <a:pt x="858" y="1856"/>
                </a:lnTo>
                <a:lnTo>
                  <a:pt x="880" y="1846"/>
                </a:lnTo>
                <a:lnTo>
                  <a:pt x="903" y="1843"/>
                </a:lnTo>
                <a:close/>
                <a:moveTo>
                  <a:pt x="903" y="1315"/>
                </a:moveTo>
                <a:lnTo>
                  <a:pt x="2245" y="1315"/>
                </a:lnTo>
                <a:lnTo>
                  <a:pt x="2269" y="1319"/>
                </a:lnTo>
                <a:lnTo>
                  <a:pt x="2291" y="1328"/>
                </a:lnTo>
                <a:lnTo>
                  <a:pt x="2309" y="1342"/>
                </a:lnTo>
                <a:lnTo>
                  <a:pt x="2323" y="1360"/>
                </a:lnTo>
                <a:lnTo>
                  <a:pt x="2332" y="1382"/>
                </a:lnTo>
                <a:lnTo>
                  <a:pt x="2336" y="1405"/>
                </a:lnTo>
                <a:lnTo>
                  <a:pt x="2332" y="1429"/>
                </a:lnTo>
                <a:lnTo>
                  <a:pt x="2323" y="1451"/>
                </a:lnTo>
                <a:lnTo>
                  <a:pt x="2309" y="1469"/>
                </a:lnTo>
                <a:lnTo>
                  <a:pt x="2291" y="1483"/>
                </a:lnTo>
                <a:lnTo>
                  <a:pt x="2269" y="1492"/>
                </a:lnTo>
                <a:lnTo>
                  <a:pt x="2245" y="1496"/>
                </a:lnTo>
                <a:lnTo>
                  <a:pt x="903" y="1496"/>
                </a:lnTo>
                <a:lnTo>
                  <a:pt x="880" y="1492"/>
                </a:lnTo>
                <a:lnTo>
                  <a:pt x="858" y="1483"/>
                </a:lnTo>
                <a:lnTo>
                  <a:pt x="840" y="1469"/>
                </a:lnTo>
                <a:lnTo>
                  <a:pt x="826" y="1451"/>
                </a:lnTo>
                <a:lnTo>
                  <a:pt x="817" y="1429"/>
                </a:lnTo>
                <a:lnTo>
                  <a:pt x="813" y="1405"/>
                </a:lnTo>
                <a:lnTo>
                  <a:pt x="817" y="1382"/>
                </a:lnTo>
                <a:lnTo>
                  <a:pt x="826" y="1360"/>
                </a:lnTo>
                <a:lnTo>
                  <a:pt x="840" y="1342"/>
                </a:lnTo>
                <a:lnTo>
                  <a:pt x="858" y="1328"/>
                </a:lnTo>
                <a:lnTo>
                  <a:pt x="880" y="1319"/>
                </a:lnTo>
                <a:lnTo>
                  <a:pt x="903" y="1315"/>
                </a:lnTo>
                <a:close/>
                <a:moveTo>
                  <a:pt x="405" y="1039"/>
                </a:moveTo>
                <a:lnTo>
                  <a:pt x="405" y="1221"/>
                </a:lnTo>
                <a:lnTo>
                  <a:pt x="276" y="1221"/>
                </a:lnTo>
                <a:lnTo>
                  <a:pt x="258" y="1222"/>
                </a:lnTo>
                <a:lnTo>
                  <a:pt x="239" y="1228"/>
                </a:lnTo>
                <a:lnTo>
                  <a:pt x="222" y="1237"/>
                </a:lnTo>
                <a:lnTo>
                  <a:pt x="208" y="1249"/>
                </a:lnTo>
                <a:lnTo>
                  <a:pt x="196" y="1264"/>
                </a:lnTo>
                <a:lnTo>
                  <a:pt x="188" y="1280"/>
                </a:lnTo>
                <a:lnTo>
                  <a:pt x="182" y="1298"/>
                </a:lnTo>
                <a:lnTo>
                  <a:pt x="180" y="1316"/>
                </a:lnTo>
                <a:lnTo>
                  <a:pt x="180" y="3258"/>
                </a:lnTo>
                <a:lnTo>
                  <a:pt x="183" y="3283"/>
                </a:lnTo>
                <a:lnTo>
                  <a:pt x="194" y="3306"/>
                </a:lnTo>
                <a:lnTo>
                  <a:pt x="208" y="3326"/>
                </a:lnTo>
                <a:lnTo>
                  <a:pt x="228" y="3341"/>
                </a:lnTo>
                <a:lnTo>
                  <a:pt x="251" y="3350"/>
                </a:lnTo>
                <a:lnTo>
                  <a:pt x="276" y="3353"/>
                </a:lnTo>
                <a:lnTo>
                  <a:pt x="409" y="3353"/>
                </a:lnTo>
                <a:lnTo>
                  <a:pt x="1037" y="2080"/>
                </a:lnTo>
                <a:lnTo>
                  <a:pt x="1054" y="2050"/>
                </a:lnTo>
                <a:lnTo>
                  <a:pt x="1074" y="2022"/>
                </a:lnTo>
                <a:lnTo>
                  <a:pt x="1098" y="1998"/>
                </a:lnTo>
                <a:lnTo>
                  <a:pt x="1124" y="1979"/>
                </a:lnTo>
                <a:lnTo>
                  <a:pt x="1151" y="1964"/>
                </a:lnTo>
                <a:lnTo>
                  <a:pt x="1181" y="1954"/>
                </a:lnTo>
                <a:lnTo>
                  <a:pt x="1211" y="1951"/>
                </a:lnTo>
                <a:lnTo>
                  <a:pt x="2748" y="1951"/>
                </a:lnTo>
                <a:lnTo>
                  <a:pt x="2749" y="1437"/>
                </a:lnTo>
                <a:lnTo>
                  <a:pt x="2781" y="1443"/>
                </a:lnTo>
                <a:lnTo>
                  <a:pt x="2812" y="1454"/>
                </a:lnTo>
                <a:lnTo>
                  <a:pt x="2840" y="1469"/>
                </a:lnTo>
                <a:lnTo>
                  <a:pt x="2865" y="1489"/>
                </a:lnTo>
                <a:lnTo>
                  <a:pt x="2887" y="1513"/>
                </a:lnTo>
                <a:lnTo>
                  <a:pt x="2904" y="1539"/>
                </a:lnTo>
                <a:lnTo>
                  <a:pt x="2917" y="1568"/>
                </a:lnTo>
                <a:lnTo>
                  <a:pt x="2925" y="1600"/>
                </a:lnTo>
                <a:lnTo>
                  <a:pt x="2929" y="1634"/>
                </a:lnTo>
                <a:lnTo>
                  <a:pt x="2929" y="1951"/>
                </a:lnTo>
                <a:lnTo>
                  <a:pt x="3633" y="1951"/>
                </a:lnTo>
                <a:lnTo>
                  <a:pt x="3656" y="1953"/>
                </a:lnTo>
                <a:lnTo>
                  <a:pt x="3677" y="1959"/>
                </a:lnTo>
                <a:lnTo>
                  <a:pt x="3696" y="1968"/>
                </a:lnTo>
                <a:lnTo>
                  <a:pt x="3714" y="1981"/>
                </a:lnTo>
                <a:lnTo>
                  <a:pt x="3728" y="1997"/>
                </a:lnTo>
                <a:lnTo>
                  <a:pt x="3739" y="2016"/>
                </a:lnTo>
                <a:lnTo>
                  <a:pt x="3747" y="2038"/>
                </a:lnTo>
                <a:lnTo>
                  <a:pt x="3749" y="2062"/>
                </a:lnTo>
                <a:lnTo>
                  <a:pt x="3747" y="2089"/>
                </a:lnTo>
                <a:lnTo>
                  <a:pt x="3740" y="2116"/>
                </a:lnTo>
                <a:lnTo>
                  <a:pt x="3726" y="2148"/>
                </a:lnTo>
                <a:lnTo>
                  <a:pt x="3064" y="3405"/>
                </a:lnTo>
                <a:lnTo>
                  <a:pt x="3049" y="3429"/>
                </a:lnTo>
                <a:lnTo>
                  <a:pt x="3030" y="3452"/>
                </a:lnTo>
                <a:lnTo>
                  <a:pt x="3006" y="3474"/>
                </a:lnTo>
                <a:lnTo>
                  <a:pt x="2980" y="3493"/>
                </a:lnTo>
                <a:lnTo>
                  <a:pt x="2953" y="3510"/>
                </a:lnTo>
                <a:lnTo>
                  <a:pt x="2924" y="3522"/>
                </a:lnTo>
                <a:lnTo>
                  <a:pt x="2896" y="3531"/>
                </a:lnTo>
                <a:lnTo>
                  <a:pt x="2868" y="3534"/>
                </a:lnTo>
                <a:lnTo>
                  <a:pt x="212" y="3535"/>
                </a:lnTo>
                <a:lnTo>
                  <a:pt x="179" y="3531"/>
                </a:lnTo>
                <a:lnTo>
                  <a:pt x="145" y="3525"/>
                </a:lnTo>
                <a:lnTo>
                  <a:pt x="116" y="3512"/>
                </a:lnTo>
                <a:lnTo>
                  <a:pt x="87" y="3493"/>
                </a:lnTo>
                <a:lnTo>
                  <a:pt x="62" y="3473"/>
                </a:lnTo>
                <a:lnTo>
                  <a:pt x="40" y="3446"/>
                </a:lnTo>
                <a:lnTo>
                  <a:pt x="23" y="3419"/>
                </a:lnTo>
                <a:lnTo>
                  <a:pt x="10" y="3388"/>
                </a:lnTo>
                <a:lnTo>
                  <a:pt x="2" y="3356"/>
                </a:lnTo>
                <a:lnTo>
                  <a:pt x="0" y="3322"/>
                </a:lnTo>
                <a:lnTo>
                  <a:pt x="0" y="1252"/>
                </a:lnTo>
                <a:lnTo>
                  <a:pt x="3" y="1214"/>
                </a:lnTo>
                <a:lnTo>
                  <a:pt x="14" y="1179"/>
                </a:lnTo>
                <a:lnTo>
                  <a:pt x="30" y="1145"/>
                </a:lnTo>
                <a:lnTo>
                  <a:pt x="50" y="1115"/>
                </a:lnTo>
                <a:lnTo>
                  <a:pt x="76" y="1090"/>
                </a:lnTo>
                <a:lnTo>
                  <a:pt x="105" y="1069"/>
                </a:lnTo>
                <a:lnTo>
                  <a:pt x="137" y="1053"/>
                </a:lnTo>
                <a:lnTo>
                  <a:pt x="174" y="1043"/>
                </a:lnTo>
                <a:lnTo>
                  <a:pt x="212" y="1039"/>
                </a:lnTo>
                <a:lnTo>
                  <a:pt x="405" y="1039"/>
                </a:lnTo>
                <a:close/>
                <a:moveTo>
                  <a:pt x="903" y="792"/>
                </a:moveTo>
                <a:lnTo>
                  <a:pt x="2245" y="792"/>
                </a:lnTo>
                <a:lnTo>
                  <a:pt x="2269" y="795"/>
                </a:lnTo>
                <a:lnTo>
                  <a:pt x="2291" y="804"/>
                </a:lnTo>
                <a:lnTo>
                  <a:pt x="2309" y="818"/>
                </a:lnTo>
                <a:lnTo>
                  <a:pt x="2323" y="836"/>
                </a:lnTo>
                <a:lnTo>
                  <a:pt x="2332" y="858"/>
                </a:lnTo>
                <a:lnTo>
                  <a:pt x="2336" y="882"/>
                </a:lnTo>
                <a:lnTo>
                  <a:pt x="2332" y="906"/>
                </a:lnTo>
                <a:lnTo>
                  <a:pt x="2323" y="927"/>
                </a:lnTo>
                <a:lnTo>
                  <a:pt x="2309" y="945"/>
                </a:lnTo>
                <a:lnTo>
                  <a:pt x="2291" y="959"/>
                </a:lnTo>
                <a:lnTo>
                  <a:pt x="2269" y="968"/>
                </a:lnTo>
                <a:lnTo>
                  <a:pt x="2245" y="972"/>
                </a:lnTo>
                <a:lnTo>
                  <a:pt x="903" y="972"/>
                </a:lnTo>
                <a:lnTo>
                  <a:pt x="880" y="968"/>
                </a:lnTo>
                <a:lnTo>
                  <a:pt x="858" y="959"/>
                </a:lnTo>
                <a:lnTo>
                  <a:pt x="840" y="945"/>
                </a:lnTo>
                <a:lnTo>
                  <a:pt x="826" y="927"/>
                </a:lnTo>
                <a:lnTo>
                  <a:pt x="817" y="906"/>
                </a:lnTo>
                <a:lnTo>
                  <a:pt x="813" y="882"/>
                </a:lnTo>
                <a:lnTo>
                  <a:pt x="817" y="858"/>
                </a:lnTo>
                <a:lnTo>
                  <a:pt x="826" y="836"/>
                </a:lnTo>
                <a:lnTo>
                  <a:pt x="840" y="818"/>
                </a:lnTo>
                <a:lnTo>
                  <a:pt x="858" y="804"/>
                </a:lnTo>
                <a:lnTo>
                  <a:pt x="880" y="795"/>
                </a:lnTo>
                <a:lnTo>
                  <a:pt x="903" y="792"/>
                </a:lnTo>
                <a:close/>
                <a:moveTo>
                  <a:pt x="2166" y="261"/>
                </a:moveTo>
                <a:lnTo>
                  <a:pt x="2166" y="497"/>
                </a:lnTo>
                <a:lnTo>
                  <a:pt x="2383" y="497"/>
                </a:lnTo>
                <a:lnTo>
                  <a:pt x="2166" y="261"/>
                </a:lnTo>
                <a:close/>
                <a:moveTo>
                  <a:pt x="702" y="0"/>
                </a:moveTo>
                <a:lnTo>
                  <a:pt x="2090" y="0"/>
                </a:lnTo>
                <a:lnTo>
                  <a:pt x="2112" y="4"/>
                </a:lnTo>
                <a:lnTo>
                  <a:pt x="2133" y="12"/>
                </a:lnTo>
                <a:lnTo>
                  <a:pt x="2149" y="26"/>
                </a:lnTo>
                <a:lnTo>
                  <a:pt x="2598" y="515"/>
                </a:lnTo>
                <a:lnTo>
                  <a:pt x="2609" y="531"/>
                </a:lnTo>
                <a:lnTo>
                  <a:pt x="2617" y="550"/>
                </a:lnTo>
                <a:lnTo>
                  <a:pt x="2620" y="569"/>
                </a:lnTo>
                <a:lnTo>
                  <a:pt x="2620" y="1838"/>
                </a:lnTo>
                <a:lnTo>
                  <a:pt x="2474" y="1838"/>
                </a:lnTo>
                <a:lnTo>
                  <a:pt x="2474" y="680"/>
                </a:lnTo>
                <a:lnTo>
                  <a:pt x="2471" y="665"/>
                </a:lnTo>
                <a:lnTo>
                  <a:pt x="2463" y="653"/>
                </a:lnTo>
                <a:lnTo>
                  <a:pt x="2451" y="645"/>
                </a:lnTo>
                <a:lnTo>
                  <a:pt x="2438" y="643"/>
                </a:lnTo>
                <a:lnTo>
                  <a:pt x="2094" y="643"/>
                </a:lnTo>
                <a:lnTo>
                  <a:pt x="2074" y="641"/>
                </a:lnTo>
                <a:lnTo>
                  <a:pt x="2057" y="633"/>
                </a:lnTo>
                <a:lnTo>
                  <a:pt x="2042" y="621"/>
                </a:lnTo>
                <a:lnTo>
                  <a:pt x="2031" y="606"/>
                </a:lnTo>
                <a:lnTo>
                  <a:pt x="2023" y="589"/>
                </a:lnTo>
                <a:lnTo>
                  <a:pt x="2021" y="569"/>
                </a:lnTo>
                <a:lnTo>
                  <a:pt x="2021" y="183"/>
                </a:lnTo>
                <a:lnTo>
                  <a:pt x="2018" y="168"/>
                </a:lnTo>
                <a:lnTo>
                  <a:pt x="2010" y="157"/>
                </a:lnTo>
                <a:lnTo>
                  <a:pt x="1999" y="150"/>
                </a:lnTo>
                <a:lnTo>
                  <a:pt x="1985" y="146"/>
                </a:lnTo>
                <a:lnTo>
                  <a:pt x="702" y="146"/>
                </a:lnTo>
                <a:lnTo>
                  <a:pt x="691" y="149"/>
                </a:lnTo>
                <a:lnTo>
                  <a:pt x="683" y="154"/>
                </a:lnTo>
                <a:lnTo>
                  <a:pt x="676" y="164"/>
                </a:lnTo>
                <a:lnTo>
                  <a:pt x="675" y="174"/>
                </a:lnTo>
                <a:lnTo>
                  <a:pt x="675" y="2552"/>
                </a:lnTo>
                <a:lnTo>
                  <a:pt x="562" y="2779"/>
                </a:lnTo>
                <a:lnTo>
                  <a:pt x="561" y="2779"/>
                </a:lnTo>
                <a:lnTo>
                  <a:pt x="558" y="2777"/>
                </a:lnTo>
                <a:lnTo>
                  <a:pt x="552" y="2775"/>
                </a:lnTo>
                <a:lnTo>
                  <a:pt x="545" y="2769"/>
                </a:lnTo>
                <a:lnTo>
                  <a:pt x="540" y="2761"/>
                </a:lnTo>
                <a:lnTo>
                  <a:pt x="534" y="2750"/>
                </a:lnTo>
                <a:lnTo>
                  <a:pt x="530" y="2734"/>
                </a:lnTo>
                <a:lnTo>
                  <a:pt x="528" y="2712"/>
                </a:lnTo>
                <a:lnTo>
                  <a:pt x="528" y="2657"/>
                </a:lnTo>
                <a:lnTo>
                  <a:pt x="528" y="2596"/>
                </a:lnTo>
                <a:lnTo>
                  <a:pt x="527" y="2529"/>
                </a:lnTo>
                <a:lnTo>
                  <a:pt x="527" y="2458"/>
                </a:lnTo>
                <a:lnTo>
                  <a:pt x="527" y="2383"/>
                </a:lnTo>
                <a:lnTo>
                  <a:pt x="527" y="2304"/>
                </a:lnTo>
                <a:lnTo>
                  <a:pt x="526" y="2221"/>
                </a:lnTo>
                <a:lnTo>
                  <a:pt x="526" y="2136"/>
                </a:lnTo>
                <a:lnTo>
                  <a:pt x="526" y="2048"/>
                </a:lnTo>
                <a:lnTo>
                  <a:pt x="526" y="1958"/>
                </a:lnTo>
                <a:lnTo>
                  <a:pt x="526" y="1866"/>
                </a:lnTo>
                <a:lnTo>
                  <a:pt x="526" y="1773"/>
                </a:lnTo>
                <a:lnTo>
                  <a:pt x="526" y="1677"/>
                </a:lnTo>
                <a:lnTo>
                  <a:pt x="526" y="1583"/>
                </a:lnTo>
                <a:lnTo>
                  <a:pt x="526" y="1488"/>
                </a:lnTo>
                <a:lnTo>
                  <a:pt x="526" y="1392"/>
                </a:lnTo>
                <a:lnTo>
                  <a:pt x="526" y="1298"/>
                </a:lnTo>
                <a:lnTo>
                  <a:pt x="526" y="1205"/>
                </a:lnTo>
                <a:lnTo>
                  <a:pt x="527" y="1114"/>
                </a:lnTo>
                <a:lnTo>
                  <a:pt x="527" y="1023"/>
                </a:lnTo>
                <a:lnTo>
                  <a:pt x="527" y="936"/>
                </a:lnTo>
                <a:lnTo>
                  <a:pt x="527" y="851"/>
                </a:lnTo>
                <a:lnTo>
                  <a:pt x="527" y="769"/>
                </a:lnTo>
                <a:lnTo>
                  <a:pt x="527" y="691"/>
                </a:lnTo>
                <a:lnTo>
                  <a:pt x="527" y="616"/>
                </a:lnTo>
                <a:lnTo>
                  <a:pt x="527" y="548"/>
                </a:lnTo>
                <a:lnTo>
                  <a:pt x="528" y="482"/>
                </a:lnTo>
                <a:lnTo>
                  <a:pt x="528" y="421"/>
                </a:lnTo>
                <a:lnTo>
                  <a:pt x="528" y="367"/>
                </a:lnTo>
                <a:lnTo>
                  <a:pt x="528" y="319"/>
                </a:lnTo>
                <a:lnTo>
                  <a:pt x="528" y="276"/>
                </a:lnTo>
                <a:lnTo>
                  <a:pt x="528" y="241"/>
                </a:lnTo>
                <a:lnTo>
                  <a:pt x="528" y="212"/>
                </a:lnTo>
                <a:lnTo>
                  <a:pt x="528" y="191"/>
                </a:lnTo>
                <a:lnTo>
                  <a:pt x="528" y="179"/>
                </a:lnTo>
                <a:lnTo>
                  <a:pt x="528" y="174"/>
                </a:lnTo>
                <a:lnTo>
                  <a:pt x="531" y="139"/>
                </a:lnTo>
                <a:lnTo>
                  <a:pt x="542" y="106"/>
                </a:lnTo>
                <a:lnTo>
                  <a:pt x="558" y="77"/>
                </a:lnTo>
                <a:lnTo>
                  <a:pt x="580" y="51"/>
                </a:lnTo>
                <a:lnTo>
                  <a:pt x="605" y="30"/>
                </a:lnTo>
                <a:lnTo>
                  <a:pt x="635" y="14"/>
                </a:lnTo>
                <a:lnTo>
                  <a:pt x="667" y="4"/>
                </a:lnTo>
                <a:lnTo>
                  <a:pt x="702" y="0"/>
                </a:lnTo>
                <a:close/>
              </a:path>
            </a:pathLst>
          </a:custGeom>
          <a:solidFill>
            <a:srgbClr val="87A6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869" name="Google Shape;2869;p56"/>
          <p:cNvGrpSpPr/>
          <p:nvPr/>
        </p:nvGrpSpPr>
        <p:grpSpPr>
          <a:xfrm>
            <a:off x="518348" y="2865045"/>
            <a:ext cx="283510" cy="223586"/>
            <a:chOff x="1924702" y="2309895"/>
            <a:chExt cx="423801" cy="334225"/>
          </a:xfrm>
        </p:grpSpPr>
        <p:sp>
          <p:nvSpPr>
            <p:cNvPr id="2870" name="Google Shape;2870;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71" name="Google Shape;2871;p56"/>
            <p:cNvGrpSpPr/>
            <p:nvPr/>
          </p:nvGrpSpPr>
          <p:grpSpPr>
            <a:xfrm>
              <a:off x="2009144" y="2438298"/>
              <a:ext cx="254918" cy="67978"/>
              <a:chOff x="6094412" y="2895600"/>
              <a:chExt cx="1143000" cy="304800"/>
            </a:xfrm>
          </p:grpSpPr>
          <p:sp>
            <p:nvSpPr>
              <p:cNvPr id="2872" name="Google Shape;2872;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3" name="Google Shape;2873;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74" name="Google Shape;2874;p56"/>
            <p:cNvGrpSpPr/>
            <p:nvPr/>
          </p:nvGrpSpPr>
          <p:grpSpPr>
            <a:xfrm>
              <a:off x="1958691" y="2532712"/>
              <a:ext cx="355823" cy="50983"/>
              <a:chOff x="5870574" y="3397250"/>
              <a:chExt cx="1595438" cy="228600"/>
            </a:xfrm>
          </p:grpSpPr>
          <p:sp>
            <p:nvSpPr>
              <p:cNvPr id="2875" name="Google Shape;2875;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6" name="Google Shape;2876;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77" name="Google Shape;2877;p56"/>
            <p:cNvGrpSpPr/>
            <p:nvPr/>
          </p:nvGrpSpPr>
          <p:grpSpPr>
            <a:xfrm>
              <a:off x="1924702" y="2610131"/>
              <a:ext cx="423801" cy="33989"/>
              <a:chOff x="5718174" y="3708400"/>
              <a:chExt cx="1900238" cy="152400"/>
            </a:xfrm>
          </p:grpSpPr>
          <p:sp>
            <p:nvSpPr>
              <p:cNvPr id="2878" name="Google Shape;2878;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9" name="Google Shape;2879;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grpSp>
        <p:nvGrpSpPr>
          <p:cNvPr id="2880" name="Google Shape;2880;p56"/>
          <p:cNvGrpSpPr/>
          <p:nvPr/>
        </p:nvGrpSpPr>
        <p:grpSpPr>
          <a:xfrm>
            <a:off x="3064135" y="2977586"/>
            <a:ext cx="283510" cy="223586"/>
            <a:chOff x="1924702" y="2309895"/>
            <a:chExt cx="423801" cy="334225"/>
          </a:xfrm>
        </p:grpSpPr>
        <p:sp>
          <p:nvSpPr>
            <p:cNvPr id="2881" name="Google Shape;2881;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82" name="Google Shape;2882;p56"/>
            <p:cNvGrpSpPr/>
            <p:nvPr/>
          </p:nvGrpSpPr>
          <p:grpSpPr>
            <a:xfrm>
              <a:off x="2009144" y="2438298"/>
              <a:ext cx="254918" cy="67978"/>
              <a:chOff x="6094412" y="2895600"/>
              <a:chExt cx="1143000" cy="304800"/>
            </a:xfrm>
          </p:grpSpPr>
          <p:sp>
            <p:nvSpPr>
              <p:cNvPr id="2883" name="Google Shape;2883;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4" name="Google Shape;2884;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85" name="Google Shape;2885;p56"/>
            <p:cNvGrpSpPr/>
            <p:nvPr/>
          </p:nvGrpSpPr>
          <p:grpSpPr>
            <a:xfrm>
              <a:off x="1958691" y="2532712"/>
              <a:ext cx="355823" cy="50983"/>
              <a:chOff x="5870574" y="3397250"/>
              <a:chExt cx="1595438" cy="228600"/>
            </a:xfrm>
          </p:grpSpPr>
          <p:sp>
            <p:nvSpPr>
              <p:cNvPr id="2886" name="Google Shape;2886;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7" name="Google Shape;2887;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88" name="Google Shape;2888;p56"/>
            <p:cNvGrpSpPr/>
            <p:nvPr/>
          </p:nvGrpSpPr>
          <p:grpSpPr>
            <a:xfrm>
              <a:off x="1924702" y="2610131"/>
              <a:ext cx="423801" cy="33989"/>
              <a:chOff x="5718174" y="3708400"/>
              <a:chExt cx="1900238" cy="152400"/>
            </a:xfrm>
          </p:grpSpPr>
          <p:sp>
            <p:nvSpPr>
              <p:cNvPr id="2889" name="Google Shape;2889;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0" name="Google Shape;2890;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grpSp>
        <p:nvGrpSpPr>
          <p:cNvPr id="2891" name="Google Shape;2891;p56"/>
          <p:cNvGrpSpPr/>
          <p:nvPr/>
        </p:nvGrpSpPr>
        <p:grpSpPr>
          <a:xfrm>
            <a:off x="5804504" y="3104195"/>
            <a:ext cx="283510" cy="223586"/>
            <a:chOff x="1924702" y="2309895"/>
            <a:chExt cx="423801" cy="334225"/>
          </a:xfrm>
        </p:grpSpPr>
        <p:sp>
          <p:nvSpPr>
            <p:cNvPr id="2892" name="Google Shape;2892;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93" name="Google Shape;2893;p56"/>
            <p:cNvGrpSpPr/>
            <p:nvPr/>
          </p:nvGrpSpPr>
          <p:grpSpPr>
            <a:xfrm>
              <a:off x="2009144" y="2438298"/>
              <a:ext cx="254918" cy="67978"/>
              <a:chOff x="6094412" y="2895600"/>
              <a:chExt cx="1143000" cy="304800"/>
            </a:xfrm>
          </p:grpSpPr>
          <p:sp>
            <p:nvSpPr>
              <p:cNvPr id="2894" name="Google Shape;2894;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5" name="Google Shape;2895;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96" name="Google Shape;2896;p56"/>
            <p:cNvGrpSpPr/>
            <p:nvPr/>
          </p:nvGrpSpPr>
          <p:grpSpPr>
            <a:xfrm>
              <a:off x="1958691" y="2532712"/>
              <a:ext cx="355823" cy="50983"/>
              <a:chOff x="5870574" y="3397250"/>
              <a:chExt cx="1595438" cy="228600"/>
            </a:xfrm>
          </p:grpSpPr>
          <p:sp>
            <p:nvSpPr>
              <p:cNvPr id="2897" name="Google Shape;2897;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8" name="Google Shape;2898;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99" name="Google Shape;2899;p56"/>
            <p:cNvGrpSpPr/>
            <p:nvPr/>
          </p:nvGrpSpPr>
          <p:grpSpPr>
            <a:xfrm>
              <a:off x="1924702" y="2610131"/>
              <a:ext cx="423801" cy="33989"/>
              <a:chOff x="5718174" y="3708400"/>
              <a:chExt cx="1900238" cy="152400"/>
            </a:xfrm>
          </p:grpSpPr>
          <p:sp>
            <p:nvSpPr>
              <p:cNvPr id="2900" name="Google Shape;2900;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1" name="Google Shape;2901;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grpSp>
        <p:nvGrpSpPr>
          <p:cNvPr id="2902" name="Google Shape;2902;p56"/>
          <p:cNvGrpSpPr/>
          <p:nvPr/>
        </p:nvGrpSpPr>
        <p:grpSpPr>
          <a:xfrm rot="10800000">
            <a:off x="7157584" y="5049311"/>
            <a:ext cx="283510" cy="223586"/>
            <a:chOff x="1924702" y="2309895"/>
            <a:chExt cx="423801" cy="334225"/>
          </a:xfrm>
        </p:grpSpPr>
        <p:sp>
          <p:nvSpPr>
            <p:cNvPr id="2903" name="Google Shape;2903;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04" name="Google Shape;2904;p56"/>
            <p:cNvGrpSpPr/>
            <p:nvPr/>
          </p:nvGrpSpPr>
          <p:grpSpPr>
            <a:xfrm>
              <a:off x="2009144" y="2438298"/>
              <a:ext cx="254918" cy="67978"/>
              <a:chOff x="6094412" y="2895600"/>
              <a:chExt cx="1143000" cy="304800"/>
            </a:xfrm>
          </p:grpSpPr>
          <p:sp>
            <p:nvSpPr>
              <p:cNvPr id="2905" name="Google Shape;2905;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6" name="Google Shape;2906;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07" name="Google Shape;2907;p56"/>
            <p:cNvGrpSpPr/>
            <p:nvPr/>
          </p:nvGrpSpPr>
          <p:grpSpPr>
            <a:xfrm>
              <a:off x="1958691" y="2532712"/>
              <a:ext cx="355823" cy="50983"/>
              <a:chOff x="5870574" y="3397250"/>
              <a:chExt cx="1595438" cy="228600"/>
            </a:xfrm>
          </p:grpSpPr>
          <p:sp>
            <p:nvSpPr>
              <p:cNvPr id="2908" name="Google Shape;2908;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9" name="Google Shape;2909;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10" name="Google Shape;2910;p56"/>
            <p:cNvGrpSpPr/>
            <p:nvPr/>
          </p:nvGrpSpPr>
          <p:grpSpPr>
            <a:xfrm>
              <a:off x="1924702" y="2610131"/>
              <a:ext cx="423801" cy="33989"/>
              <a:chOff x="5718174" y="3708400"/>
              <a:chExt cx="1900238" cy="152400"/>
            </a:xfrm>
          </p:grpSpPr>
          <p:sp>
            <p:nvSpPr>
              <p:cNvPr id="2911" name="Google Shape;2911;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12" name="Google Shape;2912;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grpSp>
        <p:nvGrpSpPr>
          <p:cNvPr id="2913" name="Google Shape;2913;p56"/>
          <p:cNvGrpSpPr/>
          <p:nvPr/>
        </p:nvGrpSpPr>
        <p:grpSpPr>
          <a:xfrm rot="10800000">
            <a:off x="4448147" y="5049311"/>
            <a:ext cx="283510" cy="223586"/>
            <a:chOff x="1924702" y="2309895"/>
            <a:chExt cx="423801" cy="334225"/>
          </a:xfrm>
        </p:grpSpPr>
        <p:sp>
          <p:nvSpPr>
            <p:cNvPr id="2914" name="Google Shape;2914;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15" name="Google Shape;2915;p56"/>
            <p:cNvGrpSpPr/>
            <p:nvPr/>
          </p:nvGrpSpPr>
          <p:grpSpPr>
            <a:xfrm>
              <a:off x="2009144" y="2438298"/>
              <a:ext cx="254918" cy="67978"/>
              <a:chOff x="6094412" y="2895600"/>
              <a:chExt cx="1143000" cy="304800"/>
            </a:xfrm>
          </p:grpSpPr>
          <p:sp>
            <p:nvSpPr>
              <p:cNvPr id="2916" name="Google Shape;2916;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17" name="Google Shape;2917;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18" name="Google Shape;2918;p56"/>
            <p:cNvGrpSpPr/>
            <p:nvPr/>
          </p:nvGrpSpPr>
          <p:grpSpPr>
            <a:xfrm>
              <a:off x="1958691" y="2532712"/>
              <a:ext cx="355823" cy="50983"/>
              <a:chOff x="5870574" y="3397250"/>
              <a:chExt cx="1595438" cy="228600"/>
            </a:xfrm>
          </p:grpSpPr>
          <p:sp>
            <p:nvSpPr>
              <p:cNvPr id="2919" name="Google Shape;2919;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0" name="Google Shape;2920;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21" name="Google Shape;2921;p56"/>
            <p:cNvGrpSpPr/>
            <p:nvPr/>
          </p:nvGrpSpPr>
          <p:grpSpPr>
            <a:xfrm>
              <a:off x="1924702" y="2610131"/>
              <a:ext cx="423801" cy="33989"/>
              <a:chOff x="5718174" y="3708400"/>
              <a:chExt cx="1900238" cy="152400"/>
            </a:xfrm>
          </p:grpSpPr>
          <p:sp>
            <p:nvSpPr>
              <p:cNvPr id="2922" name="Google Shape;2922;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3" name="Google Shape;2923;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grpSp>
        <p:nvGrpSpPr>
          <p:cNvPr id="2924" name="Google Shape;2924;p56"/>
          <p:cNvGrpSpPr/>
          <p:nvPr/>
        </p:nvGrpSpPr>
        <p:grpSpPr>
          <a:xfrm rot="10800000">
            <a:off x="1776146" y="4908631"/>
            <a:ext cx="283510" cy="223586"/>
            <a:chOff x="1924702" y="2309895"/>
            <a:chExt cx="423801" cy="334225"/>
          </a:xfrm>
        </p:grpSpPr>
        <p:sp>
          <p:nvSpPr>
            <p:cNvPr id="2925" name="Google Shape;2925;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26" name="Google Shape;2926;p56"/>
            <p:cNvGrpSpPr/>
            <p:nvPr/>
          </p:nvGrpSpPr>
          <p:grpSpPr>
            <a:xfrm>
              <a:off x="2009144" y="2438298"/>
              <a:ext cx="254918" cy="67978"/>
              <a:chOff x="6094412" y="2895600"/>
              <a:chExt cx="1143000" cy="304800"/>
            </a:xfrm>
          </p:grpSpPr>
          <p:sp>
            <p:nvSpPr>
              <p:cNvPr id="2927" name="Google Shape;2927;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8" name="Google Shape;2928;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29" name="Google Shape;2929;p56"/>
            <p:cNvGrpSpPr/>
            <p:nvPr/>
          </p:nvGrpSpPr>
          <p:grpSpPr>
            <a:xfrm>
              <a:off x="1958691" y="2532712"/>
              <a:ext cx="355823" cy="50983"/>
              <a:chOff x="5870574" y="3397250"/>
              <a:chExt cx="1595438" cy="228600"/>
            </a:xfrm>
          </p:grpSpPr>
          <p:sp>
            <p:nvSpPr>
              <p:cNvPr id="2930" name="Google Shape;2930;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31" name="Google Shape;2931;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32" name="Google Shape;2932;p56"/>
            <p:cNvGrpSpPr/>
            <p:nvPr/>
          </p:nvGrpSpPr>
          <p:grpSpPr>
            <a:xfrm>
              <a:off x="1924702" y="2610131"/>
              <a:ext cx="423801" cy="33989"/>
              <a:chOff x="5718174" y="3708400"/>
              <a:chExt cx="1900238" cy="152400"/>
            </a:xfrm>
          </p:grpSpPr>
          <p:sp>
            <p:nvSpPr>
              <p:cNvPr id="2933" name="Google Shape;2933;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34" name="Google Shape;2934;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sp>
        <p:nvSpPr>
          <p:cNvPr id="2935" name="Google Shape;2935;p56"/>
          <p:cNvSpPr txBox="1"/>
          <p:nvPr/>
        </p:nvSpPr>
        <p:spPr>
          <a:xfrm>
            <a:off x="7559377" y="2745403"/>
            <a:ext cx="211055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484848"/>
                </a:solidFill>
                <a:latin typeface="Arial"/>
                <a:ea typeface="Arial"/>
                <a:cs typeface="Arial"/>
                <a:sym typeface="Arial"/>
              </a:rPr>
              <a:t>KANBAN</a:t>
            </a:r>
            <a:endParaRPr/>
          </a:p>
        </p:txBody>
      </p:sp>
      <p:sp>
        <p:nvSpPr>
          <p:cNvPr id="2936" name="Google Shape;2936;p56"/>
          <p:cNvSpPr/>
          <p:nvPr/>
        </p:nvSpPr>
        <p:spPr>
          <a:xfrm rot="2700000">
            <a:off x="8167183" y="3756618"/>
            <a:ext cx="894402" cy="896866"/>
          </a:xfrm>
          <a:prstGeom prst="roundRect">
            <a:avLst>
              <a:gd fmla="val 16667" name="adj"/>
            </a:avLst>
          </a:prstGeom>
          <a:solidFill>
            <a:srgbClr val="A4A4A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37" name="Google Shape;2937;p56"/>
          <p:cNvSpPr/>
          <p:nvPr/>
        </p:nvSpPr>
        <p:spPr>
          <a:xfrm rot="3564405">
            <a:off x="8248517" y="4042218"/>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38" name="Google Shape;2938;p56"/>
          <p:cNvGrpSpPr/>
          <p:nvPr/>
        </p:nvGrpSpPr>
        <p:grpSpPr>
          <a:xfrm>
            <a:off x="8484449" y="3228457"/>
            <a:ext cx="283510" cy="223586"/>
            <a:chOff x="1924702" y="2309895"/>
            <a:chExt cx="423801" cy="334225"/>
          </a:xfrm>
        </p:grpSpPr>
        <p:sp>
          <p:nvSpPr>
            <p:cNvPr id="2939" name="Google Shape;2939;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40" name="Google Shape;2940;p56"/>
            <p:cNvGrpSpPr/>
            <p:nvPr/>
          </p:nvGrpSpPr>
          <p:grpSpPr>
            <a:xfrm>
              <a:off x="2009144" y="2438298"/>
              <a:ext cx="254918" cy="67978"/>
              <a:chOff x="6094412" y="2895600"/>
              <a:chExt cx="1143000" cy="304800"/>
            </a:xfrm>
          </p:grpSpPr>
          <p:sp>
            <p:nvSpPr>
              <p:cNvPr id="2941" name="Google Shape;2941;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2" name="Google Shape;2942;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43" name="Google Shape;2943;p56"/>
            <p:cNvGrpSpPr/>
            <p:nvPr/>
          </p:nvGrpSpPr>
          <p:grpSpPr>
            <a:xfrm>
              <a:off x="1958691" y="2532712"/>
              <a:ext cx="355823" cy="50983"/>
              <a:chOff x="5870574" y="3397250"/>
              <a:chExt cx="1595438" cy="228600"/>
            </a:xfrm>
          </p:grpSpPr>
          <p:sp>
            <p:nvSpPr>
              <p:cNvPr id="2944" name="Google Shape;2944;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5" name="Google Shape;2945;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46" name="Google Shape;2946;p56"/>
            <p:cNvGrpSpPr/>
            <p:nvPr/>
          </p:nvGrpSpPr>
          <p:grpSpPr>
            <a:xfrm>
              <a:off x="1924702" y="2610131"/>
              <a:ext cx="423801" cy="33989"/>
              <a:chOff x="5718174" y="3708400"/>
              <a:chExt cx="1900238" cy="152400"/>
            </a:xfrm>
          </p:grpSpPr>
          <p:sp>
            <p:nvSpPr>
              <p:cNvPr id="2947" name="Google Shape;2947;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8" name="Google Shape;2948;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pic>
        <p:nvPicPr>
          <p:cNvPr id="2949" name="Google Shape;2949;p56"/>
          <p:cNvPicPr preferRelativeResize="0"/>
          <p:nvPr/>
        </p:nvPicPr>
        <p:blipFill rotWithShape="1">
          <a:blip r:embed="rId4">
            <a:alphaModFix/>
          </a:blip>
          <a:srcRect b="0" l="0" r="0" t="0"/>
          <a:stretch/>
        </p:blipFill>
        <p:spPr>
          <a:xfrm>
            <a:off x="1742152" y="3599382"/>
            <a:ext cx="571665" cy="501063"/>
          </a:xfrm>
          <a:prstGeom prst="rect">
            <a:avLst/>
          </a:prstGeom>
          <a:noFill/>
          <a:ln>
            <a:noFill/>
          </a:ln>
        </p:spPr>
      </p:pic>
      <p:pic>
        <p:nvPicPr>
          <p:cNvPr id="2950" name="Google Shape;2950;p56"/>
          <p:cNvPicPr preferRelativeResize="0"/>
          <p:nvPr/>
        </p:nvPicPr>
        <p:blipFill rotWithShape="1">
          <a:blip r:embed="rId5">
            <a:alphaModFix/>
          </a:blip>
          <a:srcRect b="0" l="0" r="0" t="0"/>
          <a:stretch/>
        </p:blipFill>
        <p:spPr>
          <a:xfrm>
            <a:off x="4316216" y="3773843"/>
            <a:ext cx="690287" cy="437182"/>
          </a:xfrm>
          <a:prstGeom prst="rect">
            <a:avLst/>
          </a:prstGeom>
          <a:noFill/>
          <a:ln>
            <a:noFill/>
          </a:ln>
        </p:spPr>
      </p:pic>
      <p:pic>
        <p:nvPicPr>
          <p:cNvPr id="2951" name="Google Shape;2951;p56"/>
          <p:cNvPicPr preferRelativeResize="0"/>
          <p:nvPr/>
        </p:nvPicPr>
        <p:blipFill rotWithShape="1">
          <a:blip r:embed="rId6">
            <a:alphaModFix/>
          </a:blip>
          <a:srcRect b="0" l="0" r="0" t="0"/>
          <a:stretch/>
        </p:blipFill>
        <p:spPr>
          <a:xfrm>
            <a:off x="2927244" y="3992059"/>
            <a:ext cx="688311" cy="597970"/>
          </a:xfrm>
          <a:prstGeom prst="rect">
            <a:avLst/>
          </a:prstGeom>
          <a:noFill/>
          <a:ln>
            <a:noFill/>
          </a:ln>
        </p:spPr>
      </p:pic>
      <p:pic>
        <p:nvPicPr>
          <p:cNvPr id="2952" name="Google Shape;2952;p56"/>
          <p:cNvPicPr preferRelativeResize="0"/>
          <p:nvPr/>
        </p:nvPicPr>
        <p:blipFill rotWithShape="1">
          <a:blip r:embed="rId7">
            <a:alphaModFix/>
          </a:blip>
          <a:srcRect b="0" l="0" r="0" t="0"/>
          <a:stretch/>
        </p:blipFill>
        <p:spPr>
          <a:xfrm>
            <a:off x="5709450" y="4037274"/>
            <a:ext cx="556200" cy="556200"/>
          </a:xfrm>
          <a:prstGeom prst="rect">
            <a:avLst/>
          </a:prstGeom>
          <a:noFill/>
          <a:ln>
            <a:noFill/>
          </a:ln>
        </p:spPr>
      </p:pic>
      <p:pic>
        <p:nvPicPr>
          <p:cNvPr id="2953" name="Google Shape;2953;p56"/>
          <p:cNvPicPr preferRelativeResize="0"/>
          <p:nvPr/>
        </p:nvPicPr>
        <p:blipFill rotWithShape="1">
          <a:blip r:embed="rId8">
            <a:alphaModFix/>
          </a:blip>
          <a:srcRect b="0" l="0" r="0" t="0"/>
          <a:stretch/>
        </p:blipFill>
        <p:spPr>
          <a:xfrm>
            <a:off x="8379795" y="4182983"/>
            <a:ext cx="601925" cy="599583"/>
          </a:xfrm>
          <a:prstGeom prst="rect">
            <a:avLst/>
          </a:prstGeom>
          <a:noFill/>
          <a:ln>
            <a:noFill/>
          </a:ln>
        </p:spPr>
      </p:pic>
      <p:sp>
        <p:nvSpPr>
          <p:cNvPr id="2954" name="Google Shape;2954;p56"/>
          <p:cNvSpPr txBox="1"/>
          <p:nvPr/>
        </p:nvSpPr>
        <p:spPr>
          <a:xfrm>
            <a:off x="9196717" y="5299176"/>
            <a:ext cx="150818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8439BD"/>
                </a:solidFill>
                <a:latin typeface="Arial"/>
                <a:ea typeface="Arial"/>
                <a:cs typeface="Arial"/>
                <a:sym typeface="Arial"/>
              </a:rPr>
              <a:t>ASD</a:t>
            </a:r>
            <a:endParaRPr/>
          </a:p>
        </p:txBody>
      </p:sp>
      <p:sp>
        <p:nvSpPr>
          <p:cNvPr id="2955" name="Google Shape;2955;p56"/>
          <p:cNvSpPr/>
          <p:nvPr/>
        </p:nvSpPr>
        <p:spPr>
          <a:xfrm rot="2700000">
            <a:off x="9484388" y="3877701"/>
            <a:ext cx="894402" cy="896866"/>
          </a:xfrm>
          <a:prstGeom prst="roundRect">
            <a:avLst>
              <a:gd fmla="val 16667" name="adj"/>
            </a:avLst>
          </a:prstGeom>
          <a:solidFill>
            <a:srgbClr val="8439B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47321"/>
              </a:solidFill>
              <a:latin typeface="Arial"/>
              <a:ea typeface="Arial"/>
              <a:cs typeface="Arial"/>
              <a:sym typeface="Arial"/>
            </a:endParaRPr>
          </a:p>
        </p:txBody>
      </p:sp>
      <p:sp>
        <p:nvSpPr>
          <p:cNvPr id="2956" name="Google Shape;2956;p56"/>
          <p:cNvSpPr/>
          <p:nvPr/>
        </p:nvSpPr>
        <p:spPr>
          <a:xfrm rot="1809825">
            <a:off x="9541310" y="3530013"/>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57" name="Google Shape;2957;p56"/>
          <p:cNvGrpSpPr/>
          <p:nvPr/>
        </p:nvGrpSpPr>
        <p:grpSpPr>
          <a:xfrm rot="10800000">
            <a:off x="9808646" y="5026347"/>
            <a:ext cx="283510" cy="223586"/>
            <a:chOff x="1924702" y="2309895"/>
            <a:chExt cx="423801" cy="334225"/>
          </a:xfrm>
        </p:grpSpPr>
        <p:sp>
          <p:nvSpPr>
            <p:cNvPr id="2958" name="Google Shape;2958;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59" name="Google Shape;2959;p56"/>
            <p:cNvGrpSpPr/>
            <p:nvPr/>
          </p:nvGrpSpPr>
          <p:grpSpPr>
            <a:xfrm>
              <a:off x="2009144" y="2438298"/>
              <a:ext cx="254918" cy="67978"/>
              <a:chOff x="6094412" y="2895600"/>
              <a:chExt cx="1143000" cy="304800"/>
            </a:xfrm>
          </p:grpSpPr>
          <p:sp>
            <p:nvSpPr>
              <p:cNvPr id="2960" name="Google Shape;2960;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61" name="Google Shape;2961;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62" name="Google Shape;2962;p56"/>
            <p:cNvGrpSpPr/>
            <p:nvPr/>
          </p:nvGrpSpPr>
          <p:grpSpPr>
            <a:xfrm>
              <a:off x="1958691" y="2532712"/>
              <a:ext cx="355823" cy="50983"/>
              <a:chOff x="5870574" y="3397250"/>
              <a:chExt cx="1595438" cy="228600"/>
            </a:xfrm>
          </p:grpSpPr>
          <p:sp>
            <p:nvSpPr>
              <p:cNvPr id="2963" name="Google Shape;2963;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64" name="Google Shape;2964;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65" name="Google Shape;2965;p56"/>
            <p:cNvGrpSpPr/>
            <p:nvPr/>
          </p:nvGrpSpPr>
          <p:grpSpPr>
            <a:xfrm>
              <a:off x="1924702" y="2610131"/>
              <a:ext cx="423801" cy="33989"/>
              <a:chOff x="5718174" y="3708400"/>
              <a:chExt cx="1900238" cy="152400"/>
            </a:xfrm>
          </p:grpSpPr>
          <p:sp>
            <p:nvSpPr>
              <p:cNvPr id="2966" name="Google Shape;2966;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67" name="Google Shape;2967;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sp>
        <p:nvSpPr>
          <p:cNvPr id="2968" name="Google Shape;2968;p56"/>
          <p:cNvSpPr txBox="1"/>
          <p:nvPr/>
        </p:nvSpPr>
        <p:spPr>
          <a:xfrm>
            <a:off x="9458912" y="3774059"/>
            <a:ext cx="96892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8439BD"/>
                </a:solidFill>
                <a:latin typeface="Quintessential"/>
                <a:ea typeface="Quintessential"/>
                <a:cs typeface="Quintessential"/>
                <a:sym typeface="Quintessential"/>
              </a:rPr>
              <a:t>ASD</a:t>
            </a:r>
            <a:endParaRPr/>
          </a:p>
        </p:txBody>
      </p:sp>
      <p:sp>
        <p:nvSpPr>
          <p:cNvPr id="2969" name="Google Shape;2969;p56"/>
          <p:cNvSpPr txBox="1"/>
          <p:nvPr/>
        </p:nvSpPr>
        <p:spPr>
          <a:xfrm>
            <a:off x="10981293" y="2739555"/>
            <a:ext cx="71312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6F99"/>
                </a:solidFill>
                <a:latin typeface="Arial"/>
                <a:ea typeface="Arial"/>
                <a:cs typeface="Arial"/>
                <a:sym typeface="Arial"/>
              </a:rPr>
              <a:t>AUP</a:t>
            </a:r>
            <a:endParaRPr/>
          </a:p>
        </p:txBody>
      </p:sp>
      <p:sp>
        <p:nvSpPr>
          <p:cNvPr id="2970" name="Google Shape;2970;p56"/>
          <p:cNvSpPr/>
          <p:nvPr/>
        </p:nvSpPr>
        <p:spPr>
          <a:xfrm rot="2700000">
            <a:off x="10862230" y="3773817"/>
            <a:ext cx="894402" cy="896866"/>
          </a:xfrm>
          <a:prstGeom prst="roundRect">
            <a:avLst>
              <a:gd fmla="val 16667" name="adj"/>
            </a:avLst>
          </a:prstGeom>
          <a:solidFill>
            <a:srgbClr val="006F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1" name="Google Shape;2971;p56"/>
          <p:cNvSpPr/>
          <p:nvPr/>
        </p:nvSpPr>
        <p:spPr>
          <a:xfrm rot="3564405">
            <a:off x="10927403" y="4078233"/>
            <a:ext cx="894402" cy="896866"/>
          </a:xfrm>
          <a:prstGeom prst="roundRect">
            <a:avLst>
              <a:gd fmla="val 16667" name="adj"/>
            </a:avLst>
          </a:prstGeom>
          <a:solidFill>
            <a:srgbClr val="F2F2F2"/>
          </a:solidFill>
          <a:ln>
            <a:noFill/>
          </a:ln>
          <a:effectLst>
            <a:outerShdw blurRad="342900" sx="103000" rotWithShape="0" algn="ctr" sy="103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72" name="Google Shape;2972;p56"/>
          <p:cNvGrpSpPr/>
          <p:nvPr/>
        </p:nvGrpSpPr>
        <p:grpSpPr>
          <a:xfrm>
            <a:off x="11193387" y="3200330"/>
            <a:ext cx="283510" cy="223586"/>
            <a:chOff x="1924702" y="2309895"/>
            <a:chExt cx="423801" cy="334225"/>
          </a:xfrm>
        </p:grpSpPr>
        <p:sp>
          <p:nvSpPr>
            <p:cNvPr id="2973" name="Google Shape;2973;p56"/>
            <p:cNvSpPr/>
            <p:nvPr/>
          </p:nvSpPr>
          <p:spPr>
            <a:xfrm>
              <a:off x="2085619" y="2309895"/>
              <a:ext cx="101967" cy="10196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974" name="Google Shape;2974;p56"/>
            <p:cNvGrpSpPr/>
            <p:nvPr/>
          </p:nvGrpSpPr>
          <p:grpSpPr>
            <a:xfrm>
              <a:off x="2009144" y="2438298"/>
              <a:ext cx="254918" cy="67978"/>
              <a:chOff x="6094412" y="2895600"/>
              <a:chExt cx="1143000" cy="304800"/>
            </a:xfrm>
          </p:grpSpPr>
          <p:sp>
            <p:nvSpPr>
              <p:cNvPr id="2975" name="Google Shape;2975;p56"/>
              <p:cNvSpPr/>
              <p:nvPr/>
            </p:nvSpPr>
            <p:spPr>
              <a:xfrm>
                <a:off x="60944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6" name="Google Shape;2976;p56"/>
              <p:cNvSpPr/>
              <p:nvPr/>
            </p:nvSpPr>
            <p:spPr>
              <a:xfrm>
                <a:off x="6932612" y="2895600"/>
                <a:ext cx="304800" cy="3048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77" name="Google Shape;2977;p56"/>
            <p:cNvGrpSpPr/>
            <p:nvPr/>
          </p:nvGrpSpPr>
          <p:grpSpPr>
            <a:xfrm>
              <a:off x="1958691" y="2532712"/>
              <a:ext cx="355823" cy="50983"/>
              <a:chOff x="5870574" y="3397250"/>
              <a:chExt cx="1595438" cy="228600"/>
            </a:xfrm>
          </p:grpSpPr>
          <p:sp>
            <p:nvSpPr>
              <p:cNvPr id="2978" name="Google Shape;2978;p56"/>
              <p:cNvSpPr/>
              <p:nvPr/>
            </p:nvSpPr>
            <p:spPr>
              <a:xfrm>
                <a:off x="5870574"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9" name="Google Shape;2979;p56"/>
              <p:cNvSpPr/>
              <p:nvPr/>
            </p:nvSpPr>
            <p:spPr>
              <a:xfrm>
                <a:off x="7237412" y="3397250"/>
                <a:ext cx="228600" cy="2286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980" name="Google Shape;2980;p56"/>
            <p:cNvGrpSpPr/>
            <p:nvPr/>
          </p:nvGrpSpPr>
          <p:grpSpPr>
            <a:xfrm>
              <a:off x="1924702" y="2610131"/>
              <a:ext cx="423801" cy="33989"/>
              <a:chOff x="5718174" y="3708400"/>
              <a:chExt cx="1900238" cy="152400"/>
            </a:xfrm>
          </p:grpSpPr>
          <p:sp>
            <p:nvSpPr>
              <p:cNvPr id="2981" name="Google Shape;2981;p56"/>
              <p:cNvSpPr/>
              <p:nvPr/>
            </p:nvSpPr>
            <p:spPr>
              <a:xfrm>
                <a:off x="7466012"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82" name="Google Shape;2982;p56"/>
              <p:cNvSpPr/>
              <p:nvPr/>
            </p:nvSpPr>
            <p:spPr>
              <a:xfrm>
                <a:off x="5718174" y="3708400"/>
                <a:ext cx="152400" cy="1524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pic>
        <p:nvPicPr>
          <p:cNvPr descr="Résultat de recherche d'images pour &quot;AgileUP&quot;" id="2983" name="Google Shape;2983;p56"/>
          <p:cNvPicPr preferRelativeResize="0"/>
          <p:nvPr/>
        </p:nvPicPr>
        <p:blipFill rotWithShape="1">
          <a:blip r:embed="rId9">
            <a:alphaModFix/>
          </a:blip>
          <a:srcRect b="0" l="0" r="0" t="0"/>
          <a:stretch/>
        </p:blipFill>
        <p:spPr>
          <a:xfrm rot="3269545">
            <a:off x="11051253" y="4190349"/>
            <a:ext cx="687806" cy="6878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49"/>
                                        </p:tgtEl>
                                        <p:attrNameLst>
                                          <p:attrName>style.visibility</p:attrName>
                                        </p:attrNameLst>
                                      </p:cBhvr>
                                      <p:to>
                                        <p:strVal val="visible"/>
                                      </p:to>
                                    </p:set>
                                    <p:animEffect filter="fade" transition="in">
                                      <p:cBhvr>
                                        <p:cTn dur="1000"/>
                                        <p:tgtEl>
                                          <p:spTgt spid="2849"/>
                                        </p:tgtEl>
                                      </p:cBhvr>
                                    </p:animEffect>
                                  </p:childTnLst>
                                </p:cTn>
                              </p:par>
                              <p:par>
                                <p:cTn fill="hold" nodeType="withEffect" presetClass="entr" presetID="10" presetSubtype="0">
                                  <p:stCondLst>
                                    <p:cond delay="0"/>
                                  </p:stCondLst>
                                  <p:childTnLst>
                                    <p:set>
                                      <p:cBhvr>
                                        <p:cTn dur="1" fill="hold">
                                          <p:stCondLst>
                                            <p:cond delay="0"/>
                                          </p:stCondLst>
                                        </p:cTn>
                                        <p:tgtEl>
                                          <p:spTgt spid="2869"/>
                                        </p:tgtEl>
                                        <p:attrNameLst>
                                          <p:attrName>style.visibility</p:attrName>
                                        </p:attrNameLst>
                                      </p:cBhvr>
                                      <p:to>
                                        <p:strVal val="visible"/>
                                      </p:to>
                                    </p:set>
                                    <p:animEffect filter="fade" transition="in">
                                      <p:cBhvr>
                                        <p:cTn dur="1000"/>
                                        <p:tgtEl>
                                          <p:spTgt spid="2869"/>
                                        </p:tgtEl>
                                      </p:cBhvr>
                                    </p:animEffect>
                                  </p:childTnLst>
                                </p:cTn>
                              </p:par>
                              <p:par>
                                <p:cTn fill="hold" nodeType="withEffect" presetClass="entr" presetID="10" presetSubtype="0">
                                  <p:stCondLst>
                                    <p:cond delay="0"/>
                                  </p:stCondLst>
                                  <p:childTnLst>
                                    <p:set>
                                      <p:cBhvr>
                                        <p:cTn dur="1" fill="hold">
                                          <p:stCondLst>
                                            <p:cond delay="0"/>
                                          </p:stCondLst>
                                        </p:cTn>
                                        <p:tgtEl>
                                          <p:spTgt spid="2859"/>
                                        </p:tgtEl>
                                        <p:attrNameLst>
                                          <p:attrName>style.visibility</p:attrName>
                                        </p:attrNameLst>
                                      </p:cBhvr>
                                      <p:to>
                                        <p:strVal val="visible"/>
                                      </p:to>
                                    </p:set>
                                    <p:animEffect filter="fade" transition="in">
                                      <p:cBhvr>
                                        <p:cTn dur="1000"/>
                                        <p:tgtEl>
                                          <p:spTgt spid="2859"/>
                                        </p:tgtEl>
                                      </p:cBhvr>
                                    </p:animEffect>
                                  </p:childTnLst>
                                </p:cTn>
                              </p:par>
                              <p:par>
                                <p:cTn fill="hold" nodeType="withEffect" presetClass="entr" presetID="10" presetSubtype="0">
                                  <p:stCondLst>
                                    <p:cond delay="0"/>
                                  </p:stCondLst>
                                  <p:childTnLst>
                                    <p:set>
                                      <p:cBhvr>
                                        <p:cTn dur="1" fill="hold">
                                          <p:stCondLst>
                                            <p:cond delay="0"/>
                                          </p:stCondLst>
                                        </p:cTn>
                                        <p:tgtEl>
                                          <p:spTgt spid="2861"/>
                                        </p:tgtEl>
                                        <p:attrNameLst>
                                          <p:attrName>style.visibility</p:attrName>
                                        </p:attrNameLst>
                                      </p:cBhvr>
                                      <p:to>
                                        <p:strVal val="visible"/>
                                      </p:to>
                                    </p:set>
                                    <p:animEffect filter="fade" transition="in">
                                      <p:cBhvr>
                                        <p:cTn dur="1000"/>
                                        <p:tgtEl>
                                          <p:spTgt spid="2861"/>
                                        </p:tgtEl>
                                      </p:cBhvr>
                                    </p:animEffect>
                                  </p:childTnLst>
                                </p:cTn>
                              </p:par>
                              <p:par>
                                <p:cTn fill="hold" nodeType="withEffect" presetClass="entr" presetID="10" presetSubtype="0">
                                  <p:stCondLst>
                                    <p:cond delay="0"/>
                                  </p:stCondLst>
                                  <p:childTnLst>
                                    <p:set>
                                      <p:cBhvr>
                                        <p:cTn dur="1" fill="hold">
                                          <p:stCondLst>
                                            <p:cond delay="0"/>
                                          </p:stCondLst>
                                        </p:cTn>
                                        <p:tgtEl>
                                          <p:spTgt spid="2867"/>
                                        </p:tgtEl>
                                        <p:attrNameLst>
                                          <p:attrName>style.visibility</p:attrName>
                                        </p:attrNameLst>
                                      </p:cBhvr>
                                      <p:to>
                                        <p:strVal val="visible"/>
                                      </p:to>
                                    </p:set>
                                    <p:animEffect filter="fade" transition="in">
                                      <p:cBhvr>
                                        <p:cTn dur="1000"/>
                                        <p:tgtEl>
                                          <p:spTgt spid="286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49"/>
                                        </p:tgtEl>
                                        <p:attrNameLst>
                                          <p:attrName>style.visibility</p:attrName>
                                        </p:attrNameLst>
                                      </p:cBhvr>
                                      <p:to>
                                        <p:strVal val="visible"/>
                                      </p:to>
                                    </p:set>
                                    <p:animEffect filter="fade" transition="in">
                                      <p:cBhvr>
                                        <p:cTn dur="1000"/>
                                        <p:tgtEl>
                                          <p:spTgt spid="2949"/>
                                        </p:tgtEl>
                                      </p:cBhvr>
                                    </p:animEffect>
                                  </p:childTnLst>
                                </p:cTn>
                              </p:par>
                              <p:par>
                                <p:cTn fill="hold" nodeType="withEffect" presetClass="entr" presetID="10" presetSubtype="0">
                                  <p:stCondLst>
                                    <p:cond delay="0"/>
                                  </p:stCondLst>
                                  <p:childTnLst>
                                    <p:set>
                                      <p:cBhvr>
                                        <p:cTn dur="1" fill="hold">
                                          <p:stCondLst>
                                            <p:cond delay="0"/>
                                          </p:stCondLst>
                                        </p:cTn>
                                        <p:tgtEl>
                                          <p:spTgt spid="2862"/>
                                        </p:tgtEl>
                                        <p:attrNameLst>
                                          <p:attrName>style.visibility</p:attrName>
                                        </p:attrNameLst>
                                      </p:cBhvr>
                                      <p:to>
                                        <p:strVal val="visible"/>
                                      </p:to>
                                    </p:set>
                                    <p:animEffect filter="fade" transition="in">
                                      <p:cBhvr>
                                        <p:cTn dur="1000"/>
                                        <p:tgtEl>
                                          <p:spTgt spid="2862"/>
                                        </p:tgtEl>
                                      </p:cBhvr>
                                    </p:animEffect>
                                  </p:childTnLst>
                                </p:cTn>
                              </p:par>
                              <p:par>
                                <p:cTn fill="hold" nodeType="withEffect" presetClass="entr" presetID="10" presetSubtype="0">
                                  <p:stCondLst>
                                    <p:cond delay="0"/>
                                  </p:stCondLst>
                                  <p:childTnLst>
                                    <p:set>
                                      <p:cBhvr>
                                        <p:cTn dur="1" fill="hold">
                                          <p:stCondLst>
                                            <p:cond delay="0"/>
                                          </p:stCondLst>
                                        </p:cTn>
                                        <p:tgtEl>
                                          <p:spTgt spid="2855"/>
                                        </p:tgtEl>
                                        <p:attrNameLst>
                                          <p:attrName>style.visibility</p:attrName>
                                        </p:attrNameLst>
                                      </p:cBhvr>
                                      <p:to>
                                        <p:strVal val="visible"/>
                                      </p:to>
                                    </p:set>
                                    <p:animEffect filter="fade" transition="in">
                                      <p:cBhvr>
                                        <p:cTn dur="1000"/>
                                        <p:tgtEl>
                                          <p:spTgt spid="2855"/>
                                        </p:tgtEl>
                                      </p:cBhvr>
                                    </p:animEffect>
                                  </p:childTnLst>
                                </p:cTn>
                              </p:par>
                              <p:par>
                                <p:cTn fill="hold" nodeType="withEffect" presetClass="entr" presetID="10" presetSubtype="0">
                                  <p:stCondLst>
                                    <p:cond delay="0"/>
                                  </p:stCondLst>
                                  <p:childTnLst>
                                    <p:set>
                                      <p:cBhvr>
                                        <p:cTn dur="1" fill="hold">
                                          <p:stCondLst>
                                            <p:cond delay="0"/>
                                          </p:stCondLst>
                                        </p:cTn>
                                        <p:tgtEl>
                                          <p:spTgt spid="2924"/>
                                        </p:tgtEl>
                                        <p:attrNameLst>
                                          <p:attrName>style.visibility</p:attrName>
                                        </p:attrNameLst>
                                      </p:cBhvr>
                                      <p:to>
                                        <p:strVal val="visible"/>
                                      </p:to>
                                    </p:set>
                                    <p:animEffect filter="fade" transition="in">
                                      <p:cBhvr>
                                        <p:cTn dur="1000"/>
                                        <p:tgtEl>
                                          <p:spTgt spid="2924"/>
                                        </p:tgtEl>
                                      </p:cBhvr>
                                    </p:animEffect>
                                  </p:childTnLst>
                                </p:cTn>
                              </p:par>
                              <p:par>
                                <p:cTn fill="hold" nodeType="withEffect" presetClass="entr" presetID="10" presetSubtype="0">
                                  <p:stCondLst>
                                    <p:cond delay="0"/>
                                  </p:stCondLst>
                                  <p:childTnLst>
                                    <p:set>
                                      <p:cBhvr>
                                        <p:cTn dur="1" fill="hold">
                                          <p:stCondLst>
                                            <p:cond delay="0"/>
                                          </p:stCondLst>
                                        </p:cTn>
                                        <p:tgtEl>
                                          <p:spTgt spid="2852"/>
                                        </p:tgtEl>
                                        <p:attrNameLst>
                                          <p:attrName>style.visibility</p:attrName>
                                        </p:attrNameLst>
                                      </p:cBhvr>
                                      <p:to>
                                        <p:strVal val="visible"/>
                                      </p:to>
                                    </p:set>
                                    <p:animEffect filter="fade" transition="in">
                                      <p:cBhvr>
                                        <p:cTn dur="1000"/>
                                        <p:tgtEl>
                                          <p:spTgt spid="285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951"/>
                                        </p:tgtEl>
                                        <p:attrNameLst>
                                          <p:attrName>style.visibility</p:attrName>
                                        </p:attrNameLst>
                                      </p:cBhvr>
                                      <p:to>
                                        <p:strVal val="visible"/>
                                      </p:to>
                                    </p:set>
                                    <p:animEffect filter="fade" transition="in">
                                      <p:cBhvr>
                                        <p:cTn dur="1000"/>
                                        <p:tgtEl>
                                          <p:spTgt spid="2951"/>
                                        </p:tgtEl>
                                      </p:cBhvr>
                                    </p:animEffect>
                                  </p:childTnLst>
                                </p:cTn>
                              </p:par>
                              <p:par>
                                <p:cTn fill="hold" nodeType="withEffect" presetClass="entr" presetID="10" presetSubtype="0">
                                  <p:stCondLst>
                                    <p:cond delay="0"/>
                                  </p:stCondLst>
                                  <p:childTnLst>
                                    <p:set>
                                      <p:cBhvr>
                                        <p:cTn dur="1" fill="hold">
                                          <p:stCondLst>
                                            <p:cond delay="0"/>
                                          </p:stCondLst>
                                        </p:cTn>
                                        <p:tgtEl>
                                          <p:spTgt spid="2863"/>
                                        </p:tgtEl>
                                        <p:attrNameLst>
                                          <p:attrName>style.visibility</p:attrName>
                                        </p:attrNameLst>
                                      </p:cBhvr>
                                      <p:to>
                                        <p:strVal val="visible"/>
                                      </p:to>
                                    </p:set>
                                    <p:animEffect filter="fade" transition="in">
                                      <p:cBhvr>
                                        <p:cTn dur="1000"/>
                                        <p:tgtEl>
                                          <p:spTgt spid="2863"/>
                                        </p:tgtEl>
                                      </p:cBhvr>
                                    </p:animEffect>
                                  </p:childTnLst>
                                </p:cTn>
                              </p:par>
                              <p:par>
                                <p:cTn fill="hold" nodeType="withEffect" presetClass="entr" presetID="10" presetSubtype="0">
                                  <p:stCondLst>
                                    <p:cond delay="0"/>
                                  </p:stCondLst>
                                  <p:childTnLst>
                                    <p:set>
                                      <p:cBhvr>
                                        <p:cTn dur="1" fill="hold">
                                          <p:stCondLst>
                                            <p:cond delay="0"/>
                                          </p:stCondLst>
                                        </p:cTn>
                                        <p:tgtEl>
                                          <p:spTgt spid="2856"/>
                                        </p:tgtEl>
                                        <p:attrNameLst>
                                          <p:attrName>style.visibility</p:attrName>
                                        </p:attrNameLst>
                                      </p:cBhvr>
                                      <p:to>
                                        <p:strVal val="visible"/>
                                      </p:to>
                                    </p:set>
                                    <p:animEffect filter="fade" transition="in">
                                      <p:cBhvr>
                                        <p:cTn dur="1000"/>
                                        <p:tgtEl>
                                          <p:spTgt spid="2856"/>
                                        </p:tgtEl>
                                      </p:cBhvr>
                                    </p:animEffect>
                                  </p:childTnLst>
                                </p:cTn>
                              </p:par>
                              <p:par>
                                <p:cTn fill="hold" nodeType="withEffect" presetClass="entr" presetID="10" presetSubtype="0">
                                  <p:stCondLst>
                                    <p:cond delay="0"/>
                                  </p:stCondLst>
                                  <p:childTnLst>
                                    <p:set>
                                      <p:cBhvr>
                                        <p:cTn dur="1" fill="hold">
                                          <p:stCondLst>
                                            <p:cond delay="0"/>
                                          </p:stCondLst>
                                        </p:cTn>
                                        <p:tgtEl>
                                          <p:spTgt spid="2880"/>
                                        </p:tgtEl>
                                        <p:attrNameLst>
                                          <p:attrName>style.visibility</p:attrName>
                                        </p:attrNameLst>
                                      </p:cBhvr>
                                      <p:to>
                                        <p:strVal val="visible"/>
                                      </p:to>
                                    </p:set>
                                    <p:animEffect filter="fade" transition="in">
                                      <p:cBhvr>
                                        <p:cTn dur="1000"/>
                                        <p:tgtEl>
                                          <p:spTgt spid="2880"/>
                                        </p:tgtEl>
                                      </p:cBhvr>
                                    </p:animEffect>
                                  </p:childTnLst>
                                </p:cTn>
                              </p:par>
                              <p:par>
                                <p:cTn fill="hold" nodeType="withEffect" presetClass="entr" presetID="10" presetSubtype="0">
                                  <p:stCondLst>
                                    <p:cond delay="0"/>
                                  </p:stCondLst>
                                  <p:childTnLst>
                                    <p:set>
                                      <p:cBhvr>
                                        <p:cTn dur="1" fill="hold">
                                          <p:stCondLst>
                                            <p:cond delay="0"/>
                                          </p:stCondLst>
                                        </p:cTn>
                                        <p:tgtEl>
                                          <p:spTgt spid="2850"/>
                                        </p:tgtEl>
                                        <p:attrNameLst>
                                          <p:attrName>style.visibility</p:attrName>
                                        </p:attrNameLst>
                                      </p:cBhvr>
                                      <p:to>
                                        <p:strVal val="visible"/>
                                      </p:to>
                                    </p:set>
                                    <p:animEffect filter="fade" transition="in">
                                      <p:cBhvr>
                                        <p:cTn dur="1000"/>
                                        <p:tgtEl>
                                          <p:spTgt spid="285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950"/>
                                        </p:tgtEl>
                                        <p:attrNameLst>
                                          <p:attrName>style.visibility</p:attrName>
                                        </p:attrNameLst>
                                      </p:cBhvr>
                                      <p:to>
                                        <p:strVal val="visible"/>
                                      </p:to>
                                    </p:set>
                                    <p:animEffect filter="fade" transition="in">
                                      <p:cBhvr>
                                        <p:cTn dur="1000"/>
                                        <p:tgtEl>
                                          <p:spTgt spid="2950"/>
                                        </p:tgtEl>
                                      </p:cBhvr>
                                    </p:animEffect>
                                  </p:childTnLst>
                                </p:cTn>
                              </p:par>
                              <p:par>
                                <p:cTn fill="hold" nodeType="withEffect" presetClass="entr" presetID="10" presetSubtype="0">
                                  <p:stCondLst>
                                    <p:cond delay="0"/>
                                  </p:stCondLst>
                                  <p:childTnLst>
                                    <p:set>
                                      <p:cBhvr>
                                        <p:cTn dur="1" fill="hold">
                                          <p:stCondLst>
                                            <p:cond delay="0"/>
                                          </p:stCondLst>
                                        </p:cTn>
                                        <p:tgtEl>
                                          <p:spTgt spid="2864"/>
                                        </p:tgtEl>
                                        <p:attrNameLst>
                                          <p:attrName>style.visibility</p:attrName>
                                        </p:attrNameLst>
                                      </p:cBhvr>
                                      <p:to>
                                        <p:strVal val="visible"/>
                                      </p:to>
                                    </p:set>
                                    <p:animEffect filter="fade" transition="in">
                                      <p:cBhvr>
                                        <p:cTn dur="1000"/>
                                        <p:tgtEl>
                                          <p:spTgt spid="2864"/>
                                        </p:tgtEl>
                                      </p:cBhvr>
                                    </p:animEffect>
                                  </p:childTnLst>
                                </p:cTn>
                              </p:par>
                              <p:par>
                                <p:cTn fill="hold" nodeType="withEffect" presetClass="entr" presetID="10" presetSubtype="0">
                                  <p:stCondLst>
                                    <p:cond delay="0"/>
                                  </p:stCondLst>
                                  <p:childTnLst>
                                    <p:set>
                                      <p:cBhvr>
                                        <p:cTn dur="1" fill="hold">
                                          <p:stCondLst>
                                            <p:cond delay="0"/>
                                          </p:stCondLst>
                                        </p:cTn>
                                        <p:tgtEl>
                                          <p:spTgt spid="2857"/>
                                        </p:tgtEl>
                                        <p:attrNameLst>
                                          <p:attrName>style.visibility</p:attrName>
                                        </p:attrNameLst>
                                      </p:cBhvr>
                                      <p:to>
                                        <p:strVal val="visible"/>
                                      </p:to>
                                    </p:set>
                                    <p:animEffect filter="fade" transition="in">
                                      <p:cBhvr>
                                        <p:cTn dur="1000"/>
                                        <p:tgtEl>
                                          <p:spTgt spid="2857"/>
                                        </p:tgtEl>
                                      </p:cBhvr>
                                    </p:animEffect>
                                  </p:childTnLst>
                                </p:cTn>
                              </p:par>
                              <p:par>
                                <p:cTn fill="hold" nodeType="withEffect" presetClass="entr" presetID="10" presetSubtype="0">
                                  <p:stCondLst>
                                    <p:cond delay="0"/>
                                  </p:stCondLst>
                                  <p:childTnLst>
                                    <p:set>
                                      <p:cBhvr>
                                        <p:cTn dur="1" fill="hold">
                                          <p:stCondLst>
                                            <p:cond delay="0"/>
                                          </p:stCondLst>
                                        </p:cTn>
                                        <p:tgtEl>
                                          <p:spTgt spid="2913"/>
                                        </p:tgtEl>
                                        <p:attrNameLst>
                                          <p:attrName>style.visibility</p:attrName>
                                        </p:attrNameLst>
                                      </p:cBhvr>
                                      <p:to>
                                        <p:strVal val="visible"/>
                                      </p:to>
                                    </p:set>
                                    <p:animEffect filter="fade" transition="in">
                                      <p:cBhvr>
                                        <p:cTn dur="1000"/>
                                        <p:tgtEl>
                                          <p:spTgt spid="2913"/>
                                        </p:tgtEl>
                                      </p:cBhvr>
                                    </p:animEffect>
                                  </p:childTnLst>
                                </p:cTn>
                              </p:par>
                              <p:par>
                                <p:cTn fill="hold" nodeType="withEffect" presetClass="entr" presetID="10" presetSubtype="0">
                                  <p:stCondLst>
                                    <p:cond delay="0"/>
                                  </p:stCondLst>
                                  <p:childTnLst>
                                    <p:set>
                                      <p:cBhvr>
                                        <p:cTn dur="1" fill="hold">
                                          <p:stCondLst>
                                            <p:cond delay="0"/>
                                          </p:stCondLst>
                                        </p:cTn>
                                        <p:tgtEl>
                                          <p:spTgt spid="2853"/>
                                        </p:tgtEl>
                                        <p:attrNameLst>
                                          <p:attrName>style.visibility</p:attrName>
                                        </p:attrNameLst>
                                      </p:cBhvr>
                                      <p:to>
                                        <p:strVal val="visible"/>
                                      </p:to>
                                    </p:set>
                                    <p:animEffect filter="fade" transition="in">
                                      <p:cBhvr>
                                        <p:cTn dur="1000"/>
                                        <p:tgtEl>
                                          <p:spTgt spid="285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952"/>
                                        </p:tgtEl>
                                        <p:attrNameLst>
                                          <p:attrName>style.visibility</p:attrName>
                                        </p:attrNameLst>
                                      </p:cBhvr>
                                      <p:to>
                                        <p:strVal val="visible"/>
                                      </p:to>
                                    </p:set>
                                    <p:animEffect filter="fade" transition="in">
                                      <p:cBhvr>
                                        <p:cTn dur="1000"/>
                                        <p:tgtEl>
                                          <p:spTgt spid="2952"/>
                                        </p:tgtEl>
                                      </p:cBhvr>
                                    </p:animEffect>
                                  </p:childTnLst>
                                </p:cTn>
                              </p:par>
                              <p:par>
                                <p:cTn fill="hold" nodeType="withEffect" presetClass="entr" presetID="10" presetSubtype="0">
                                  <p:stCondLst>
                                    <p:cond delay="0"/>
                                  </p:stCondLst>
                                  <p:childTnLst>
                                    <p:set>
                                      <p:cBhvr>
                                        <p:cTn dur="1" fill="hold">
                                          <p:stCondLst>
                                            <p:cond delay="0"/>
                                          </p:stCondLst>
                                        </p:cTn>
                                        <p:tgtEl>
                                          <p:spTgt spid="2865"/>
                                        </p:tgtEl>
                                        <p:attrNameLst>
                                          <p:attrName>style.visibility</p:attrName>
                                        </p:attrNameLst>
                                      </p:cBhvr>
                                      <p:to>
                                        <p:strVal val="visible"/>
                                      </p:to>
                                    </p:set>
                                    <p:animEffect filter="fade" transition="in">
                                      <p:cBhvr>
                                        <p:cTn dur="1000"/>
                                        <p:tgtEl>
                                          <p:spTgt spid="2865"/>
                                        </p:tgtEl>
                                      </p:cBhvr>
                                    </p:animEffect>
                                  </p:childTnLst>
                                </p:cTn>
                              </p:par>
                              <p:par>
                                <p:cTn fill="hold" nodeType="withEffect" presetClass="entr" presetID="10" presetSubtype="0">
                                  <p:stCondLst>
                                    <p:cond delay="0"/>
                                  </p:stCondLst>
                                  <p:childTnLst>
                                    <p:set>
                                      <p:cBhvr>
                                        <p:cTn dur="1" fill="hold">
                                          <p:stCondLst>
                                            <p:cond delay="0"/>
                                          </p:stCondLst>
                                        </p:cTn>
                                        <p:tgtEl>
                                          <p:spTgt spid="2858"/>
                                        </p:tgtEl>
                                        <p:attrNameLst>
                                          <p:attrName>style.visibility</p:attrName>
                                        </p:attrNameLst>
                                      </p:cBhvr>
                                      <p:to>
                                        <p:strVal val="visible"/>
                                      </p:to>
                                    </p:set>
                                    <p:animEffect filter="fade" transition="in">
                                      <p:cBhvr>
                                        <p:cTn dur="1000"/>
                                        <p:tgtEl>
                                          <p:spTgt spid="2858"/>
                                        </p:tgtEl>
                                      </p:cBhvr>
                                    </p:animEffect>
                                  </p:childTnLst>
                                </p:cTn>
                              </p:par>
                              <p:par>
                                <p:cTn fill="hold" nodeType="withEffect" presetClass="entr" presetID="10" presetSubtype="0">
                                  <p:stCondLst>
                                    <p:cond delay="0"/>
                                  </p:stCondLst>
                                  <p:childTnLst>
                                    <p:set>
                                      <p:cBhvr>
                                        <p:cTn dur="1" fill="hold">
                                          <p:stCondLst>
                                            <p:cond delay="0"/>
                                          </p:stCondLst>
                                        </p:cTn>
                                        <p:tgtEl>
                                          <p:spTgt spid="2891"/>
                                        </p:tgtEl>
                                        <p:attrNameLst>
                                          <p:attrName>style.visibility</p:attrName>
                                        </p:attrNameLst>
                                      </p:cBhvr>
                                      <p:to>
                                        <p:strVal val="visible"/>
                                      </p:to>
                                    </p:set>
                                    <p:animEffect filter="fade" transition="in">
                                      <p:cBhvr>
                                        <p:cTn dur="1000"/>
                                        <p:tgtEl>
                                          <p:spTgt spid="2891"/>
                                        </p:tgtEl>
                                      </p:cBhvr>
                                    </p:animEffect>
                                  </p:childTnLst>
                                </p:cTn>
                              </p:par>
                              <p:par>
                                <p:cTn fill="hold" nodeType="withEffect" presetClass="entr" presetID="10" presetSubtype="0">
                                  <p:stCondLst>
                                    <p:cond delay="0"/>
                                  </p:stCondLst>
                                  <p:childTnLst>
                                    <p:set>
                                      <p:cBhvr>
                                        <p:cTn dur="1" fill="hold">
                                          <p:stCondLst>
                                            <p:cond delay="0"/>
                                          </p:stCondLst>
                                        </p:cTn>
                                        <p:tgtEl>
                                          <p:spTgt spid="2851"/>
                                        </p:tgtEl>
                                        <p:attrNameLst>
                                          <p:attrName>style.visibility</p:attrName>
                                        </p:attrNameLst>
                                      </p:cBhvr>
                                      <p:to>
                                        <p:strVal val="visible"/>
                                      </p:to>
                                    </p:set>
                                    <p:animEffect filter="fade" transition="in">
                                      <p:cBhvr>
                                        <p:cTn dur="1000"/>
                                        <p:tgtEl>
                                          <p:spTgt spid="2851"/>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866"/>
                                        </p:tgtEl>
                                        <p:attrNameLst>
                                          <p:attrName>style.visibility</p:attrName>
                                        </p:attrNameLst>
                                      </p:cBhvr>
                                      <p:to>
                                        <p:strVal val="visible"/>
                                      </p:to>
                                    </p:set>
                                    <p:animEffect filter="fade" transition="in">
                                      <p:cBhvr>
                                        <p:cTn dur="1000"/>
                                        <p:tgtEl>
                                          <p:spTgt spid="2866"/>
                                        </p:tgtEl>
                                      </p:cBhvr>
                                    </p:animEffect>
                                  </p:childTnLst>
                                </p:cTn>
                              </p:par>
                              <p:par>
                                <p:cTn fill="hold" nodeType="withEffect" presetClass="entr" presetID="10" presetSubtype="0">
                                  <p:stCondLst>
                                    <p:cond delay="0"/>
                                  </p:stCondLst>
                                  <p:childTnLst>
                                    <p:set>
                                      <p:cBhvr>
                                        <p:cTn dur="1" fill="hold">
                                          <p:stCondLst>
                                            <p:cond delay="0"/>
                                          </p:stCondLst>
                                        </p:cTn>
                                        <p:tgtEl>
                                          <p:spTgt spid="2868"/>
                                        </p:tgtEl>
                                        <p:attrNameLst>
                                          <p:attrName>style.visibility</p:attrName>
                                        </p:attrNameLst>
                                      </p:cBhvr>
                                      <p:to>
                                        <p:strVal val="visible"/>
                                      </p:to>
                                    </p:set>
                                    <p:animEffect filter="fade" transition="in">
                                      <p:cBhvr>
                                        <p:cTn dur="1000"/>
                                        <p:tgtEl>
                                          <p:spTgt spid="2868"/>
                                        </p:tgtEl>
                                      </p:cBhvr>
                                    </p:animEffect>
                                  </p:childTnLst>
                                </p:cTn>
                              </p:par>
                              <p:par>
                                <p:cTn fill="hold" nodeType="withEffect" presetClass="entr" presetID="10" presetSubtype="0">
                                  <p:stCondLst>
                                    <p:cond delay="0"/>
                                  </p:stCondLst>
                                  <p:childTnLst>
                                    <p:set>
                                      <p:cBhvr>
                                        <p:cTn dur="1" fill="hold">
                                          <p:stCondLst>
                                            <p:cond delay="0"/>
                                          </p:stCondLst>
                                        </p:cTn>
                                        <p:tgtEl>
                                          <p:spTgt spid="2860"/>
                                        </p:tgtEl>
                                        <p:attrNameLst>
                                          <p:attrName>style.visibility</p:attrName>
                                        </p:attrNameLst>
                                      </p:cBhvr>
                                      <p:to>
                                        <p:strVal val="visible"/>
                                      </p:to>
                                    </p:set>
                                    <p:animEffect filter="fade" transition="in">
                                      <p:cBhvr>
                                        <p:cTn dur="1000"/>
                                        <p:tgtEl>
                                          <p:spTgt spid="2860"/>
                                        </p:tgtEl>
                                      </p:cBhvr>
                                    </p:animEffect>
                                  </p:childTnLst>
                                </p:cTn>
                              </p:par>
                              <p:par>
                                <p:cTn fill="hold" nodeType="withEffect" presetClass="entr" presetID="10" presetSubtype="0">
                                  <p:stCondLst>
                                    <p:cond delay="0"/>
                                  </p:stCondLst>
                                  <p:childTnLst>
                                    <p:set>
                                      <p:cBhvr>
                                        <p:cTn dur="1" fill="hold">
                                          <p:stCondLst>
                                            <p:cond delay="0"/>
                                          </p:stCondLst>
                                        </p:cTn>
                                        <p:tgtEl>
                                          <p:spTgt spid="2902"/>
                                        </p:tgtEl>
                                        <p:attrNameLst>
                                          <p:attrName>style.visibility</p:attrName>
                                        </p:attrNameLst>
                                      </p:cBhvr>
                                      <p:to>
                                        <p:strVal val="visible"/>
                                      </p:to>
                                    </p:set>
                                    <p:animEffect filter="fade" transition="in">
                                      <p:cBhvr>
                                        <p:cTn dur="1000"/>
                                        <p:tgtEl>
                                          <p:spTgt spid="2902"/>
                                        </p:tgtEl>
                                      </p:cBhvr>
                                    </p:animEffect>
                                  </p:childTnLst>
                                </p:cTn>
                              </p:par>
                              <p:par>
                                <p:cTn fill="hold" nodeType="withEffect" presetClass="entr" presetID="10" presetSubtype="0">
                                  <p:stCondLst>
                                    <p:cond delay="0"/>
                                  </p:stCondLst>
                                  <p:childTnLst>
                                    <p:set>
                                      <p:cBhvr>
                                        <p:cTn dur="1" fill="hold">
                                          <p:stCondLst>
                                            <p:cond delay="0"/>
                                          </p:stCondLst>
                                        </p:cTn>
                                        <p:tgtEl>
                                          <p:spTgt spid="2854"/>
                                        </p:tgtEl>
                                        <p:attrNameLst>
                                          <p:attrName>style.visibility</p:attrName>
                                        </p:attrNameLst>
                                      </p:cBhvr>
                                      <p:to>
                                        <p:strVal val="visible"/>
                                      </p:to>
                                    </p:set>
                                    <p:animEffect filter="fade" transition="in">
                                      <p:cBhvr>
                                        <p:cTn dur="1000"/>
                                        <p:tgtEl>
                                          <p:spTgt spid="2854"/>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937"/>
                                        </p:tgtEl>
                                        <p:attrNameLst>
                                          <p:attrName>style.visibility</p:attrName>
                                        </p:attrNameLst>
                                      </p:cBhvr>
                                      <p:to>
                                        <p:strVal val="visible"/>
                                      </p:to>
                                    </p:set>
                                    <p:animEffect filter="fade" transition="in">
                                      <p:cBhvr>
                                        <p:cTn dur="1000"/>
                                        <p:tgtEl>
                                          <p:spTgt spid="2937"/>
                                        </p:tgtEl>
                                      </p:cBhvr>
                                    </p:animEffect>
                                  </p:childTnLst>
                                </p:cTn>
                              </p:par>
                              <p:par>
                                <p:cTn fill="hold" nodeType="withEffect" presetClass="entr" presetID="10" presetSubtype="0">
                                  <p:stCondLst>
                                    <p:cond delay="0"/>
                                  </p:stCondLst>
                                  <p:childTnLst>
                                    <p:set>
                                      <p:cBhvr>
                                        <p:cTn dur="1" fill="hold">
                                          <p:stCondLst>
                                            <p:cond delay="0"/>
                                          </p:stCondLst>
                                        </p:cTn>
                                        <p:tgtEl>
                                          <p:spTgt spid="2953"/>
                                        </p:tgtEl>
                                        <p:attrNameLst>
                                          <p:attrName>style.visibility</p:attrName>
                                        </p:attrNameLst>
                                      </p:cBhvr>
                                      <p:to>
                                        <p:strVal val="visible"/>
                                      </p:to>
                                    </p:set>
                                    <p:animEffect filter="fade" transition="in">
                                      <p:cBhvr>
                                        <p:cTn dur="1000"/>
                                        <p:tgtEl>
                                          <p:spTgt spid="2953"/>
                                        </p:tgtEl>
                                      </p:cBhvr>
                                    </p:animEffect>
                                  </p:childTnLst>
                                </p:cTn>
                              </p:par>
                              <p:par>
                                <p:cTn fill="hold" nodeType="withEffect" presetClass="entr" presetID="10" presetSubtype="0">
                                  <p:stCondLst>
                                    <p:cond delay="0"/>
                                  </p:stCondLst>
                                  <p:childTnLst>
                                    <p:set>
                                      <p:cBhvr>
                                        <p:cTn dur="1" fill="hold">
                                          <p:stCondLst>
                                            <p:cond delay="0"/>
                                          </p:stCondLst>
                                        </p:cTn>
                                        <p:tgtEl>
                                          <p:spTgt spid="2936"/>
                                        </p:tgtEl>
                                        <p:attrNameLst>
                                          <p:attrName>style.visibility</p:attrName>
                                        </p:attrNameLst>
                                      </p:cBhvr>
                                      <p:to>
                                        <p:strVal val="visible"/>
                                      </p:to>
                                    </p:set>
                                    <p:animEffect filter="fade" transition="in">
                                      <p:cBhvr>
                                        <p:cTn dur="1000"/>
                                        <p:tgtEl>
                                          <p:spTgt spid="2936"/>
                                        </p:tgtEl>
                                      </p:cBhvr>
                                    </p:animEffect>
                                  </p:childTnLst>
                                </p:cTn>
                              </p:par>
                              <p:par>
                                <p:cTn fill="hold" nodeType="withEffect" presetClass="entr" presetID="10" presetSubtype="0">
                                  <p:stCondLst>
                                    <p:cond delay="0"/>
                                  </p:stCondLst>
                                  <p:childTnLst>
                                    <p:set>
                                      <p:cBhvr>
                                        <p:cTn dur="1" fill="hold">
                                          <p:stCondLst>
                                            <p:cond delay="0"/>
                                          </p:stCondLst>
                                        </p:cTn>
                                        <p:tgtEl>
                                          <p:spTgt spid="2938"/>
                                        </p:tgtEl>
                                        <p:attrNameLst>
                                          <p:attrName>style.visibility</p:attrName>
                                        </p:attrNameLst>
                                      </p:cBhvr>
                                      <p:to>
                                        <p:strVal val="visible"/>
                                      </p:to>
                                    </p:set>
                                    <p:animEffect filter="fade" transition="in">
                                      <p:cBhvr>
                                        <p:cTn dur="1000"/>
                                        <p:tgtEl>
                                          <p:spTgt spid="2938"/>
                                        </p:tgtEl>
                                      </p:cBhvr>
                                    </p:animEffect>
                                  </p:childTnLst>
                                </p:cTn>
                              </p:par>
                              <p:par>
                                <p:cTn fill="hold" nodeType="withEffect" presetClass="entr" presetID="10" presetSubtype="0">
                                  <p:stCondLst>
                                    <p:cond delay="0"/>
                                  </p:stCondLst>
                                  <p:childTnLst>
                                    <p:set>
                                      <p:cBhvr>
                                        <p:cTn dur="1" fill="hold">
                                          <p:stCondLst>
                                            <p:cond delay="0"/>
                                          </p:stCondLst>
                                        </p:cTn>
                                        <p:tgtEl>
                                          <p:spTgt spid="2935"/>
                                        </p:tgtEl>
                                        <p:attrNameLst>
                                          <p:attrName>style.visibility</p:attrName>
                                        </p:attrNameLst>
                                      </p:cBhvr>
                                      <p:to>
                                        <p:strVal val="visible"/>
                                      </p:to>
                                    </p:set>
                                    <p:animEffect filter="fade" transition="in">
                                      <p:cBhvr>
                                        <p:cTn dur="1000"/>
                                        <p:tgtEl>
                                          <p:spTgt spid="2935"/>
                                        </p:tgtEl>
                                      </p:cBhvr>
                                    </p:animEffect>
                                  </p:childTnLst>
                                </p:cTn>
                              </p:par>
                              <p:par>
                                <p:cTn fill="hold" nodeType="withEffect" presetClass="entr" presetID="10" presetSubtype="0">
                                  <p:stCondLst>
                                    <p:cond delay="0"/>
                                  </p:stCondLst>
                                  <p:childTnLst>
                                    <p:set>
                                      <p:cBhvr>
                                        <p:cTn dur="1" fill="hold">
                                          <p:stCondLst>
                                            <p:cond delay="0"/>
                                          </p:stCondLst>
                                        </p:cTn>
                                        <p:tgtEl>
                                          <p:spTgt spid="2956"/>
                                        </p:tgtEl>
                                        <p:attrNameLst>
                                          <p:attrName>style.visibility</p:attrName>
                                        </p:attrNameLst>
                                      </p:cBhvr>
                                      <p:to>
                                        <p:strVal val="visible"/>
                                      </p:to>
                                    </p:set>
                                    <p:animEffect filter="fade" transition="in">
                                      <p:cBhvr>
                                        <p:cTn dur="1000"/>
                                        <p:tgtEl>
                                          <p:spTgt spid="2956"/>
                                        </p:tgtEl>
                                      </p:cBhvr>
                                    </p:animEffect>
                                  </p:childTnLst>
                                </p:cTn>
                              </p:par>
                              <p:par>
                                <p:cTn fill="hold" nodeType="withEffect" presetClass="entr" presetID="10" presetSubtype="0">
                                  <p:stCondLst>
                                    <p:cond delay="0"/>
                                  </p:stCondLst>
                                  <p:childTnLst>
                                    <p:set>
                                      <p:cBhvr>
                                        <p:cTn dur="1" fill="hold">
                                          <p:stCondLst>
                                            <p:cond delay="0"/>
                                          </p:stCondLst>
                                        </p:cTn>
                                        <p:tgtEl>
                                          <p:spTgt spid="2955"/>
                                        </p:tgtEl>
                                        <p:attrNameLst>
                                          <p:attrName>style.visibility</p:attrName>
                                        </p:attrNameLst>
                                      </p:cBhvr>
                                      <p:to>
                                        <p:strVal val="visible"/>
                                      </p:to>
                                    </p:set>
                                    <p:animEffect filter="fade" transition="in">
                                      <p:cBhvr>
                                        <p:cTn dur="1000"/>
                                        <p:tgtEl>
                                          <p:spTgt spid="2955"/>
                                        </p:tgtEl>
                                      </p:cBhvr>
                                    </p:animEffect>
                                  </p:childTnLst>
                                </p:cTn>
                              </p:par>
                              <p:par>
                                <p:cTn fill="hold" nodeType="withEffect" presetClass="entr" presetID="10" presetSubtype="0">
                                  <p:stCondLst>
                                    <p:cond delay="0"/>
                                  </p:stCondLst>
                                  <p:childTnLst>
                                    <p:set>
                                      <p:cBhvr>
                                        <p:cTn dur="1" fill="hold">
                                          <p:stCondLst>
                                            <p:cond delay="0"/>
                                          </p:stCondLst>
                                        </p:cTn>
                                        <p:tgtEl>
                                          <p:spTgt spid="2957"/>
                                        </p:tgtEl>
                                        <p:attrNameLst>
                                          <p:attrName>style.visibility</p:attrName>
                                        </p:attrNameLst>
                                      </p:cBhvr>
                                      <p:to>
                                        <p:strVal val="visible"/>
                                      </p:to>
                                    </p:set>
                                    <p:animEffect filter="fade" transition="in">
                                      <p:cBhvr>
                                        <p:cTn dur="1000"/>
                                        <p:tgtEl>
                                          <p:spTgt spid="2957"/>
                                        </p:tgtEl>
                                      </p:cBhvr>
                                    </p:animEffect>
                                  </p:childTnLst>
                                </p:cTn>
                              </p:par>
                              <p:par>
                                <p:cTn fill="hold" nodeType="withEffect" presetClass="entr" presetID="10" presetSubtype="0">
                                  <p:stCondLst>
                                    <p:cond delay="0"/>
                                  </p:stCondLst>
                                  <p:childTnLst>
                                    <p:set>
                                      <p:cBhvr>
                                        <p:cTn dur="1" fill="hold">
                                          <p:stCondLst>
                                            <p:cond delay="0"/>
                                          </p:stCondLst>
                                        </p:cTn>
                                        <p:tgtEl>
                                          <p:spTgt spid="2954"/>
                                        </p:tgtEl>
                                        <p:attrNameLst>
                                          <p:attrName>style.visibility</p:attrName>
                                        </p:attrNameLst>
                                      </p:cBhvr>
                                      <p:to>
                                        <p:strVal val="visible"/>
                                      </p:to>
                                    </p:set>
                                    <p:animEffect filter="fade" transition="in">
                                      <p:cBhvr>
                                        <p:cTn dur="1000"/>
                                        <p:tgtEl>
                                          <p:spTgt spid="2954"/>
                                        </p:tgtEl>
                                      </p:cBhvr>
                                    </p:animEffect>
                                  </p:childTnLst>
                                </p:cTn>
                              </p:par>
                              <p:par>
                                <p:cTn fill="hold" nodeType="withEffect" presetClass="entr" presetID="10" presetSubtype="0">
                                  <p:stCondLst>
                                    <p:cond delay="0"/>
                                  </p:stCondLst>
                                  <p:childTnLst>
                                    <p:set>
                                      <p:cBhvr>
                                        <p:cTn dur="1" fill="hold">
                                          <p:stCondLst>
                                            <p:cond delay="0"/>
                                          </p:stCondLst>
                                        </p:cTn>
                                        <p:tgtEl>
                                          <p:spTgt spid="2968"/>
                                        </p:tgtEl>
                                        <p:attrNameLst>
                                          <p:attrName>style.visibility</p:attrName>
                                        </p:attrNameLst>
                                      </p:cBhvr>
                                      <p:to>
                                        <p:strVal val="visible"/>
                                      </p:to>
                                    </p:set>
                                    <p:animEffect filter="fade" transition="in">
                                      <p:cBhvr>
                                        <p:cTn dur="1000"/>
                                        <p:tgtEl>
                                          <p:spTgt spid="2968"/>
                                        </p:tgtEl>
                                      </p:cBhvr>
                                    </p:animEffect>
                                  </p:childTnLst>
                                </p:cTn>
                              </p:par>
                              <p:par>
                                <p:cTn fill="hold" nodeType="withEffect" presetClass="entr" presetID="10" presetSubtype="0">
                                  <p:stCondLst>
                                    <p:cond delay="0"/>
                                  </p:stCondLst>
                                  <p:childTnLst>
                                    <p:set>
                                      <p:cBhvr>
                                        <p:cTn dur="1" fill="hold">
                                          <p:stCondLst>
                                            <p:cond delay="0"/>
                                          </p:stCondLst>
                                        </p:cTn>
                                        <p:tgtEl>
                                          <p:spTgt spid="2969"/>
                                        </p:tgtEl>
                                        <p:attrNameLst>
                                          <p:attrName>style.visibility</p:attrName>
                                        </p:attrNameLst>
                                      </p:cBhvr>
                                      <p:to>
                                        <p:strVal val="visible"/>
                                      </p:to>
                                    </p:set>
                                    <p:animEffect filter="fade" transition="in">
                                      <p:cBhvr>
                                        <p:cTn dur="1000"/>
                                        <p:tgtEl>
                                          <p:spTgt spid="2969"/>
                                        </p:tgtEl>
                                      </p:cBhvr>
                                    </p:animEffect>
                                  </p:childTnLst>
                                </p:cTn>
                              </p:par>
                              <p:par>
                                <p:cTn fill="hold" nodeType="withEffect" presetClass="entr" presetID="10" presetSubtype="0">
                                  <p:stCondLst>
                                    <p:cond delay="0"/>
                                  </p:stCondLst>
                                  <p:childTnLst>
                                    <p:set>
                                      <p:cBhvr>
                                        <p:cTn dur="1" fill="hold">
                                          <p:stCondLst>
                                            <p:cond delay="0"/>
                                          </p:stCondLst>
                                        </p:cTn>
                                        <p:tgtEl>
                                          <p:spTgt spid="2972"/>
                                        </p:tgtEl>
                                        <p:attrNameLst>
                                          <p:attrName>style.visibility</p:attrName>
                                        </p:attrNameLst>
                                      </p:cBhvr>
                                      <p:to>
                                        <p:strVal val="visible"/>
                                      </p:to>
                                    </p:set>
                                    <p:animEffect filter="fade" transition="in">
                                      <p:cBhvr>
                                        <p:cTn dur="1000"/>
                                        <p:tgtEl>
                                          <p:spTgt spid="2972"/>
                                        </p:tgtEl>
                                      </p:cBhvr>
                                    </p:animEffect>
                                  </p:childTnLst>
                                </p:cTn>
                              </p:par>
                              <p:par>
                                <p:cTn fill="hold" nodeType="withEffect" presetClass="entr" presetID="10" presetSubtype="0">
                                  <p:stCondLst>
                                    <p:cond delay="0"/>
                                  </p:stCondLst>
                                  <p:childTnLst>
                                    <p:set>
                                      <p:cBhvr>
                                        <p:cTn dur="1" fill="hold">
                                          <p:stCondLst>
                                            <p:cond delay="0"/>
                                          </p:stCondLst>
                                        </p:cTn>
                                        <p:tgtEl>
                                          <p:spTgt spid="2970"/>
                                        </p:tgtEl>
                                        <p:attrNameLst>
                                          <p:attrName>style.visibility</p:attrName>
                                        </p:attrNameLst>
                                      </p:cBhvr>
                                      <p:to>
                                        <p:strVal val="visible"/>
                                      </p:to>
                                    </p:set>
                                    <p:animEffect filter="fade" transition="in">
                                      <p:cBhvr>
                                        <p:cTn dur="1000"/>
                                        <p:tgtEl>
                                          <p:spTgt spid="2970"/>
                                        </p:tgtEl>
                                      </p:cBhvr>
                                    </p:animEffect>
                                  </p:childTnLst>
                                </p:cTn>
                              </p:par>
                              <p:par>
                                <p:cTn fill="hold" nodeType="withEffect" presetClass="entr" presetID="10" presetSubtype="0">
                                  <p:stCondLst>
                                    <p:cond delay="0"/>
                                  </p:stCondLst>
                                  <p:childTnLst>
                                    <p:set>
                                      <p:cBhvr>
                                        <p:cTn dur="1" fill="hold">
                                          <p:stCondLst>
                                            <p:cond delay="0"/>
                                          </p:stCondLst>
                                        </p:cTn>
                                        <p:tgtEl>
                                          <p:spTgt spid="2971"/>
                                        </p:tgtEl>
                                        <p:attrNameLst>
                                          <p:attrName>style.visibility</p:attrName>
                                        </p:attrNameLst>
                                      </p:cBhvr>
                                      <p:to>
                                        <p:strVal val="visible"/>
                                      </p:to>
                                    </p:set>
                                    <p:animEffect filter="fade" transition="in">
                                      <p:cBhvr>
                                        <p:cTn dur="1000"/>
                                        <p:tgtEl>
                                          <p:spTgt spid="2971"/>
                                        </p:tgtEl>
                                      </p:cBhvr>
                                    </p:animEffect>
                                  </p:childTnLst>
                                </p:cTn>
                              </p:par>
                              <p:par>
                                <p:cTn fill="hold" nodeType="withEffect" presetClass="entr" presetID="10" presetSubtype="0">
                                  <p:stCondLst>
                                    <p:cond delay="0"/>
                                  </p:stCondLst>
                                  <p:childTnLst>
                                    <p:set>
                                      <p:cBhvr>
                                        <p:cTn dur="1" fill="hold">
                                          <p:stCondLst>
                                            <p:cond delay="0"/>
                                          </p:stCondLst>
                                        </p:cTn>
                                        <p:tgtEl>
                                          <p:spTgt spid="2983"/>
                                        </p:tgtEl>
                                        <p:attrNameLst>
                                          <p:attrName>style.visibility</p:attrName>
                                        </p:attrNameLst>
                                      </p:cBhvr>
                                      <p:to>
                                        <p:strVal val="visible"/>
                                      </p:to>
                                    </p:set>
                                    <p:animEffect filter="fade" transition="in">
                                      <p:cBhvr>
                                        <p:cTn dur="1000"/>
                                        <p:tgtEl>
                                          <p:spTgt spid="29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88" name="Shape 2988"/>
        <p:cNvGrpSpPr/>
        <p:nvPr/>
      </p:nvGrpSpPr>
      <p:grpSpPr>
        <a:xfrm>
          <a:off x="0" y="0"/>
          <a:ext cx="0" cy="0"/>
          <a:chOff x="0" y="0"/>
          <a:chExt cx="0" cy="0"/>
        </a:xfrm>
      </p:grpSpPr>
      <p:sp>
        <p:nvSpPr>
          <p:cNvPr id="2989" name="Google Shape;2989;p5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0" name="Google Shape;2990;p5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991" name="Google Shape;2991;p5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92" name="Google Shape;2992;p5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Méthodes Agiles</a:t>
            </a:r>
            <a:endParaRPr/>
          </a:p>
        </p:txBody>
      </p:sp>
      <p:sp>
        <p:nvSpPr>
          <p:cNvPr id="2993" name="Google Shape;2993;p57"/>
          <p:cNvSpPr txBox="1"/>
          <p:nvPr>
            <p:ph idx="1" type="body"/>
          </p:nvPr>
        </p:nvSpPr>
        <p:spPr>
          <a:xfrm>
            <a:off x="4949318" y="474978"/>
            <a:ext cx="6447340" cy="5712269"/>
          </a:xfrm>
          <a:prstGeom prst="rect">
            <a:avLst/>
          </a:prstGeom>
          <a:noFill/>
          <a:ln>
            <a:noFill/>
          </a:ln>
        </p:spPr>
        <p:txBody>
          <a:bodyPr anchorCtr="0" anchor="ctr" bIns="45700" lIns="91425" spcFirstLastPara="1" rIns="91425" wrap="square" tIns="45700">
            <a:normAutofit lnSpcReduction="10000"/>
          </a:bodyPr>
          <a:lstStyle/>
          <a:p>
            <a:pPr indent="-228600" lvl="0" marL="228600" rtl="0" algn="just">
              <a:lnSpc>
                <a:spcPct val="150000"/>
              </a:lnSpc>
              <a:spcBef>
                <a:spcPts val="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Les méthodes de développement dites « </a:t>
            </a:r>
            <a:r>
              <a:rPr b="1" lang="en-US" sz="2000">
                <a:solidFill>
                  <a:srgbClr val="3D590D"/>
                </a:solidFill>
                <a:latin typeface="Times New Roman"/>
                <a:ea typeface="Times New Roman"/>
                <a:cs typeface="Times New Roman"/>
                <a:sym typeface="Times New Roman"/>
              </a:rPr>
              <a:t>méthodes agiles</a:t>
            </a:r>
            <a:r>
              <a:rPr lang="en-US" sz="2000">
                <a:solidFill>
                  <a:srgbClr val="000000"/>
                </a:solidFill>
                <a:latin typeface="Times New Roman"/>
                <a:ea typeface="Times New Roman"/>
                <a:cs typeface="Times New Roman"/>
                <a:sym typeface="Times New Roman"/>
              </a:rPr>
              <a:t> » (en anglais </a:t>
            </a:r>
            <a:r>
              <a:rPr i="1" lang="en-US" sz="2000">
                <a:solidFill>
                  <a:srgbClr val="3D590D"/>
                </a:solidFill>
                <a:latin typeface="Times New Roman"/>
                <a:ea typeface="Times New Roman"/>
                <a:cs typeface="Times New Roman"/>
                <a:sym typeface="Times New Roman"/>
              </a:rPr>
              <a:t>Agile Modeling</a:t>
            </a:r>
            <a:r>
              <a:rPr lang="en-US" sz="2000">
                <a:solidFill>
                  <a:srgbClr val="000000"/>
                </a:solidFill>
                <a:latin typeface="Times New Roman"/>
                <a:ea typeface="Times New Roman"/>
                <a:cs typeface="Times New Roman"/>
                <a:sym typeface="Times New Roman"/>
              </a:rPr>
              <a:t>, noté </a:t>
            </a:r>
            <a:r>
              <a:rPr i="1" lang="en-US" sz="2000">
                <a:solidFill>
                  <a:srgbClr val="3D590D"/>
                </a:solidFill>
                <a:latin typeface="Times New Roman"/>
                <a:ea typeface="Times New Roman"/>
                <a:cs typeface="Times New Roman"/>
                <a:sym typeface="Times New Roman"/>
              </a:rPr>
              <a:t>AG</a:t>
            </a:r>
            <a:r>
              <a:rPr lang="en-US" sz="2000">
                <a:solidFill>
                  <a:srgbClr val="000000"/>
                </a:solidFill>
                <a:latin typeface="Times New Roman"/>
                <a:ea typeface="Times New Roman"/>
                <a:cs typeface="Times New Roman"/>
                <a:sym typeface="Times New Roman"/>
              </a:rPr>
              <a:t>) visent à réduire le cycle de vie du logiciel (donc accélérer son développement) en développant une version minimale, </a:t>
            </a:r>
            <a:endParaRPr/>
          </a:p>
          <a:p>
            <a:pPr indent="-228600" lvl="0" marL="228600" rtl="0" algn="just">
              <a:lnSpc>
                <a:spcPct val="15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puis en intégrant les fonctionnalités par un processus itératif basé sur une écoute client et des tests tout au long du cycle de développement. </a:t>
            </a:r>
            <a:endParaRPr/>
          </a:p>
          <a:p>
            <a:pPr indent="-228600" lvl="0" marL="228600" rtl="0" algn="just">
              <a:lnSpc>
                <a:spcPct val="15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L'origine des méthodes agiles est liée à l'instabilité de l'environnement technologique</a:t>
            </a:r>
            <a:endParaRPr/>
          </a:p>
          <a:p>
            <a:pPr indent="-228600" lvl="0" marL="228600" rtl="0" algn="just">
              <a:lnSpc>
                <a:spcPct val="15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 et au fait que le client est souvent dans l'incapacité de définir ses besoins de manière exhaustive dès le début du projet.</a:t>
            </a:r>
            <a:endParaRPr/>
          </a:p>
        </p:txBody>
      </p:sp>
      <p:sp>
        <p:nvSpPr>
          <p:cNvPr id="2994" name="Google Shape;2994;p57"/>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9" name="Shape 2999"/>
        <p:cNvGrpSpPr/>
        <p:nvPr/>
      </p:nvGrpSpPr>
      <p:grpSpPr>
        <a:xfrm>
          <a:off x="0" y="0"/>
          <a:ext cx="0" cy="0"/>
          <a:chOff x="0" y="0"/>
          <a:chExt cx="0" cy="0"/>
        </a:xfrm>
      </p:grpSpPr>
      <p:sp>
        <p:nvSpPr>
          <p:cNvPr id="3000" name="Google Shape;3000;p5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1" name="Google Shape;3001;p58"/>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002" name="Google Shape;3002;p5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03" name="Google Shape;3003;p58"/>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Méthodes Agiles</a:t>
            </a:r>
            <a:endParaRPr/>
          </a:p>
        </p:txBody>
      </p:sp>
      <p:sp>
        <p:nvSpPr>
          <p:cNvPr id="3004" name="Google Shape;3004;p58"/>
          <p:cNvSpPr txBox="1"/>
          <p:nvPr>
            <p:ph idx="1" type="body"/>
          </p:nvPr>
        </p:nvSpPr>
        <p:spPr>
          <a:xfrm>
            <a:off x="5314548" y="801866"/>
            <a:ext cx="6082110" cy="5230634"/>
          </a:xfrm>
          <a:prstGeom prst="rect">
            <a:avLst/>
          </a:prstGeom>
          <a:noFill/>
          <a:ln>
            <a:noFill/>
          </a:ln>
        </p:spPr>
        <p:txBody>
          <a:bodyPr anchorCtr="0" anchor="ctr" bIns="45700" lIns="91425" spcFirstLastPara="1" rIns="91425" wrap="square" tIns="45700">
            <a:normAutofit/>
          </a:bodyPr>
          <a:lstStyle/>
          <a:p>
            <a:pPr indent="-76200" lvl="0" marL="228600" rtl="0" algn="l">
              <a:lnSpc>
                <a:spcPct val="90000"/>
              </a:lnSpc>
              <a:spcBef>
                <a:spcPts val="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Le terme « agile » fait ainsi référence à la capacité d'adaptation aux changements de contexte et aux modifications de spécifications </a:t>
            </a:r>
            <a:endParaRPr/>
          </a:p>
          <a:p>
            <a:pPr indent="-76200" lvl="0" marL="228600" rtl="0" algn="l">
              <a:lnSpc>
                <a:spcPct val="90000"/>
              </a:lnSpc>
              <a:spcBef>
                <a:spcPts val="100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intervenant pendant le processus de développement.</a:t>
            </a:r>
            <a:endParaRPr/>
          </a:p>
          <a:p>
            <a:pPr indent="-76200" lvl="0" marL="228600" rtl="0" algn="l">
              <a:lnSpc>
                <a:spcPct val="90000"/>
              </a:lnSpc>
              <a:spcBef>
                <a:spcPts val="100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 En 2001, 17 personnes posèrent ainsi au point le </a:t>
            </a:r>
            <a:r>
              <a:rPr b="1" lang="en-US" sz="2400" u="sng">
                <a:solidFill>
                  <a:srgbClr val="000000"/>
                </a:solidFill>
                <a:latin typeface="Times New Roman"/>
                <a:ea typeface="Times New Roman"/>
                <a:cs typeface="Times New Roman"/>
                <a:sym typeface="Times New Roman"/>
                <a:hlinkClick r:id="rId4">
                  <a:extLst>
                    <a:ext uri="{A12FA001-AC4F-418D-AE19-62706E023703}">
                      <ahyp:hlinkClr val="tx"/>
                    </a:ext>
                  </a:extLst>
                </a:hlinkClick>
              </a:rPr>
              <a:t>manifeste agile</a:t>
            </a:r>
            <a:r>
              <a:rPr b="1" lang="en-US" sz="2400" u="sng">
                <a:solidFill>
                  <a:srgbClr val="000000"/>
                </a:solidFill>
                <a:latin typeface="Times New Roman"/>
                <a:ea typeface="Times New Roman"/>
                <a:cs typeface="Times New Roman"/>
                <a:sym typeface="Times New Roman"/>
              </a:rPr>
              <a:t> </a:t>
            </a:r>
            <a:r>
              <a:rPr lang="en-US" sz="2400">
                <a:solidFill>
                  <a:srgbClr val="000000"/>
                </a:solidFill>
                <a:latin typeface="Times New Roman"/>
                <a:ea typeface="Times New Roman"/>
                <a:cs typeface="Times New Roman"/>
                <a:sym typeface="Times New Roman"/>
              </a:rPr>
              <a:t>dont la traduction est la suivante </a:t>
            </a:r>
            <a:endParaRPr/>
          </a:p>
        </p:txBody>
      </p:sp>
      <p:sp>
        <p:nvSpPr>
          <p:cNvPr id="3005" name="Google Shape;3005;p58"/>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0" name="Shape 3010"/>
        <p:cNvGrpSpPr/>
        <p:nvPr/>
      </p:nvGrpSpPr>
      <p:grpSpPr>
        <a:xfrm>
          <a:off x="0" y="0"/>
          <a:ext cx="0" cy="0"/>
          <a:chOff x="0" y="0"/>
          <a:chExt cx="0" cy="0"/>
        </a:xfrm>
      </p:grpSpPr>
      <p:sp>
        <p:nvSpPr>
          <p:cNvPr id="3011" name="Google Shape;3011;p59"/>
          <p:cNvSpPr/>
          <p:nvPr/>
        </p:nvSpPr>
        <p:spPr>
          <a:xfrm>
            <a:off x="355601" y="0"/>
            <a:ext cx="11480494" cy="2753936"/>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012" name="Google Shape;3012;p5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13" name="Google Shape;3013;p59"/>
          <p:cNvSpPr txBox="1"/>
          <p:nvPr>
            <p:ph type="title"/>
          </p:nvPr>
        </p:nvSpPr>
        <p:spPr>
          <a:xfrm>
            <a:off x="1179226" y="826680"/>
            <a:ext cx="9833548"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Méthodes Agiles: valeurs</a:t>
            </a:r>
            <a:endParaRPr/>
          </a:p>
        </p:txBody>
      </p:sp>
      <p:sp>
        <p:nvSpPr>
          <p:cNvPr id="3014" name="Google Shape;3014;p59"/>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3015" name="Google Shape;3015;p59"/>
          <p:cNvGrpSpPr/>
          <p:nvPr/>
        </p:nvGrpSpPr>
        <p:grpSpPr>
          <a:xfrm>
            <a:off x="1039284" y="3681847"/>
            <a:ext cx="10113430" cy="1567581"/>
            <a:chOff x="2964" y="781891"/>
            <a:chExt cx="10113430" cy="1567581"/>
          </a:xfrm>
        </p:grpSpPr>
        <p:sp>
          <p:nvSpPr>
            <p:cNvPr id="3016" name="Google Shape;3016;p59"/>
            <p:cNvSpPr/>
            <p:nvPr/>
          </p:nvSpPr>
          <p:spPr>
            <a:xfrm>
              <a:off x="2964" y="781891"/>
              <a:ext cx="2116764" cy="1344145"/>
            </a:xfrm>
            <a:prstGeom prst="roundRect">
              <a:avLst>
                <a:gd fmla="val 10000" name="adj"/>
              </a:avLst>
            </a:prstGeom>
            <a:gradFill>
              <a:gsLst>
                <a:gs pos="0">
                  <a:srgbClr val="88BC49"/>
                </a:gs>
                <a:gs pos="50000">
                  <a:srgbClr val="7CB90F"/>
                </a:gs>
                <a:gs pos="100000">
                  <a:srgbClr val="6EAA0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9"/>
            <p:cNvSpPr/>
            <p:nvPr/>
          </p:nvSpPr>
          <p:spPr>
            <a:xfrm>
              <a:off x="238160" y="1005327"/>
              <a:ext cx="2116764" cy="1344145"/>
            </a:xfrm>
            <a:prstGeom prst="roundRect">
              <a:avLst>
                <a:gd fmla="val 10000" name="adj"/>
              </a:avLst>
            </a:prstGeom>
            <a:solidFill>
              <a:schemeClr val="lt1">
                <a:alpha val="89803"/>
              </a:schemeClr>
            </a:solidFill>
            <a:ln cap="flat" cmpd="sng" w="9525">
              <a:solidFill>
                <a:srgbClr val="7AB218"/>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9"/>
            <p:cNvSpPr txBox="1"/>
            <p:nvPr/>
          </p:nvSpPr>
          <p:spPr>
            <a:xfrm>
              <a:off x="277529" y="1044696"/>
              <a:ext cx="2038026" cy="1265407"/>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Individus et  interactions au  lieu de processus  et outils</a:t>
              </a:r>
              <a:endParaRPr sz="1900">
                <a:solidFill>
                  <a:schemeClr val="dk1"/>
                </a:solidFill>
                <a:latin typeface="Calibri"/>
                <a:ea typeface="Calibri"/>
                <a:cs typeface="Calibri"/>
                <a:sym typeface="Calibri"/>
              </a:endParaRPr>
            </a:p>
          </p:txBody>
        </p:sp>
        <p:sp>
          <p:nvSpPr>
            <p:cNvPr id="3019" name="Google Shape;3019;p59"/>
            <p:cNvSpPr/>
            <p:nvPr/>
          </p:nvSpPr>
          <p:spPr>
            <a:xfrm>
              <a:off x="2590121" y="781891"/>
              <a:ext cx="2116764" cy="1344145"/>
            </a:xfrm>
            <a:prstGeom prst="roundRect">
              <a:avLst>
                <a:gd fmla="val 10000" name="adj"/>
              </a:avLst>
            </a:prstGeom>
            <a:gradFill>
              <a:gsLst>
                <a:gs pos="0">
                  <a:srgbClr val="88BC49"/>
                </a:gs>
                <a:gs pos="50000">
                  <a:srgbClr val="7CB90F"/>
                </a:gs>
                <a:gs pos="100000">
                  <a:srgbClr val="6EAA0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9"/>
            <p:cNvSpPr/>
            <p:nvPr/>
          </p:nvSpPr>
          <p:spPr>
            <a:xfrm>
              <a:off x="2825317" y="1005327"/>
              <a:ext cx="2116764" cy="1344145"/>
            </a:xfrm>
            <a:prstGeom prst="roundRect">
              <a:avLst>
                <a:gd fmla="val 10000" name="adj"/>
              </a:avLst>
            </a:prstGeom>
            <a:solidFill>
              <a:schemeClr val="lt1">
                <a:alpha val="89803"/>
              </a:schemeClr>
            </a:solidFill>
            <a:ln cap="flat" cmpd="sng" w="9525">
              <a:solidFill>
                <a:srgbClr val="7AB218"/>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9"/>
            <p:cNvSpPr txBox="1"/>
            <p:nvPr/>
          </p:nvSpPr>
          <p:spPr>
            <a:xfrm>
              <a:off x="2864686" y="1044696"/>
              <a:ext cx="2038026" cy="1265407"/>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Logiciel  fonctionnel au lieu  de documentation  massive</a:t>
              </a:r>
              <a:endParaRPr sz="1900">
                <a:solidFill>
                  <a:schemeClr val="dk1"/>
                </a:solidFill>
                <a:latin typeface="Calibri"/>
                <a:ea typeface="Calibri"/>
                <a:cs typeface="Calibri"/>
                <a:sym typeface="Calibri"/>
              </a:endParaRPr>
            </a:p>
          </p:txBody>
        </p:sp>
        <p:sp>
          <p:nvSpPr>
            <p:cNvPr id="3022" name="Google Shape;3022;p59"/>
            <p:cNvSpPr/>
            <p:nvPr/>
          </p:nvSpPr>
          <p:spPr>
            <a:xfrm>
              <a:off x="5177278" y="781891"/>
              <a:ext cx="2116764" cy="1344145"/>
            </a:xfrm>
            <a:prstGeom prst="roundRect">
              <a:avLst>
                <a:gd fmla="val 10000" name="adj"/>
              </a:avLst>
            </a:prstGeom>
            <a:gradFill>
              <a:gsLst>
                <a:gs pos="0">
                  <a:srgbClr val="88BC49"/>
                </a:gs>
                <a:gs pos="50000">
                  <a:srgbClr val="7CB90F"/>
                </a:gs>
                <a:gs pos="100000">
                  <a:srgbClr val="6EAA0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9"/>
            <p:cNvSpPr/>
            <p:nvPr/>
          </p:nvSpPr>
          <p:spPr>
            <a:xfrm>
              <a:off x="5412474" y="1005327"/>
              <a:ext cx="2116764" cy="1344145"/>
            </a:xfrm>
            <a:prstGeom prst="roundRect">
              <a:avLst>
                <a:gd fmla="val 10000" name="adj"/>
              </a:avLst>
            </a:prstGeom>
            <a:solidFill>
              <a:schemeClr val="lt1">
                <a:alpha val="89803"/>
              </a:schemeClr>
            </a:solidFill>
            <a:ln cap="flat" cmpd="sng" w="9525">
              <a:solidFill>
                <a:srgbClr val="7AB218"/>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9"/>
            <p:cNvSpPr txBox="1"/>
            <p:nvPr/>
          </p:nvSpPr>
          <p:spPr>
            <a:xfrm>
              <a:off x="5451843" y="1044696"/>
              <a:ext cx="2038026" cy="1265407"/>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Collaboration du  client au lieu de  négociation de  contrats</a:t>
              </a:r>
              <a:endParaRPr sz="1900">
                <a:solidFill>
                  <a:schemeClr val="dk1"/>
                </a:solidFill>
                <a:latin typeface="Calibri"/>
                <a:ea typeface="Calibri"/>
                <a:cs typeface="Calibri"/>
                <a:sym typeface="Calibri"/>
              </a:endParaRPr>
            </a:p>
          </p:txBody>
        </p:sp>
        <p:sp>
          <p:nvSpPr>
            <p:cNvPr id="3025" name="Google Shape;3025;p59"/>
            <p:cNvSpPr/>
            <p:nvPr/>
          </p:nvSpPr>
          <p:spPr>
            <a:xfrm>
              <a:off x="7764434" y="781891"/>
              <a:ext cx="2116764" cy="1344145"/>
            </a:xfrm>
            <a:prstGeom prst="roundRect">
              <a:avLst>
                <a:gd fmla="val 10000" name="adj"/>
              </a:avLst>
            </a:prstGeom>
            <a:gradFill>
              <a:gsLst>
                <a:gs pos="0">
                  <a:srgbClr val="88BC49"/>
                </a:gs>
                <a:gs pos="50000">
                  <a:srgbClr val="7CB90F"/>
                </a:gs>
                <a:gs pos="100000">
                  <a:srgbClr val="6EAA0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9"/>
            <p:cNvSpPr/>
            <p:nvPr/>
          </p:nvSpPr>
          <p:spPr>
            <a:xfrm>
              <a:off x="7999630" y="1005327"/>
              <a:ext cx="2116764" cy="1344145"/>
            </a:xfrm>
            <a:prstGeom prst="roundRect">
              <a:avLst>
                <a:gd fmla="val 10000" name="adj"/>
              </a:avLst>
            </a:prstGeom>
            <a:solidFill>
              <a:schemeClr val="lt1">
                <a:alpha val="89803"/>
              </a:schemeClr>
            </a:solidFill>
            <a:ln cap="flat" cmpd="sng" w="9525">
              <a:solidFill>
                <a:srgbClr val="7AB218"/>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9"/>
            <p:cNvSpPr txBox="1"/>
            <p:nvPr/>
          </p:nvSpPr>
          <p:spPr>
            <a:xfrm>
              <a:off x="8038999" y="1044696"/>
              <a:ext cx="2038026" cy="1265407"/>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Réagir au  changements au  lieu de suivre le  plan</a:t>
              </a:r>
              <a:endParaRPr sz="1900">
                <a:solidFill>
                  <a:schemeClr val="dk1"/>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1" name="Shape 3031"/>
        <p:cNvGrpSpPr/>
        <p:nvPr/>
      </p:nvGrpSpPr>
      <p:grpSpPr>
        <a:xfrm>
          <a:off x="0" y="0"/>
          <a:ext cx="0" cy="0"/>
          <a:chOff x="0" y="0"/>
          <a:chExt cx="0" cy="0"/>
        </a:xfrm>
      </p:grpSpPr>
      <p:sp>
        <p:nvSpPr>
          <p:cNvPr id="3032" name="Google Shape;3032;p60"/>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3" name="Google Shape;3033;p60"/>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034" name="Google Shape;3034;p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35" name="Google Shape;3035;p60"/>
          <p:cNvSpPr txBox="1"/>
          <p:nvPr>
            <p:ph type="title"/>
          </p:nvPr>
        </p:nvSpPr>
        <p:spPr>
          <a:xfrm>
            <a:off x="640079" y="2053641"/>
            <a:ext cx="3988192"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Méthodes Agiles: valeurs</a:t>
            </a:r>
            <a:endParaRPr/>
          </a:p>
        </p:txBody>
      </p:sp>
      <p:sp>
        <p:nvSpPr>
          <p:cNvPr id="3036" name="Google Shape;3036;p60"/>
          <p:cNvSpPr txBox="1"/>
          <p:nvPr>
            <p:ph idx="1" type="body"/>
          </p:nvPr>
        </p:nvSpPr>
        <p:spPr>
          <a:xfrm>
            <a:off x="5314547" y="320231"/>
            <a:ext cx="6398481" cy="5903471"/>
          </a:xfrm>
          <a:prstGeom prst="rect">
            <a:avLst/>
          </a:prstGeom>
          <a:noFill/>
          <a:ln>
            <a:noFill/>
          </a:ln>
        </p:spPr>
        <p:txBody>
          <a:bodyPr anchorCtr="0" anchor="ctr" bIns="45700" lIns="91425" spcFirstLastPara="1" rIns="91425" wrap="square" tIns="45700">
            <a:normAutofit fontScale="92500"/>
          </a:bodyPr>
          <a:lstStyle/>
          <a:p>
            <a:pPr indent="0" lvl="0" marL="12700" rtl="0" algn="just">
              <a:lnSpc>
                <a:spcPct val="110000"/>
              </a:lnSpc>
              <a:spcBef>
                <a:spcPts val="0"/>
              </a:spcBef>
              <a:spcAft>
                <a:spcPts val="0"/>
              </a:spcAft>
              <a:buClr>
                <a:srgbClr val="6D9FAF"/>
              </a:buClr>
              <a:buSzPct val="100000"/>
              <a:buNone/>
            </a:pPr>
            <a:r>
              <a:rPr b="1" lang="en-US" sz="2400">
                <a:solidFill>
                  <a:srgbClr val="C00000"/>
                </a:solidFill>
                <a:latin typeface="Times New Roman"/>
                <a:ea typeface="Times New Roman"/>
                <a:cs typeface="Times New Roman"/>
                <a:sym typeface="Times New Roman"/>
              </a:rPr>
              <a:t>INDIVIDUS ET INTERACTIONS AU LIEU DE PROCESSUS ET  OUTILS</a:t>
            </a:r>
            <a:endParaRPr/>
          </a:p>
          <a:p>
            <a:pPr indent="0" lvl="0" marL="12700" rtl="0" algn="just">
              <a:lnSpc>
                <a:spcPct val="110000"/>
              </a:lnSpc>
              <a:spcBef>
                <a:spcPts val="680"/>
              </a:spcBef>
              <a:spcAft>
                <a:spcPts val="0"/>
              </a:spcAft>
              <a:buClr>
                <a:srgbClr val="6D9FAF"/>
              </a:buClr>
              <a:buSzPct val="100000"/>
              <a:buNone/>
            </a:pPr>
            <a:r>
              <a:t/>
            </a:r>
            <a:endParaRPr sz="2400">
              <a:latin typeface="Times New Roman"/>
              <a:ea typeface="Times New Roman"/>
              <a:cs typeface="Times New Roman"/>
              <a:sym typeface="Times New Roman"/>
            </a:endParaRPr>
          </a:p>
          <a:p>
            <a:pPr indent="-228600" lvl="0" marL="241300" rtl="0" algn="just">
              <a:lnSpc>
                <a:spcPct val="110000"/>
              </a:lnSpc>
              <a:spcBef>
                <a:spcPts val="6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Les collaborateurs sont la clé du  succès</a:t>
            </a:r>
            <a:endParaRPr sz="2400">
              <a:latin typeface="Times New Roman"/>
              <a:ea typeface="Times New Roman"/>
              <a:cs typeface="Times New Roman"/>
              <a:sym typeface="Times New Roman"/>
            </a:endParaRPr>
          </a:p>
          <a:p>
            <a:pPr indent="-228600" lvl="0" marL="241300" marR="372745" rtl="0" algn="just">
              <a:lnSpc>
                <a:spcPct val="110000"/>
              </a:lnSpc>
              <a:spcBef>
                <a:spcPts val="475"/>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Les « seniors » échoueront s’ils ne collaborent pas en tant  qu’équipe</a:t>
            </a:r>
            <a:endParaRPr sz="2400">
              <a:latin typeface="Times New Roman"/>
              <a:ea typeface="Times New Roman"/>
              <a:cs typeface="Times New Roman"/>
              <a:sym typeface="Times New Roman"/>
            </a:endParaRPr>
          </a:p>
          <a:p>
            <a:pPr indent="-228600" lvl="0" marL="241300" rtl="0" algn="just">
              <a:lnSpc>
                <a:spcPct val="110000"/>
              </a:lnSpc>
              <a:spcBef>
                <a:spcPts val="6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Un bon collaborateur n’est pas un forcément un   bon programmeur. C’est quelqu’un qui travaille bien en  équipe</a:t>
            </a:r>
            <a:endParaRPr sz="2400">
              <a:latin typeface="Times New Roman"/>
              <a:ea typeface="Times New Roman"/>
              <a:cs typeface="Times New Roman"/>
              <a:sym typeface="Times New Roman"/>
            </a:endParaRPr>
          </a:p>
          <a:p>
            <a:pPr indent="-228600" lvl="0" marL="241300" marR="5080" rtl="0" algn="just">
              <a:lnSpc>
                <a:spcPct val="110000"/>
              </a:lnSpc>
              <a:spcBef>
                <a:spcPts val="4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Une surabondance d’outils est aussi mauvaise que le manque  d’outils</a:t>
            </a:r>
            <a:endParaRPr sz="2400">
              <a:latin typeface="Times New Roman"/>
              <a:ea typeface="Times New Roman"/>
              <a:cs typeface="Times New Roman"/>
              <a:sym typeface="Times New Roman"/>
            </a:endParaRPr>
          </a:p>
          <a:p>
            <a:pPr indent="-228600" lvl="0" marL="241300" rtl="0" algn="just">
              <a:lnSpc>
                <a:spcPct val="110000"/>
              </a:lnSpc>
              <a:spcBef>
                <a:spcPts val="6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Démarrer petit et investir peu au  démarrage</a:t>
            </a:r>
            <a:endParaRPr sz="2400">
              <a:latin typeface="Times New Roman"/>
              <a:ea typeface="Times New Roman"/>
              <a:cs typeface="Times New Roman"/>
              <a:sym typeface="Times New Roman"/>
            </a:endParaRPr>
          </a:p>
          <a:p>
            <a:pPr indent="-228600" lvl="0" marL="241300" marR="721360" rtl="0" algn="just">
              <a:lnSpc>
                <a:spcPct val="110000"/>
              </a:lnSpc>
              <a:spcBef>
                <a:spcPts val="475"/>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Construire l’équipe c’est plus important que construire  l’environnement</a:t>
            </a:r>
            <a:endParaRPr sz="2400">
              <a:latin typeface="Times New Roman"/>
              <a:ea typeface="Times New Roman"/>
              <a:cs typeface="Times New Roman"/>
              <a:sym typeface="Times New Roman"/>
            </a:endParaRPr>
          </a:p>
        </p:txBody>
      </p:sp>
      <p:sp>
        <p:nvSpPr>
          <p:cNvPr id="3037" name="Google Shape;3037;p60"/>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1" name="Shape 3041"/>
        <p:cNvGrpSpPr/>
        <p:nvPr/>
      </p:nvGrpSpPr>
      <p:grpSpPr>
        <a:xfrm>
          <a:off x="0" y="0"/>
          <a:ext cx="0" cy="0"/>
          <a:chOff x="0" y="0"/>
          <a:chExt cx="0" cy="0"/>
        </a:xfrm>
      </p:grpSpPr>
      <p:sp>
        <p:nvSpPr>
          <p:cNvPr id="3042" name="Google Shape;3042;p61"/>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43" name="Google Shape;3043;p61"/>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044" name="Google Shape;3044;p6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45" name="Google Shape;3045;p61"/>
          <p:cNvSpPr txBox="1"/>
          <p:nvPr>
            <p:ph type="title"/>
          </p:nvPr>
        </p:nvSpPr>
        <p:spPr>
          <a:xfrm>
            <a:off x="640079" y="2053641"/>
            <a:ext cx="4030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Méthodes Agiles: valeurs</a:t>
            </a:r>
            <a:endParaRPr b="1">
              <a:solidFill>
                <a:srgbClr val="FFFFFF"/>
              </a:solidFill>
              <a:latin typeface="Times New Roman"/>
              <a:ea typeface="Times New Roman"/>
              <a:cs typeface="Times New Roman"/>
              <a:sym typeface="Times New Roman"/>
            </a:endParaRPr>
          </a:p>
        </p:txBody>
      </p:sp>
      <p:sp>
        <p:nvSpPr>
          <p:cNvPr id="3046" name="Google Shape;3046;p61"/>
          <p:cNvSpPr txBox="1"/>
          <p:nvPr>
            <p:ph idx="1" type="body"/>
          </p:nvPr>
        </p:nvSpPr>
        <p:spPr>
          <a:xfrm>
            <a:off x="5314548" y="801866"/>
            <a:ext cx="6082110" cy="5230634"/>
          </a:xfrm>
          <a:prstGeom prst="rect">
            <a:avLst/>
          </a:prstGeom>
          <a:noFill/>
          <a:ln>
            <a:noFill/>
          </a:ln>
        </p:spPr>
        <p:txBody>
          <a:bodyPr anchorCtr="0" anchor="ctr" bIns="45700" lIns="91425" spcFirstLastPara="1" rIns="91425" wrap="square" tIns="45700">
            <a:normAutofit lnSpcReduction="10000"/>
          </a:bodyPr>
          <a:lstStyle/>
          <a:p>
            <a:pPr indent="0" lvl="0" marL="0" marR="5080" rtl="0" algn="just">
              <a:lnSpc>
                <a:spcPct val="100000"/>
              </a:lnSpc>
              <a:spcBef>
                <a:spcPts val="0"/>
              </a:spcBef>
              <a:spcAft>
                <a:spcPts val="0"/>
              </a:spcAft>
              <a:buClr>
                <a:srgbClr val="5C8514"/>
              </a:buClr>
              <a:buSzPts val="2400"/>
              <a:buNone/>
            </a:pPr>
            <a:r>
              <a:rPr b="1" lang="en-US" sz="2400">
                <a:solidFill>
                  <a:srgbClr val="5C8514"/>
                </a:solidFill>
                <a:latin typeface="Times New Roman"/>
                <a:ea typeface="Times New Roman"/>
                <a:cs typeface="Times New Roman"/>
                <a:sym typeface="Times New Roman"/>
              </a:rPr>
              <a:t>LOGICIEL FONCTIONNEL AU LIEU DE DOCUMENTATION  MASSIVE</a:t>
            </a:r>
            <a:endParaRPr/>
          </a:p>
          <a:p>
            <a:pPr indent="0" lvl="0" marL="0" marR="5080" rtl="0" algn="just">
              <a:lnSpc>
                <a:spcPct val="100000"/>
              </a:lnSpc>
              <a:spcBef>
                <a:spcPts val="1000"/>
              </a:spcBef>
              <a:spcAft>
                <a:spcPts val="0"/>
              </a:spcAft>
              <a:buClr>
                <a:schemeClr val="dk1"/>
              </a:buClr>
              <a:buSzPts val="2400"/>
              <a:buNone/>
            </a:pPr>
            <a:r>
              <a:t/>
            </a:r>
            <a:endParaRPr sz="2400">
              <a:solidFill>
                <a:srgbClr val="5C8514"/>
              </a:solidFill>
              <a:latin typeface="Times New Roman"/>
              <a:ea typeface="Times New Roman"/>
              <a:cs typeface="Times New Roman"/>
              <a:sym typeface="Times New Roman"/>
            </a:endParaRPr>
          </a:p>
          <a:p>
            <a:pPr indent="-228600" lvl="0" marL="241300" rtl="0" algn="just">
              <a:lnSpc>
                <a:spcPct val="100000"/>
              </a:lnSpc>
              <a:spcBef>
                <a:spcPts val="40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Un code sans documentation est un  désastre</a:t>
            </a:r>
            <a:endParaRPr sz="2400">
              <a:latin typeface="Times New Roman"/>
              <a:ea typeface="Times New Roman"/>
              <a:cs typeface="Times New Roman"/>
              <a:sym typeface="Times New Roman"/>
            </a:endParaRPr>
          </a:p>
          <a:p>
            <a:pPr indent="-228600" lvl="0" marL="241300" rtl="0" algn="just">
              <a:lnSpc>
                <a:spcPct val="100000"/>
              </a:lnSpc>
              <a:spcBef>
                <a:spcPts val="50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Trop de documents est pire que pas de   documents</a:t>
            </a:r>
            <a:endParaRPr sz="2400">
              <a:latin typeface="Times New Roman"/>
              <a:ea typeface="Times New Roman"/>
              <a:cs typeface="Times New Roman"/>
              <a:sym typeface="Times New Roman"/>
            </a:endParaRPr>
          </a:p>
          <a:p>
            <a:pPr indent="-228600" lvl="0" marL="241300" rtl="0" algn="just">
              <a:lnSpc>
                <a:spcPct val="100000"/>
              </a:lnSpc>
              <a:spcBef>
                <a:spcPts val="48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Difficulté à  produire et à  synchroniser avec le code</a:t>
            </a:r>
            <a:endParaRPr sz="2400">
              <a:latin typeface="Times New Roman"/>
              <a:ea typeface="Times New Roman"/>
              <a:cs typeface="Times New Roman"/>
              <a:sym typeface="Times New Roman"/>
            </a:endParaRPr>
          </a:p>
          <a:p>
            <a:pPr indent="-228600" lvl="0" marL="241300" rtl="0" algn="just">
              <a:lnSpc>
                <a:spcPct val="100000"/>
              </a:lnSpc>
              <a:spcBef>
                <a:spcPts val="50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Souvent les documents sont des «  mensonges »   formels</a:t>
            </a:r>
            <a:endParaRPr sz="2400">
              <a:latin typeface="Times New Roman"/>
              <a:ea typeface="Times New Roman"/>
              <a:cs typeface="Times New Roman"/>
              <a:sym typeface="Times New Roman"/>
            </a:endParaRPr>
          </a:p>
          <a:p>
            <a:pPr indent="-228600" lvl="0" marL="241300" rtl="0" algn="just">
              <a:lnSpc>
                <a:spcPct val="100000"/>
              </a:lnSpc>
              <a:spcBef>
                <a:spcPts val="48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Le code ne ment jamais sur  lui-même</a:t>
            </a:r>
            <a:endParaRPr sz="2400">
              <a:latin typeface="Times New Roman"/>
              <a:ea typeface="Times New Roman"/>
              <a:cs typeface="Times New Roman"/>
              <a:sym typeface="Times New Roman"/>
            </a:endParaRPr>
          </a:p>
          <a:p>
            <a:pPr indent="-228600" lvl="0" marL="241300" rtl="0" algn="just">
              <a:lnSpc>
                <a:spcPct val="100000"/>
              </a:lnSpc>
              <a:spcBef>
                <a:spcPts val="48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Produire toujours des documents aussi courts  que possible</a:t>
            </a:r>
            <a:endParaRPr sz="2400">
              <a:latin typeface="Times New Roman"/>
              <a:ea typeface="Times New Roman"/>
              <a:cs typeface="Times New Roman"/>
              <a:sym typeface="Times New Roman"/>
            </a:endParaRPr>
          </a:p>
        </p:txBody>
      </p:sp>
      <p:sp>
        <p:nvSpPr>
          <p:cNvPr id="3047" name="Google Shape;3047;p61"/>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1" name="Shape 3051"/>
        <p:cNvGrpSpPr/>
        <p:nvPr/>
      </p:nvGrpSpPr>
      <p:grpSpPr>
        <a:xfrm>
          <a:off x="0" y="0"/>
          <a:ext cx="0" cy="0"/>
          <a:chOff x="0" y="0"/>
          <a:chExt cx="0" cy="0"/>
        </a:xfrm>
      </p:grpSpPr>
      <p:sp>
        <p:nvSpPr>
          <p:cNvPr id="3052" name="Google Shape;3052;p6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3" name="Google Shape;3053;p62"/>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054" name="Google Shape;3054;p6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55" name="Google Shape;3055;p62"/>
          <p:cNvSpPr txBox="1"/>
          <p:nvPr>
            <p:ph type="title"/>
          </p:nvPr>
        </p:nvSpPr>
        <p:spPr>
          <a:xfrm>
            <a:off x="640079" y="2053641"/>
            <a:ext cx="3879128"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Méthodes Agiles: valeurs</a:t>
            </a:r>
            <a:endParaRPr b="1">
              <a:solidFill>
                <a:srgbClr val="FFFFFF"/>
              </a:solidFill>
              <a:latin typeface="Times New Roman"/>
              <a:ea typeface="Times New Roman"/>
              <a:cs typeface="Times New Roman"/>
              <a:sym typeface="Times New Roman"/>
            </a:endParaRPr>
          </a:p>
        </p:txBody>
      </p:sp>
      <p:sp>
        <p:nvSpPr>
          <p:cNvPr id="3056" name="Google Shape;3056;p62"/>
          <p:cNvSpPr txBox="1"/>
          <p:nvPr>
            <p:ph idx="1" type="body"/>
          </p:nvPr>
        </p:nvSpPr>
        <p:spPr>
          <a:xfrm>
            <a:off x="5314548" y="801866"/>
            <a:ext cx="6082110" cy="5230634"/>
          </a:xfrm>
          <a:prstGeom prst="rect">
            <a:avLst/>
          </a:prstGeom>
          <a:noFill/>
          <a:ln>
            <a:noFill/>
          </a:ln>
        </p:spPr>
        <p:txBody>
          <a:bodyPr anchorCtr="0" anchor="ctr" bIns="45700" lIns="91425" spcFirstLastPara="1" rIns="91425" wrap="square" tIns="45700">
            <a:normAutofit/>
          </a:bodyPr>
          <a:lstStyle/>
          <a:p>
            <a:pPr indent="0" lvl="0" marL="12700" marR="189865" rtl="0" algn="just">
              <a:lnSpc>
                <a:spcPct val="120000"/>
              </a:lnSpc>
              <a:spcBef>
                <a:spcPts val="0"/>
              </a:spcBef>
              <a:spcAft>
                <a:spcPts val="0"/>
              </a:spcAft>
              <a:buClr>
                <a:srgbClr val="6D9FAF"/>
              </a:buClr>
              <a:buSzPts val="2400"/>
              <a:buNone/>
            </a:pPr>
            <a:r>
              <a:rPr lang="en-US" sz="2400">
                <a:solidFill>
                  <a:srgbClr val="0070C0"/>
                </a:solidFill>
                <a:latin typeface="Times New Roman"/>
                <a:ea typeface="Times New Roman"/>
                <a:cs typeface="Times New Roman"/>
                <a:sym typeface="Times New Roman"/>
              </a:rPr>
              <a:t>COLLABORATION DU CLIENT AU LIEU DE LA NÉGOCIATION DE CONTRATS</a:t>
            </a:r>
            <a:endParaRPr/>
          </a:p>
          <a:p>
            <a:pPr indent="0" lvl="0" marL="12700" marR="189865" rtl="0" algn="just">
              <a:lnSpc>
                <a:spcPct val="120000"/>
              </a:lnSpc>
              <a:spcBef>
                <a:spcPts val="520"/>
              </a:spcBef>
              <a:spcAft>
                <a:spcPts val="0"/>
              </a:spcAft>
              <a:buClr>
                <a:srgbClr val="6D9FAF"/>
              </a:buClr>
              <a:buSzPts val="2400"/>
              <a:buNone/>
            </a:pPr>
            <a:r>
              <a:t/>
            </a:r>
            <a:endParaRPr sz="2400">
              <a:solidFill>
                <a:srgbClr val="0070C0"/>
              </a:solidFill>
              <a:latin typeface="Times New Roman"/>
              <a:ea typeface="Times New Roman"/>
              <a:cs typeface="Times New Roman"/>
              <a:sym typeface="Times New Roman"/>
            </a:endParaRPr>
          </a:p>
          <a:p>
            <a:pPr indent="-228600" lvl="0" marL="241300" marR="189865" rtl="0" algn="just">
              <a:lnSpc>
                <a:spcPct val="120000"/>
              </a:lnSpc>
              <a:spcBef>
                <a:spcPts val="52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Très difficile de décrire la totalité du logiciel depuis le  début</a:t>
            </a:r>
            <a:endParaRPr sz="2400">
              <a:latin typeface="Times New Roman"/>
              <a:ea typeface="Times New Roman"/>
              <a:cs typeface="Times New Roman"/>
              <a:sym typeface="Times New Roman"/>
            </a:endParaRPr>
          </a:p>
          <a:p>
            <a:pPr indent="-228600" lvl="0" marL="241300" rtl="0" algn="just">
              <a:lnSpc>
                <a:spcPct val="120000"/>
              </a:lnSpc>
              <a:spcBef>
                <a:spcPts val="42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Les projets réussis impliquent les clients d’une  manière fréquente et régulière</a:t>
            </a:r>
            <a:endParaRPr sz="2400">
              <a:latin typeface="Times New Roman"/>
              <a:ea typeface="Times New Roman"/>
              <a:cs typeface="Times New Roman"/>
              <a:sym typeface="Times New Roman"/>
            </a:endParaRPr>
          </a:p>
          <a:p>
            <a:pPr indent="-228600" lvl="0" marL="241300" rtl="0" algn="just">
              <a:lnSpc>
                <a:spcPct val="120000"/>
              </a:lnSpc>
              <a:spcBef>
                <a:spcPts val="480"/>
              </a:spcBef>
              <a:spcAft>
                <a:spcPts val="0"/>
              </a:spcAft>
              <a:buClr>
                <a:srgbClr val="6D9FAF"/>
              </a:buClr>
              <a:buSzPts val="2400"/>
              <a:buFont typeface="Noto Sans Symbols"/>
              <a:buChar char="◼"/>
            </a:pPr>
            <a:r>
              <a:rPr lang="en-US" sz="2400">
                <a:latin typeface="Times New Roman"/>
                <a:ea typeface="Times New Roman"/>
                <a:cs typeface="Times New Roman"/>
                <a:sym typeface="Times New Roman"/>
              </a:rPr>
              <a:t>Le client doit avoir un contact direct avec l’équipe   de développement</a:t>
            </a:r>
            <a:endParaRPr sz="2400">
              <a:latin typeface="Times New Roman"/>
              <a:ea typeface="Times New Roman"/>
              <a:cs typeface="Times New Roman"/>
              <a:sym typeface="Times New Roman"/>
            </a:endParaRPr>
          </a:p>
        </p:txBody>
      </p:sp>
      <p:sp>
        <p:nvSpPr>
          <p:cNvPr id="3057" name="Google Shape;3057;p6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1" name="Shape 3061"/>
        <p:cNvGrpSpPr/>
        <p:nvPr/>
      </p:nvGrpSpPr>
      <p:grpSpPr>
        <a:xfrm>
          <a:off x="0" y="0"/>
          <a:ext cx="0" cy="0"/>
          <a:chOff x="0" y="0"/>
          <a:chExt cx="0" cy="0"/>
        </a:xfrm>
      </p:grpSpPr>
      <p:sp>
        <p:nvSpPr>
          <p:cNvPr id="3062" name="Google Shape;3062;p6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3" name="Google Shape;3063;p63"/>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064" name="Google Shape;3064;p6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65" name="Google Shape;3065;p63"/>
          <p:cNvSpPr txBox="1"/>
          <p:nvPr>
            <p:ph type="title"/>
          </p:nvPr>
        </p:nvSpPr>
        <p:spPr>
          <a:xfrm>
            <a:off x="640079" y="2053641"/>
            <a:ext cx="3945989"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Méthodes Agiles: valeurs</a:t>
            </a:r>
            <a:endParaRPr b="1">
              <a:solidFill>
                <a:srgbClr val="FFFFFF"/>
              </a:solidFill>
              <a:latin typeface="Times New Roman"/>
              <a:ea typeface="Times New Roman"/>
              <a:cs typeface="Times New Roman"/>
              <a:sym typeface="Times New Roman"/>
            </a:endParaRPr>
          </a:p>
        </p:txBody>
      </p:sp>
      <p:sp>
        <p:nvSpPr>
          <p:cNvPr id="3066" name="Google Shape;3066;p63"/>
          <p:cNvSpPr txBox="1"/>
          <p:nvPr>
            <p:ph idx="1" type="body"/>
          </p:nvPr>
        </p:nvSpPr>
        <p:spPr>
          <a:xfrm>
            <a:off x="5314548" y="211015"/>
            <a:ext cx="6460110" cy="6189785"/>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just">
              <a:lnSpc>
                <a:spcPct val="120000"/>
              </a:lnSpc>
              <a:spcBef>
                <a:spcPts val="0"/>
              </a:spcBef>
              <a:spcAft>
                <a:spcPts val="0"/>
              </a:spcAft>
              <a:buClr>
                <a:srgbClr val="00A864"/>
              </a:buClr>
              <a:buSzPct val="100000"/>
              <a:buNone/>
            </a:pPr>
            <a:r>
              <a:rPr b="1" lang="en-US" sz="2400">
                <a:solidFill>
                  <a:srgbClr val="00A864"/>
                </a:solidFill>
                <a:latin typeface="Times New Roman"/>
                <a:ea typeface="Times New Roman"/>
                <a:cs typeface="Times New Roman"/>
                <a:sym typeface="Times New Roman"/>
              </a:rPr>
              <a:t>RÉAGIR AUX CHANGEMENTS AU  LIEU DE SUIVRE UN  PLAN</a:t>
            </a:r>
            <a:endParaRPr/>
          </a:p>
          <a:p>
            <a:pPr indent="0" lvl="0" marL="0" rtl="0" algn="just">
              <a:lnSpc>
                <a:spcPct val="120000"/>
              </a:lnSpc>
              <a:spcBef>
                <a:spcPts val="5"/>
              </a:spcBef>
              <a:spcAft>
                <a:spcPts val="0"/>
              </a:spcAft>
              <a:buClr>
                <a:schemeClr val="dk1"/>
              </a:buClr>
              <a:buSzPct val="100000"/>
              <a:buNone/>
            </a:pPr>
            <a:r>
              <a:t/>
            </a:r>
            <a:endParaRPr sz="2400">
              <a:solidFill>
                <a:srgbClr val="00A864"/>
              </a:solidFill>
              <a:latin typeface="Times New Roman"/>
              <a:ea typeface="Times New Roman"/>
              <a:cs typeface="Times New Roman"/>
              <a:sym typeface="Times New Roman"/>
            </a:endParaRPr>
          </a:p>
          <a:p>
            <a:pPr indent="-228600" lvl="0" marL="241300" rtl="0" algn="just">
              <a:lnSpc>
                <a:spcPct val="120000"/>
              </a:lnSpc>
              <a:spcBef>
                <a:spcPts val="6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Un logiciel ne peut pas être planifié très loin dans le    futur</a:t>
            </a:r>
            <a:endParaRPr sz="2400">
              <a:latin typeface="Times New Roman"/>
              <a:ea typeface="Times New Roman"/>
              <a:cs typeface="Times New Roman"/>
              <a:sym typeface="Times New Roman"/>
            </a:endParaRPr>
          </a:p>
          <a:p>
            <a:pPr indent="-228600" lvl="0" marL="241300" marR="855344" rtl="0" algn="just">
              <a:lnSpc>
                <a:spcPct val="120000"/>
              </a:lnSpc>
              <a:spcBef>
                <a:spcPts val="4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Tout change : technologie, environnement et surtout les  besoins</a:t>
            </a:r>
            <a:endParaRPr sz="2400">
              <a:latin typeface="Times New Roman"/>
              <a:ea typeface="Times New Roman"/>
              <a:cs typeface="Times New Roman"/>
              <a:sym typeface="Times New Roman"/>
            </a:endParaRPr>
          </a:p>
          <a:p>
            <a:pPr indent="-228600" lvl="0" marL="241300" marR="518794" rtl="0" algn="just">
              <a:lnSpc>
                <a:spcPct val="120000"/>
              </a:lnSpc>
              <a:spcBef>
                <a:spcPts val="4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Les chefs de projets classiques fonctionnent sur la base de  GANTT, PERT et le système de   tâches</a:t>
            </a:r>
            <a:endParaRPr sz="2400">
              <a:latin typeface="Times New Roman"/>
              <a:ea typeface="Times New Roman"/>
              <a:cs typeface="Times New Roman"/>
              <a:sym typeface="Times New Roman"/>
            </a:endParaRPr>
          </a:p>
          <a:p>
            <a:pPr indent="-228600" lvl="0" marL="241300" rtl="0" algn="just">
              <a:lnSpc>
                <a:spcPct val="120000"/>
              </a:lnSpc>
              <a:spcBef>
                <a:spcPts val="6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Avec le temps, les diagrammes se dégradent car des   tâches s’ajoutent et d’autres deviennent non  nécessaires</a:t>
            </a:r>
            <a:endParaRPr sz="2400">
              <a:latin typeface="Times New Roman"/>
              <a:ea typeface="Times New Roman"/>
              <a:cs typeface="Times New Roman"/>
              <a:sym typeface="Times New Roman"/>
            </a:endParaRPr>
          </a:p>
          <a:p>
            <a:pPr indent="-228600" lvl="0" marL="241300" marR="1124585" rtl="0" algn="just">
              <a:lnSpc>
                <a:spcPct val="120000"/>
              </a:lnSpc>
              <a:spcBef>
                <a:spcPts val="480"/>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Une meilleure stratégie est de planifier très court (02  semaines à  01 mois)</a:t>
            </a:r>
            <a:endParaRPr sz="2400">
              <a:latin typeface="Times New Roman"/>
              <a:ea typeface="Times New Roman"/>
              <a:cs typeface="Times New Roman"/>
              <a:sym typeface="Times New Roman"/>
            </a:endParaRPr>
          </a:p>
          <a:p>
            <a:pPr indent="-228600" lvl="0" marL="241300" marR="5080" rtl="0" algn="just">
              <a:lnSpc>
                <a:spcPct val="120000"/>
              </a:lnSpc>
              <a:spcBef>
                <a:spcPts val="475"/>
              </a:spcBef>
              <a:spcAft>
                <a:spcPts val="0"/>
              </a:spcAft>
              <a:buClr>
                <a:srgbClr val="6D9FAF"/>
              </a:buClr>
              <a:buSzPct val="100000"/>
              <a:buFont typeface="Noto Sans Symbols"/>
              <a:buChar char="◼"/>
            </a:pPr>
            <a:r>
              <a:rPr lang="en-US" sz="2400">
                <a:latin typeface="Times New Roman"/>
                <a:ea typeface="Times New Roman"/>
                <a:cs typeface="Times New Roman"/>
                <a:sym typeface="Times New Roman"/>
              </a:rPr>
              <a:t>Plannings détaillés pour la semaine à venir, rigoureux pour les  trois mois et très vagues  au-delà</a:t>
            </a:r>
            <a:endParaRPr/>
          </a:p>
        </p:txBody>
      </p:sp>
      <p:sp>
        <p:nvSpPr>
          <p:cNvPr id="3067" name="Google Shape;3067;p63"/>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72" name="Shape 3072"/>
        <p:cNvGrpSpPr/>
        <p:nvPr/>
      </p:nvGrpSpPr>
      <p:grpSpPr>
        <a:xfrm>
          <a:off x="0" y="0"/>
          <a:ext cx="0" cy="0"/>
          <a:chOff x="0" y="0"/>
          <a:chExt cx="0" cy="0"/>
        </a:xfrm>
      </p:grpSpPr>
      <p:sp>
        <p:nvSpPr>
          <p:cNvPr id="3073" name="Google Shape;3073;p6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4" name="Google Shape;3074;p64"/>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075" name="Google Shape;3075;p6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76" name="Google Shape;3076;p6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Méthodes Agiles: principes</a:t>
            </a:r>
            <a:endParaRPr/>
          </a:p>
        </p:txBody>
      </p:sp>
      <p:sp>
        <p:nvSpPr>
          <p:cNvPr id="3077" name="Google Shape;3077;p64"/>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3078" name="Google Shape;3078;p64"/>
          <p:cNvGrpSpPr/>
          <p:nvPr/>
        </p:nvGrpSpPr>
        <p:grpSpPr>
          <a:xfrm>
            <a:off x="5416193" y="689648"/>
            <a:ext cx="6147317" cy="5186799"/>
            <a:chOff x="464365" y="3848"/>
            <a:chExt cx="6147317" cy="5186799"/>
          </a:xfrm>
        </p:grpSpPr>
        <p:sp>
          <p:nvSpPr>
            <p:cNvPr id="3079" name="Google Shape;3079;p64"/>
            <p:cNvSpPr/>
            <p:nvPr/>
          </p:nvSpPr>
          <p:spPr>
            <a:xfrm>
              <a:off x="464365" y="3848"/>
              <a:ext cx="1921036" cy="1152622"/>
            </a:xfrm>
            <a:prstGeom prst="rect">
              <a:avLst/>
            </a:prstGeom>
            <a:gradFill>
              <a:gsLst>
                <a:gs pos="0">
                  <a:srgbClr val="526571"/>
                </a:gs>
                <a:gs pos="50000">
                  <a:srgbClr val="2D4C60"/>
                </a:gs>
                <a:gs pos="100000">
                  <a:srgbClr val="25445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64"/>
            <p:cNvSpPr txBox="1"/>
            <p:nvPr/>
          </p:nvSpPr>
          <p:spPr>
            <a:xfrm>
              <a:off x="464365" y="3848"/>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Toujours satisfaire le client à travers des livraisons rapides  et continues</a:t>
              </a:r>
              <a:endParaRPr sz="1400">
                <a:solidFill>
                  <a:schemeClr val="lt1"/>
                </a:solidFill>
                <a:latin typeface="Times New Roman"/>
                <a:ea typeface="Times New Roman"/>
                <a:cs typeface="Times New Roman"/>
                <a:sym typeface="Times New Roman"/>
              </a:endParaRPr>
            </a:p>
          </p:txBody>
        </p:sp>
        <p:sp>
          <p:nvSpPr>
            <p:cNvPr id="3081" name="Google Shape;3081;p64"/>
            <p:cNvSpPr/>
            <p:nvPr/>
          </p:nvSpPr>
          <p:spPr>
            <a:xfrm>
              <a:off x="2577506" y="3848"/>
              <a:ext cx="1921036" cy="1152622"/>
            </a:xfrm>
            <a:prstGeom prst="rect">
              <a:avLst/>
            </a:prstGeom>
            <a:gradFill>
              <a:gsLst>
                <a:gs pos="0">
                  <a:srgbClr val="53767B"/>
                </a:gs>
                <a:gs pos="50000">
                  <a:srgbClr val="2D666C"/>
                </a:gs>
                <a:gs pos="100000">
                  <a:srgbClr val="255C6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64"/>
            <p:cNvSpPr txBox="1"/>
            <p:nvPr/>
          </p:nvSpPr>
          <p:spPr>
            <a:xfrm>
              <a:off x="2577506" y="3848"/>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Bien accueillir tous les changements même les  tardifs</a:t>
              </a:r>
              <a:endParaRPr sz="1400">
                <a:solidFill>
                  <a:schemeClr val="lt1"/>
                </a:solidFill>
                <a:latin typeface="Times New Roman"/>
                <a:ea typeface="Times New Roman"/>
                <a:cs typeface="Times New Roman"/>
                <a:sym typeface="Times New Roman"/>
              </a:endParaRPr>
            </a:p>
          </p:txBody>
        </p:sp>
        <p:sp>
          <p:nvSpPr>
            <p:cNvPr id="3083" name="Google Shape;3083;p64"/>
            <p:cNvSpPr/>
            <p:nvPr/>
          </p:nvSpPr>
          <p:spPr>
            <a:xfrm>
              <a:off x="4690646" y="3848"/>
              <a:ext cx="1921036" cy="1152622"/>
            </a:xfrm>
            <a:prstGeom prst="rect">
              <a:avLst/>
            </a:prstGeom>
            <a:gradFill>
              <a:gsLst>
                <a:gs pos="0">
                  <a:srgbClr val="52887D"/>
                </a:gs>
                <a:gs pos="50000">
                  <a:srgbClr val="2C7C6E"/>
                </a:gs>
                <a:gs pos="100000">
                  <a:srgbClr val="23706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64"/>
            <p:cNvSpPr txBox="1"/>
            <p:nvPr/>
          </p:nvSpPr>
          <p:spPr>
            <a:xfrm>
              <a:off x="4690646" y="3848"/>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Livrer fréquemment un système fonctionnel</a:t>
              </a:r>
              <a:endParaRPr sz="1400">
                <a:solidFill>
                  <a:schemeClr val="lt1"/>
                </a:solidFill>
                <a:latin typeface="Times New Roman"/>
                <a:ea typeface="Times New Roman"/>
                <a:cs typeface="Times New Roman"/>
                <a:sym typeface="Times New Roman"/>
              </a:endParaRPr>
            </a:p>
          </p:txBody>
        </p:sp>
        <p:sp>
          <p:nvSpPr>
            <p:cNvPr id="3085" name="Google Shape;3085;p64"/>
            <p:cNvSpPr/>
            <p:nvPr/>
          </p:nvSpPr>
          <p:spPr>
            <a:xfrm>
              <a:off x="464365" y="1348574"/>
              <a:ext cx="1921036" cy="1152622"/>
            </a:xfrm>
            <a:prstGeom prst="rect">
              <a:avLst/>
            </a:prstGeom>
            <a:gradFill>
              <a:gsLst>
                <a:gs pos="0">
                  <a:srgbClr val="529474"/>
                </a:gs>
                <a:gs pos="50000">
                  <a:srgbClr val="2B8B61"/>
                </a:gs>
                <a:gs pos="100000">
                  <a:srgbClr val="227D57"/>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64"/>
            <p:cNvSpPr txBox="1"/>
            <p:nvPr/>
          </p:nvSpPr>
          <p:spPr>
            <a:xfrm>
              <a:off x="464365" y="1348574"/>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Les clients et les développeurs doivent  collaborer</a:t>
              </a:r>
              <a:endParaRPr sz="1400">
                <a:solidFill>
                  <a:schemeClr val="lt1"/>
                </a:solidFill>
                <a:latin typeface="Times New Roman"/>
                <a:ea typeface="Times New Roman"/>
                <a:cs typeface="Times New Roman"/>
                <a:sym typeface="Times New Roman"/>
              </a:endParaRPr>
            </a:p>
          </p:txBody>
        </p:sp>
        <p:sp>
          <p:nvSpPr>
            <p:cNvPr id="3087" name="Google Shape;3087;p64"/>
            <p:cNvSpPr/>
            <p:nvPr/>
          </p:nvSpPr>
          <p:spPr>
            <a:xfrm>
              <a:off x="2577506" y="1348574"/>
              <a:ext cx="1921036" cy="1152622"/>
            </a:xfrm>
            <a:prstGeom prst="rect">
              <a:avLst/>
            </a:prstGeom>
            <a:gradFill>
              <a:gsLst>
                <a:gs pos="0">
                  <a:srgbClr val="51A464"/>
                </a:gs>
                <a:gs pos="50000">
                  <a:srgbClr val="289D49"/>
                </a:gs>
                <a:gs pos="100000">
                  <a:srgbClr val="1F8E3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64"/>
            <p:cNvSpPr txBox="1"/>
            <p:nvPr/>
          </p:nvSpPr>
          <p:spPr>
            <a:xfrm>
              <a:off x="2577506" y="1348574"/>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Conduire le projet autour d’équipes motivées</a:t>
              </a:r>
              <a:endParaRPr sz="1400">
                <a:solidFill>
                  <a:schemeClr val="lt1"/>
                </a:solidFill>
                <a:latin typeface="Times New Roman"/>
                <a:ea typeface="Times New Roman"/>
                <a:cs typeface="Times New Roman"/>
                <a:sym typeface="Times New Roman"/>
              </a:endParaRPr>
            </a:p>
          </p:txBody>
        </p:sp>
        <p:sp>
          <p:nvSpPr>
            <p:cNvPr id="3089" name="Google Shape;3089;p64"/>
            <p:cNvSpPr/>
            <p:nvPr/>
          </p:nvSpPr>
          <p:spPr>
            <a:xfrm>
              <a:off x="4690646" y="1348574"/>
              <a:ext cx="1921036" cy="1152622"/>
            </a:xfrm>
            <a:prstGeom prst="rect">
              <a:avLst/>
            </a:prstGeom>
            <a:gradFill>
              <a:gsLst>
                <a:gs pos="0">
                  <a:srgbClr val="50B352"/>
                </a:gs>
                <a:gs pos="50000">
                  <a:srgbClr val="25AF29"/>
                </a:gs>
                <a:gs pos="100000">
                  <a:srgbClr val="1B9F1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64"/>
            <p:cNvSpPr txBox="1"/>
            <p:nvPr/>
          </p:nvSpPr>
          <p:spPr>
            <a:xfrm>
              <a:off x="4690646" y="1348574"/>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La meilleure méthode de faire circuler l’information c’est le contact direct entre collaborateurs</a:t>
              </a:r>
              <a:endParaRPr sz="1400">
                <a:solidFill>
                  <a:schemeClr val="lt1"/>
                </a:solidFill>
                <a:latin typeface="Times New Roman"/>
                <a:ea typeface="Times New Roman"/>
                <a:cs typeface="Times New Roman"/>
                <a:sym typeface="Times New Roman"/>
              </a:endParaRPr>
            </a:p>
          </p:txBody>
        </p:sp>
        <p:sp>
          <p:nvSpPr>
            <p:cNvPr id="3091" name="Google Shape;3091;p64"/>
            <p:cNvSpPr/>
            <p:nvPr/>
          </p:nvSpPr>
          <p:spPr>
            <a:xfrm>
              <a:off x="464365" y="2693299"/>
              <a:ext cx="1921036" cy="1152622"/>
            </a:xfrm>
            <a:prstGeom prst="rect">
              <a:avLst/>
            </a:prstGeom>
            <a:gradFill>
              <a:gsLst>
                <a:gs pos="0">
                  <a:srgbClr val="68C34F"/>
                </a:gs>
                <a:gs pos="50000">
                  <a:srgbClr val="4EC022"/>
                </a:gs>
                <a:gs pos="100000">
                  <a:srgbClr val="42AF1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64"/>
            <p:cNvSpPr txBox="1"/>
            <p:nvPr/>
          </p:nvSpPr>
          <p:spPr>
            <a:xfrm>
              <a:off x="464365" y="2693299"/>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La première mesure d’avancement c’est un  logiciel Fonctionnel</a:t>
              </a:r>
              <a:endParaRPr sz="1400">
                <a:solidFill>
                  <a:schemeClr val="lt1"/>
                </a:solidFill>
                <a:latin typeface="Times New Roman"/>
                <a:ea typeface="Times New Roman"/>
                <a:cs typeface="Times New Roman"/>
                <a:sym typeface="Times New Roman"/>
              </a:endParaRPr>
            </a:p>
          </p:txBody>
        </p:sp>
        <p:sp>
          <p:nvSpPr>
            <p:cNvPr id="3093" name="Google Shape;3093;p64"/>
            <p:cNvSpPr/>
            <p:nvPr/>
          </p:nvSpPr>
          <p:spPr>
            <a:xfrm>
              <a:off x="2577506" y="2693299"/>
              <a:ext cx="1921036" cy="1152622"/>
            </a:xfrm>
            <a:prstGeom prst="rect">
              <a:avLst/>
            </a:prstGeom>
            <a:gradFill>
              <a:gsLst>
                <a:gs pos="0">
                  <a:srgbClr val="8FD54D"/>
                </a:gs>
                <a:gs pos="50000">
                  <a:srgbClr val="81D41D"/>
                </a:gs>
                <a:gs pos="100000">
                  <a:srgbClr val="73C11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64"/>
            <p:cNvSpPr txBox="1"/>
            <p:nvPr/>
          </p:nvSpPr>
          <p:spPr>
            <a:xfrm>
              <a:off x="2577506" y="2693299"/>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Le développement doit être durable et à  un rythme  constant</a:t>
              </a:r>
              <a:endParaRPr sz="1400">
                <a:solidFill>
                  <a:schemeClr val="lt1"/>
                </a:solidFill>
                <a:latin typeface="Times New Roman"/>
                <a:ea typeface="Times New Roman"/>
                <a:cs typeface="Times New Roman"/>
                <a:sym typeface="Times New Roman"/>
              </a:endParaRPr>
            </a:p>
          </p:txBody>
        </p:sp>
        <p:sp>
          <p:nvSpPr>
            <p:cNvPr id="3095" name="Google Shape;3095;p64"/>
            <p:cNvSpPr/>
            <p:nvPr/>
          </p:nvSpPr>
          <p:spPr>
            <a:xfrm>
              <a:off x="4690646" y="2693299"/>
              <a:ext cx="1921036" cy="1152622"/>
            </a:xfrm>
            <a:prstGeom prst="rect">
              <a:avLst/>
            </a:prstGeom>
            <a:gradFill>
              <a:gsLst>
                <a:gs pos="0">
                  <a:srgbClr val="C2E14E"/>
                </a:gs>
                <a:gs pos="50000">
                  <a:srgbClr val="C0E61A"/>
                </a:gs>
                <a:gs pos="100000">
                  <a:srgbClr val="AFD40D"/>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64"/>
            <p:cNvSpPr txBox="1"/>
            <p:nvPr/>
          </p:nvSpPr>
          <p:spPr>
            <a:xfrm>
              <a:off x="4690646" y="2693299"/>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La bonne conception et l’excellence technique augmentent  l’agilité</a:t>
              </a:r>
              <a:endParaRPr sz="1400">
                <a:solidFill>
                  <a:schemeClr val="lt1"/>
                </a:solidFill>
                <a:latin typeface="Times New Roman"/>
                <a:ea typeface="Times New Roman"/>
                <a:cs typeface="Times New Roman"/>
                <a:sym typeface="Times New Roman"/>
              </a:endParaRPr>
            </a:p>
          </p:txBody>
        </p:sp>
        <p:sp>
          <p:nvSpPr>
            <p:cNvPr id="3097" name="Google Shape;3097;p64"/>
            <p:cNvSpPr/>
            <p:nvPr/>
          </p:nvSpPr>
          <p:spPr>
            <a:xfrm>
              <a:off x="464365" y="4038025"/>
              <a:ext cx="1921036" cy="1152622"/>
            </a:xfrm>
            <a:prstGeom prst="rect">
              <a:avLst/>
            </a:prstGeom>
            <a:gradFill>
              <a:gsLst>
                <a:gs pos="0">
                  <a:srgbClr val="E8D651"/>
                </a:gs>
                <a:gs pos="50000">
                  <a:srgbClr val="EDD721"/>
                </a:gs>
                <a:gs pos="100000">
                  <a:srgbClr val="DAC513"/>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64"/>
            <p:cNvSpPr txBox="1"/>
            <p:nvPr/>
          </p:nvSpPr>
          <p:spPr>
            <a:xfrm>
              <a:off x="464365" y="4038025"/>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Simplifier au maximum</a:t>
              </a:r>
              <a:endParaRPr sz="1400">
                <a:solidFill>
                  <a:schemeClr val="lt1"/>
                </a:solidFill>
                <a:latin typeface="Times New Roman"/>
                <a:ea typeface="Times New Roman"/>
                <a:cs typeface="Times New Roman"/>
                <a:sym typeface="Times New Roman"/>
              </a:endParaRPr>
            </a:p>
          </p:txBody>
        </p:sp>
        <p:sp>
          <p:nvSpPr>
            <p:cNvPr id="3099" name="Google Shape;3099;p64"/>
            <p:cNvSpPr/>
            <p:nvPr/>
          </p:nvSpPr>
          <p:spPr>
            <a:xfrm>
              <a:off x="2577506" y="4038025"/>
              <a:ext cx="1921036" cy="1152622"/>
            </a:xfrm>
            <a:prstGeom prst="rect">
              <a:avLst/>
            </a:prstGeom>
            <a:gradFill>
              <a:gsLst>
                <a:gs pos="0">
                  <a:srgbClr val="EFAE55"/>
                </a:gs>
                <a:gs pos="50000">
                  <a:srgbClr val="F5A729"/>
                </a:gs>
                <a:gs pos="100000">
                  <a:srgbClr val="E19519"/>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64"/>
            <p:cNvSpPr txBox="1"/>
            <p:nvPr/>
          </p:nvSpPr>
          <p:spPr>
            <a:xfrm>
              <a:off x="2577506" y="4038025"/>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350"/>
                <a:buFont typeface="Times New Roman"/>
                <a:buNone/>
              </a:pPr>
              <a:r>
                <a:rPr lang="en-US" sz="1350">
                  <a:solidFill>
                    <a:schemeClr val="lt1"/>
                  </a:solidFill>
                  <a:latin typeface="Times New Roman"/>
                  <a:ea typeface="Times New Roman"/>
                  <a:cs typeface="Times New Roman"/>
                  <a:sym typeface="Times New Roman"/>
                </a:rPr>
                <a:t>Les meilleurs architectures, besoins et  conceptions proviennent d’équipes qui s’organisent d’elles-mêmes</a:t>
              </a:r>
              <a:endParaRPr sz="1350">
                <a:solidFill>
                  <a:schemeClr val="lt1"/>
                </a:solidFill>
                <a:latin typeface="Times New Roman"/>
                <a:ea typeface="Times New Roman"/>
                <a:cs typeface="Times New Roman"/>
                <a:sym typeface="Times New Roman"/>
              </a:endParaRPr>
            </a:p>
          </p:txBody>
        </p:sp>
        <p:sp>
          <p:nvSpPr>
            <p:cNvPr id="3101" name="Google Shape;3101;p64"/>
            <p:cNvSpPr/>
            <p:nvPr/>
          </p:nvSpPr>
          <p:spPr>
            <a:xfrm>
              <a:off x="4690646" y="4038025"/>
              <a:ext cx="1921036" cy="1152622"/>
            </a:xfrm>
            <a:prstGeom prst="rect">
              <a:avLst/>
            </a:prstGeom>
            <a:gradFill>
              <a:gsLst>
                <a:gs pos="0">
                  <a:srgbClr val="F48A5A"/>
                </a:gs>
                <a:gs pos="50000">
                  <a:srgbClr val="F97932"/>
                </a:gs>
                <a:gs pos="100000">
                  <a:srgbClr val="E3672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64"/>
            <p:cNvSpPr txBox="1"/>
            <p:nvPr/>
          </p:nvSpPr>
          <p:spPr>
            <a:xfrm>
              <a:off x="4690646" y="4038025"/>
              <a:ext cx="1921036" cy="1152622"/>
            </a:xfrm>
            <a:prstGeom prst="rect">
              <a:avLst/>
            </a:prstGeom>
            <a:noFill/>
            <a:ln>
              <a:noFill/>
            </a:ln>
          </p:spPr>
          <p:txBody>
            <a:bodyPr anchorCtr="0" anchor="ctr" bIns="53325" lIns="53325" spcFirstLastPara="1" rIns="53325" wrap="square" tIns="53325">
              <a:noAutofit/>
            </a:bodyPr>
            <a:lstStyle/>
            <a:p>
              <a:pPr indent="0" lvl="0" marL="0" marR="0" rtl="0" algn="ctr">
                <a:lnSpc>
                  <a:spcPct val="10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L’équipe s’améliore d’une manière autonome et  régulière</a:t>
              </a:r>
              <a:endParaRPr sz="1400">
                <a:solidFill>
                  <a:schemeClr val="lt1"/>
                </a:solidFill>
                <a:latin typeface="Times New Roman"/>
                <a:ea typeface="Times New Roman"/>
                <a:cs typeface="Times New Roman"/>
                <a:sym typeface="Times New Roman"/>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06" name="Shape 3106"/>
        <p:cNvGrpSpPr/>
        <p:nvPr/>
      </p:nvGrpSpPr>
      <p:grpSpPr>
        <a:xfrm>
          <a:off x="0" y="0"/>
          <a:ext cx="0" cy="0"/>
          <a:chOff x="0" y="0"/>
          <a:chExt cx="0" cy="0"/>
        </a:xfrm>
      </p:grpSpPr>
      <p:sp>
        <p:nvSpPr>
          <p:cNvPr id="3107" name="Google Shape;3107;p65"/>
          <p:cNvSpPr/>
          <p:nvPr/>
        </p:nvSpPr>
        <p:spPr>
          <a:xfrm>
            <a:off x="475488" y="0"/>
            <a:ext cx="10910292"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8" name="Google Shape;3108;p65"/>
          <p:cNvSpPr/>
          <p:nvPr/>
        </p:nvSpPr>
        <p:spPr>
          <a:xfrm>
            <a:off x="3045368" y="2043663"/>
            <a:ext cx="6105194" cy="2031055"/>
          </a:xfrm>
          <a:prstGeom prst="ellipse">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FFFFFF"/>
              </a:buClr>
              <a:buSzPts val="6600"/>
              <a:buFont typeface="Times New Roman"/>
              <a:buNone/>
            </a:pPr>
            <a:r>
              <a:rPr b="1" lang="en-US" sz="6600">
                <a:solidFill>
                  <a:srgbClr val="FFFFFF"/>
                </a:solidFill>
                <a:latin typeface="Times New Roman"/>
                <a:ea typeface="Times New Roman"/>
                <a:cs typeface="Times New Roman"/>
                <a:sym typeface="Times New Roman"/>
              </a:rPr>
              <a:t>Scrum ?</a:t>
            </a:r>
            <a:endParaRPr/>
          </a:p>
        </p:txBody>
      </p:sp>
      <p:pic>
        <p:nvPicPr>
          <p:cNvPr id="3109" name="Google Shape;3109;p6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10" name="Google Shape;3110;p65"/>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14" name="Shape 3114"/>
        <p:cNvGrpSpPr/>
        <p:nvPr/>
      </p:nvGrpSpPr>
      <p:grpSpPr>
        <a:xfrm>
          <a:off x="0" y="0"/>
          <a:ext cx="0" cy="0"/>
          <a:chOff x="0" y="0"/>
          <a:chExt cx="0" cy="0"/>
        </a:xfrm>
      </p:grpSpPr>
      <p:pic>
        <p:nvPicPr>
          <p:cNvPr descr="N:\CNAM\Oral Probatoire\Images\800px-Australia_-_Ireland_15-11-2006-3.jpg" id="3115" name="Google Shape;3115;p66"/>
          <p:cNvPicPr preferRelativeResize="0"/>
          <p:nvPr/>
        </p:nvPicPr>
        <p:blipFill rotWithShape="1">
          <a:blip r:embed="rId3">
            <a:alphaModFix/>
          </a:blip>
          <a:srcRect b="-1" l="0" r="-2" t="5912"/>
          <a:stretch/>
        </p:blipFill>
        <p:spPr>
          <a:xfrm>
            <a:off x="6083786" y="-168318"/>
            <a:ext cx="6261330" cy="3932313"/>
          </a:xfrm>
          <a:prstGeom prst="rect">
            <a:avLst/>
          </a:prstGeom>
          <a:noFill/>
          <a:ln>
            <a:noFill/>
          </a:ln>
        </p:spPr>
      </p:pic>
      <p:pic>
        <p:nvPicPr>
          <p:cNvPr id="3116" name="Google Shape;3116;p66"/>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117" name="Google Shape;3117;p66"/>
          <p:cNvSpPr txBox="1"/>
          <p:nvPr>
            <p:ph type="title"/>
          </p:nvPr>
        </p:nvSpPr>
        <p:spPr>
          <a:xfrm>
            <a:off x="804998" y="798445"/>
            <a:ext cx="4803636" cy="131166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lang="en-US">
                <a:solidFill>
                  <a:srgbClr val="004A66"/>
                </a:solidFill>
                <a:latin typeface="Times New Roman"/>
                <a:ea typeface="Times New Roman"/>
                <a:cs typeface="Times New Roman"/>
                <a:sym typeface="Times New Roman"/>
              </a:rPr>
              <a:t>Scrum</a:t>
            </a:r>
            <a:endParaRPr/>
          </a:p>
        </p:txBody>
      </p:sp>
      <p:sp>
        <p:nvSpPr>
          <p:cNvPr id="3118" name="Google Shape;3118;p66"/>
          <p:cNvSpPr txBox="1"/>
          <p:nvPr>
            <p:ph idx="1" type="body"/>
          </p:nvPr>
        </p:nvSpPr>
        <p:spPr>
          <a:xfrm>
            <a:off x="804997" y="1899138"/>
            <a:ext cx="5167706" cy="4161835"/>
          </a:xfrm>
          <a:prstGeom prst="rect">
            <a:avLst/>
          </a:prstGeom>
          <a:noFill/>
          <a:ln>
            <a:noFill/>
          </a:ln>
        </p:spPr>
        <p:txBody>
          <a:bodyPr anchorCtr="0" anchor="ctr" bIns="45700" lIns="91425" spcFirstLastPara="1" rIns="91425" wrap="square" tIns="45700">
            <a:normAutofit/>
          </a:bodyPr>
          <a:lstStyle/>
          <a:p>
            <a:pPr indent="-228600" lvl="0" marL="228600" rtl="0" algn="just">
              <a:lnSpc>
                <a:spcPct val="100000"/>
              </a:lnSpc>
              <a:spcBef>
                <a:spcPts val="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Méthode itérative et incrémentielle.</a:t>
            </a:r>
            <a:endParaRPr/>
          </a:p>
          <a:p>
            <a:pPr indent="-228600" lvl="0" marL="228600" rtl="0" algn="just">
              <a:lnSpc>
                <a:spcPct val="10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 Equipes de 8 personnes.</a:t>
            </a:r>
            <a:endParaRPr/>
          </a:p>
          <a:p>
            <a:pPr indent="-228600" lvl="0" marL="228600" rtl="0" algn="just">
              <a:lnSpc>
                <a:spcPct val="10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Méthode agile la plus utilisée avec eXtreme Programming</a:t>
            </a:r>
            <a:endParaRPr sz="2000">
              <a:solidFill>
                <a:srgbClr val="000000"/>
              </a:solidFill>
              <a:latin typeface="Times New Roman"/>
              <a:ea typeface="Times New Roman"/>
              <a:cs typeface="Times New Roman"/>
              <a:sym typeface="Times New Roman"/>
            </a:endParaRPr>
          </a:p>
          <a:p>
            <a:pPr indent="0" lvl="0" marL="0" rtl="0" algn="just">
              <a:lnSpc>
                <a:spcPct val="100000"/>
              </a:lnSpc>
              <a:spcBef>
                <a:spcPts val="1000"/>
              </a:spcBef>
              <a:spcAft>
                <a:spcPts val="0"/>
              </a:spcAft>
              <a:buClr>
                <a:srgbClr val="9D1217"/>
              </a:buClr>
              <a:buSzPts val="2400"/>
              <a:buNone/>
            </a:pPr>
            <a:r>
              <a:rPr b="1" lang="en-US" sz="2400">
                <a:solidFill>
                  <a:srgbClr val="9D1217"/>
                </a:solidFill>
                <a:latin typeface="Times New Roman"/>
                <a:ea typeface="Times New Roman"/>
                <a:cs typeface="Times New Roman"/>
                <a:sym typeface="Times New Roman"/>
              </a:rPr>
              <a:t>Objectifs</a:t>
            </a:r>
            <a:r>
              <a:rPr lang="en-US" sz="2400">
                <a:solidFill>
                  <a:srgbClr val="9D1217"/>
                </a:solidFill>
                <a:latin typeface="Times New Roman"/>
                <a:ea typeface="Times New Roman"/>
                <a:cs typeface="Times New Roman"/>
                <a:sym typeface="Times New Roman"/>
              </a:rPr>
              <a:t> :</a:t>
            </a:r>
            <a:endParaRPr/>
          </a:p>
          <a:p>
            <a:pPr indent="-228600" lvl="0" marL="228600" rtl="0" algn="just">
              <a:lnSpc>
                <a:spcPct val="10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Satisfaire au mieux les besoins du client</a:t>
            </a:r>
            <a:endParaRPr/>
          </a:p>
          <a:p>
            <a:pPr indent="-228600" lvl="0" marL="228600" rtl="0" algn="just">
              <a:lnSpc>
                <a:spcPct val="10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 Maximiser les chances de réussite du projet</a:t>
            </a:r>
            <a:endParaRPr/>
          </a:p>
          <a:p>
            <a:pPr indent="-228600" lvl="0" marL="228600" rtl="0" algn="just">
              <a:lnSpc>
                <a:spcPct val="10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Scrum "is not a process or a methodology, but a path". </a:t>
            </a:r>
            <a:endParaRPr/>
          </a:p>
        </p:txBody>
      </p:sp>
      <p:sp>
        <p:nvSpPr>
          <p:cNvPr id="3119" name="Google Shape;3119;p6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pic>
        <p:nvPicPr>
          <p:cNvPr id="3120" name="Google Shape;3120;p66"/>
          <p:cNvPicPr preferRelativeResize="0"/>
          <p:nvPr/>
        </p:nvPicPr>
        <p:blipFill rotWithShape="1">
          <a:blip r:embed="rId5">
            <a:alphaModFix/>
          </a:blip>
          <a:srcRect b="0" l="0" r="0" t="0"/>
          <a:stretch/>
        </p:blipFill>
        <p:spPr>
          <a:xfrm rot="-344699">
            <a:off x="6323574" y="3920003"/>
            <a:ext cx="5390529" cy="235388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5" name="Shape 3125"/>
        <p:cNvGrpSpPr/>
        <p:nvPr/>
      </p:nvGrpSpPr>
      <p:grpSpPr>
        <a:xfrm>
          <a:off x="0" y="0"/>
          <a:ext cx="0" cy="0"/>
          <a:chOff x="0" y="0"/>
          <a:chExt cx="0" cy="0"/>
        </a:xfrm>
      </p:grpSpPr>
      <p:sp>
        <p:nvSpPr>
          <p:cNvPr id="3126" name="Google Shape;3126;p67"/>
          <p:cNvSpPr/>
          <p:nvPr/>
        </p:nvSpPr>
        <p:spPr>
          <a:xfrm>
            <a:off x="1" y="0"/>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27" name="Google Shape;3127;p6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28" name="Google Shape;3128;p67"/>
          <p:cNvSpPr txBox="1"/>
          <p:nvPr>
            <p:ph type="title"/>
          </p:nvPr>
        </p:nvSpPr>
        <p:spPr>
          <a:xfrm>
            <a:off x="5084624" y="178823"/>
            <a:ext cx="6071643" cy="11419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Scrum:  Quatre valeurs</a:t>
            </a:r>
            <a:endParaRPr>
              <a:solidFill>
                <a:srgbClr val="004A66"/>
              </a:solidFill>
              <a:latin typeface="Times New Roman"/>
              <a:ea typeface="Times New Roman"/>
              <a:cs typeface="Times New Roman"/>
              <a:sym typeface="Times New Roman"/>
            </a:endParaRPr>
          </a:p>
        </p:txBody>
      </p:sp>
      <p:sp>
        <p:nvSpPr>
          <p:cNvPr id="3129" name="Google Shape;3129;p67"/>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30" name="Google Shape;3130;p67"/>
          <p:cNvPicPr preferRelativeResize="0"/>
          <p:nvPr/>
        </p:nvPicPr>
        <p:blipFill rotWithShape="1">
          <a:blip r:embed="rId4">
            <a:alphaModFix/>
          </a:blip>
          <a:srcRect b="20046" l="0" r="-1" t="0"/>
          <a:stretch/>
        </p:blipFill>
        <p:spPr>
          <a:xfrm>
            <a:off x="20" y="907231"/>
            <a:ext cx="4838021" cy="5063738"/>
          </a:xfrm>
          <a:custGeom>
            <a:rect b="b" l="l" r="r" t="t"/>
            <a:pathLst>
              <a:path extrusionOk="0" h="5063738" w="4838041">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ln>
            <a:noFill/>
          </a:ln>
        </p:spPr>
      </p:pic>
      <p:sp>
        <p:nvSpPr>
          <p:cNvPr id="3131" name="Google Shape;3131;p67"/>
          <p:cNvSpPr txBox="1"/>
          <p:nvPr>
            <p:ph idx="1" type="body"/>
          </p:nvPr>
        </p:nvSpPr>
        <p:spPr>
          <a:xfrm>
            <a:off x="5297714" y="1499624"/>
            <a:ext cx="6448809" cy="4561348"/>
          </a:xfrm>
          <a:prstGeom prst="rect">
            <a:avLst/>
          </a:prstGeom>
          <a:noFill/>
          <a:ln>
            <a:noFill/>
          </a:ln>
        </p:spPr>
        <p:txBody>
          <a:bodyPr anchorCtr="0" anchor="ctr" bIns="45700" lIns="91425" spcFirstLastPara="1" rIns="91425" wrap="square" tIns="45700">
            <a:noAutofit/>
          </a:bodyPr>
          <a:lstStyle/>
          <a:p>
            <a:pPr indent="0" lvl="0" marL="0" rtl="0" algn="just">
              <a:lnSpc>
                <a:spcPct val="90000"/>
              </a:lnSpc>
              <a:spcBef>
                <a:spcPts val="0"/>
              </a:spcBef>
              <a:spcAft>
                <a:spcPts val="0"/>
              </a:spcAft>
              <a:buClr>
                <a:schemeClr val="dk1"/>
              </a:buClr>
              <a:buSzPts val="2200"/>
              <a:buNone/>
            </a:pPr>
            <a:r>
              <a:rPr b="1" lang="en-US" sz="2200">
                <a:latin typeface="Times New Roman"/>
                <a:ea typeface="Times New Roman"/>
                <a:cs typeface="Times New Roman"/>
                <a:sym typeface="Times New Roman"/>
              </a:rPr>
              <a:t>Manifeste pour le développement Agile de logiciels basé sur: </a:t>
            </a:r>
            <a:endParaRPr/>
          </a:p>
          <a:p>
            <a:pPr indent="0" lvl="0" marL="0" rtl="0" algn="just">
              <a:lnSpc>
                <a:spcPct val="90000"/>
              </a:lnSpc>
              <a:spcBef>
                <a:spcPts val="1000"/>
              </a:spcBef>
              <a:spcAft>
                <a:spcPts val="0"/>
              </a:spcAft>
              <a:buClr>
                <a:schemeClr val="dk1"/>
              </a:buClr>
              <a:buSzPts val="2200"/>
              <a:buNone/>
            </a:pPr>
            <a:r>
              <a:t/>
            </a:r>
            <a:endParaRPr sz="2200">
              <a:latin typeface="Times New Roman"/>
              <a:ea typeface="Times New Roman"/>
              <a:cs typeface="Times New Roman"/>
              <a:sym typeface="Times New Roman"/>
            </a:endParaRPr>
          </a:p>
          <a:p>
            <a:pPr indent="-457200" lvl="0" marL="457200" rtl="0" algn="just">
              <a:lnSpc>
                <a:spcPct val="90000"/>
              </a:lnSpc>
              <a:spcBef>
                <a:spcPts val="1000"/>
              </a:spcBef>
              <a:spcAft>
                <a:spcPts val="0"/>
              </a:spcAft>
              <a:buClr>
                <a:srgbClr val="D4530F"/>
              </a:buClr>
              <a:buSzPts val="2200"/>
              <a:buFont typeface="Calibri"/>
              <a:buAutoNum type="arabicPeriod"/>
            </a:pPr>
            <a:r>
              <a:rPr b="1" lang="en-US" sz="2200">
                <a:solidFill>
                  <a:srgbClr val="D4530F"/>
                </a:solidFill>
                <a:latin typeface="Times New Roman"/>
                <a:ea typeface="Times New Roman"/>
                <a:cs typeface="Times New Roman"/>
                <a:sym typeface="Times New Roman"/>
              </a:rPr>
              <a:t>Individus et leurs interactions</a:t>
            </a:r>
            <a:r>
              <a:rPr lang="en-US" sz="2200">
                <a:latin typeface="Times New Roman"/>
                <a:ea typeface="Times New Roman"/>
                <a:cs typeface="Times New Roman"/>
                <a:sym typeface="Times New Roman"/>
              </a:rPr>
              <a:t> plus que les processus et les outils</a:t>
            </a:r>
            <a:endParaRPr/>
          </a:p>
          <a:p>
            <a:pPr indent="-457200" lvl="0" marL="457200" rtl="0" algn="just">
              <a:lnSpc>
                <a:spcPct val="90000"/>
              </a:lnSpc>
              <a:spcBef>
                <a:spcPts val="1000"/>
              </a:spcBef>
              <a:spcAft>
                <a:spcPts val="0"/>
              </a:spcAft>
              <a:buClr>
                <a:srgbClr val="3D590D"/>
              </a:buClr>
              <a:buSzPts val="2200"/>
              <a:buFont typeface="Calibri"/>
              <a:buAutoNum type="arabicPeriod"/>
            </a:pPr>
            <a:r>
              <a:rPr b="1" lang="en-US" sz="2200">
                <a:solidFill>
                  <a:srgbClr val="3D590D"/>
                </a:solidFill>
                <a:latin typeface="Times New Roman"/>
                <a:ea typeface="Times New Roman"/>
                <a:cs typeface="Times New Roman"/>
                <a:sym typeface="Times New Roman"/>
              </a:rPr>
              <a:t>Logiciels opérationnels</a:t>
            </a:r>
            <a:r>
              <a:rPr lang="en-US" sz="2200">
                <a:latin typeface="Times New Roman"/>
                <a:ea typeface="Times New Roman"/>
                <a:cs typeface="Times New Roman"/>
                <a:sym typeface="Times New Roman"/>
              </a:rPr>
              <a:t> plus qu’une documentation exhaustive</a:t>
            </a:r>
            <a:endParaRPr/>
          </a:p>
          <a:p>
            <a:pPr indent="-457200" lvl="0" marL="457200" rtl="0" algn="just">
              <a:lnSpc>
                <a:spcPct val="90000"/>
              </a:lnSpc>
              <a:spcBef>
                <a:spcPts val="1000"/>
              </a:spcBef>
              <a:spcAft>
                <a:spcPts val="0"/>
              </a:spcAft>
              <a:buClr>
                <a:srgbClr val="750D11"/>
              </a:buClr>
              <a:buSzPts val="2200"/>
              <a:buFont typeface="Calibri"/>
              <a:buAutoNum type="arabicPeriod"/>
            </a:pPr>
            <a:r>
              <a:rPr b="1" lang="en-US" sz="2200">
                <a:solidFill>
                  <a:srgbClr val="750D11"/>
                </a:solidFill>
                <a:latin typeface="Times New Roman"/>
                <a:ea typeface="Times New Roman"/>
                <a:cs typeface="Times New Roman"/>
                <a:sym typeface="Times New Roman"/>
              </a:rPr>
              <a:t>La collaboration avec les clients</a:t>
            </a:r>
            <a:r>
              <a:rPr lang="en-US" sz="2200">
                <a:latin typeface="Times New Roman"/>
                <a:ea typeface="Times New Roman"/>
                <a:cs typeface="Times New Roman"/>
                <a:sym typeface="Times New Roman"/>
              </a:rPr>
              <a:t> plus que la négociation contractuelle</a:t>
            </a:r>
            <a:endParaRPr/>
          </a:p>
          <a:p>
            <a:pPr indent="-457200" lvl="0" marL="457200" rtl="0" algn="just">
              <a:lnSpc>
                <a:spcPct val="90000"/>
              </a:lnSpc>
              <a:spcBef>
                <a:spcPts val="1000"/>
              </a:spcBef>
              <a:spcAft>
                <a:spcPts val="0"/>
              </a:spcAft>
              <a:buClr>
                <a:srgbClr val="004A66"/>
              </a:buClr>
              <a:buSzPts val="2200"/>
              <a:buFont typeface="Calibri"/>
              <a:buAutoNum type="arabicPeriod"/>
            </a:pPr>
            <a:r>
              <a:rPr b="1" lang="en-US" sz="2200">
                <a:solidFill>
                  <a:srgbClr val="004A66"/>
                </a:solidFill>
                <a:latin typeface="Times New Roman"/>
                <a:ea typeface="Times New Roman"/>
                <a:cs typeface="Times New Roman"/>
                <a:sym typeface="Times New Roman"/>
              </a:rPr>
              <a:t>L’adaptation au changement</a:t>
            </a:r>
            <a:r>
              <a:rPr lang="en-US" sz="2200">
                <a:latin typeface="Times New Roman"/>
                <a:ea typeface="Times New Roman"/>
                <a:cs typeface="Times New Roman"/>
                <a:sym typeface="Times New Roman"/>
              </a:rPr>
              <a:t> plus que le suivi d’un plan</a:t>
            </a:r>
            <a:endParaRPr/>
          </a:p>
        </p:txBody>
      </p:sp>
      <p:sp>
        <p:nvSpPr>
          <p:cNvPr id="3132" name="Google Shape;3132;p67"/>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36" name="Shape 3136"/>
        <p:cNvGrpSpPr/>
        <p:nvPr/>
      </p:nvGrpSpPr>
      <p:grpSpPr>
        <a:xfrm>
          <a:off x="0" y="0"/>
          <a:ext cx="0" cy="0"/>
          <a:chOff x="0" y="0"/>
          <a:chExt cx="0" cy="0"/>
        </a:xfrm>
      </p:grpSpPr>
      <p:sp>
        <p:nvSpPr>
          <p:cNvPr id="3137" name="Google Shape;3137;p68"/>
          <p:cNvSpPr/>
          <p:nvPr/>
        </p:nvSpPr>
        <p:spPr>
          <a:xfrm>
            <a:off x="355601" y="0"/>
            <a:ext cx="11480494" cy="2753936"/>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38" name="Google Shape;3138;p6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39" name="Google Shape;3139;p68"/>
          <p:cNvSpPr txBox="1"/>
          <p:nvPr>
            <p:ph type="title"/>
          </p:nvPr>
        </p:nvSpPr>
        <p:spPr>
          <a:xfrm>
            <a:off x="1179226" y="826680"/>
            <a:ext cx="9833548"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Aperçu historique</a:t>
            </a:r>
            <a:endParaRPr b="1">
              <a:solidFill>
                <a:srgbClr val="FFFFFF"/>
              </a:solidFill>
              <a:latin typeface="Times New Roman"/>
              <a:ea typeface="Times New Roman"/>
              <a:cs typeface="Times New Roman"/>
              <a:sym typeface="Times New Roman"/>
            </a:endParaRPr>
          </a:p>
        </p:txBody>
      </p:sp>
      <p:sp>
        <p:nvSpPr>
          <p:cNvPr id="3140" name="Google Shape;3140;p68"/>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3141" name="Google Shape;3141;p68"/>
          <p:cNvSpPr/>
          <p:nvPr/>
        </p:nvSpPr>
        <p:spPr>
          <a:xfrm>
            <a:off x="2791884" y="2642543"/>
            <a:ext cx="7016750" cy="3106738"/>
          </a:xfrm>
          <a:custGeom>
            <a:rect b="b" l="l" r="r" t="t"/>
            <a:pathLst>
              <a:path extrusionOk="0" h="2298" w="5190">
                <a:moveTo>
                  <a:pt x="496" y="157"/>
                </a:moveTo>
                <a:lnTo>
                  <a:pt x="0" y="0"/>
                </a:lnTo>
                <a:lnTo>
                  <a:pt x="231" y="124"/>
                </a:lnTo>
                <a:lnTo>
                  <a:pt x="4282" y="2025"/>
                </a:lnTo>
                <a:lnTo>
                  <a:pt x="3974" y="2298"/>
                </a:lnTo>
                <a:lnTo>
                  <a:pt x="5190" y="2065"/>
                </a:lnTo>
                <a:lnTo>
                  <a:pt x="5039" y="1268"/>
                </a:lnTo>
                <a:lnTo>
                  <a:pt x="4748" y="1507"/>
                </a:lnTo>
                <a:lnTo>
                  <a:pt x="496" y="157"/>
                </a:lnTo>
                <a:close/>
              </a:path>
            </a:pathLst>
          </a:custGeom>
          <a:solidFill>
            <a:srgbClr val="0070C0"/>
          </a:soli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3142" name="Google Shape;3142;p68"/>
          <p:cNvSpPr/>
          <p:nvPr/>
        </p:nvSpPr>
        <p:spPr>
          <a:xfrm>
            <a:off x="3812349" y="2973613"/>
            <a:ext cx="214312" cy="131763"/>
          </a:xfrm>
          <a:prstGeom prst="can">
            <a:avLst>
              <a:gd fmla="val 39796" name="adj"/>
            </a:avLst>
          </a:prstGeom>
          <a:solidFill>
            <a:srgbClr val="FF0000"/>
          </a:soli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143" name="Google Shape;3143;p68"/>
          <p:cNvSpPr/>
          <p:nvPr/>
        </p:nvSpPr>
        <p:spPr>
          <a:xfrm>
            <a:off x="5606224" y="3587974"/>
            <a:ext cx="341312" cy="290512"/>
          </a:xfrm>
          <a:prstGeom prst="can">
            <a:avLst>
              <a:gd fmla="val 25000" name="adj"/>
            </a:avLst>
          </a:prstGeom>
          <a:solidFill>
            <a:srgbClr val="FF0000"/>
          </a:soli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144" name="Google Shape;3144;p68"/>
          <p:cNvSpPr/>
          <p:nvPr/>
        </p:nvSpPr>
        <p:spPr>
          <a:xfrm>
            <a:off x="7855713" y="4210274"/>
            <a:ext cx="536575" cy="647700"/>
          </a:xfrm>
          <a:prstGeom prst="can">
            <a:avLst>
              <a:gd fmla="val 21420" name="adj"/>
            </a:avLst>
          </a:prstGeom>
          <a:solidFill>
            <a:srgbClr val="FF0000"/>
          </a:soli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145" name="Google Shape;3145;p68"/>
          <p:cNvSpPr txBox="1"/>
          <p:nvPr/>
        </p:nvSpPr>
        <p:spPr>
          <a:xfrm>
            <a:off x="3509138" y="2344961"/>
            <a:ext cx="866775"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1995</a:t>
            </a:r>
            <a:endParaRPr/>
          </a:p>
        </p:txBody>
      </p:sp>
      <p:sp>
        <p:nvSpPr>
          <p:cNvPr id="3146" name="Google Shape;3146;p68"/>
          <p:cNvSpPr txBox="1"/>
          <p:nvPr/>
        </p:nvSpPr>
        <p:spPr>
          <a:xfrm>
            <a:off x="5341113" y="2352901"/>
            <a:ext cx="86677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1996</a:t>
            </a:r>
            <a:endParaRPr/>
          </a:p>
        </p:txBody>
      </p:sp>
      <p:sp>
        <p:nvSpPr>
          <p:cNvPr id="3147" name="Google Shape;3147;p68"/>
          <p:cNvSpPr txBox="1"/>
          <p:nvPr/>
        </p:nvSpPr>
        <p:spPr>
          <a:xfrm>
            <a:off x="7663624" y="2343376"/>
            <a:ext cx="868362"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2001</a:t>
            </a:r>
            <a:endParaRPr/>
          </a:p>
        </p:txBody>
      </p:sp>
      <p:sp>
        <p:nvSpPr>
          <p:cNvPr id="3148" name="Google Shape;3148;p68"/>
          <p:cNvSpPr txBox="1"/>
          <p:nvPr/>
        </p:nvSpPr>
        <p:spPr>
          <a:xfrm>
            <a:off x="1602551" y="3726088"/>
            <a:ext cx="2428875"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Times New Roman"/>
              <a:buNone/>
            </a:pPr>
            <a:r>
              <a:rPr b="1" lang="en-US" sz="1400">
                <a:solidFill>
                  <a:schemeClr val="dk1"/>
                </a:solidFill>
                <a:latin typeface="Times New Roman"/>
                <a:ea typeface="Times New Roman"/>
                <a:cs typeface="Times New Roman"/>
                <a:sym typeface="Times New Roman"/>
              </a:rPr>
              <a:t> Analyse des processus commun au developpement non adaptés a l’imprévu , au répétitions </a:t>
            </a:r>
            <a:endParaRPr/>
          </a:p>
          <a:p>
            <a:pPr indent="0" lvl="0" marL="0" marR="0" rtl="0" algn="l">
              <a:spcBef>
                <a:spcPts val="700"/>
              </a:spcBef>
              <a:spcAft>
                <a:spcPts val="0"/>
              </a:spcAft>
              <a:buClr>
                <a:schemeClr val="dk1"/>
              </a:buClr>
              <a:buSzPts val="1400"/>
              <a:buFont typeface="Times New Roman"/>
              <a:buNone/>
            </a:pPr>
            <a:r>
              <a:rPr b="1" lang="en-US" sz="1400">
                <a:solidFill>
                  <a:schemeClr val="dk1"/>
                </a:solidFill>
                <a:latin typeface="Times New Roman"/>
                <a:ea typeface="Times New Roman"/>
                <a:cs typeface="Times New Roman"/>
                <a:sym typeface="Times New Roman"/>
              </a:rPr>
              <a:t>Nouvelle méthode par  Jeff Sutherland et ken schwaber:scrum</a:t>
            </a:r>
            <a:endParaRPr/>
          </a:p>
          <a:p>
            <a:pPr indent="0" lvl="0" marL="0" marR="0" rtl="0" algn="l">
              <a:spcBef>
                <a:spcPts val="700"/>
              </a:spcBef>
              <a:spcAft>
                <a:spcPts val="0"/>
              </a:spcAft>
              <a:buClr>
                <a:schemeClr val="dk1"/>
              </a:buClr>
              <a:buSzPts val="1400"/>
              <a:buFont typeface="Times New Roman"/>
              <a:buNone/>
            </a:pPr>
            <a:r>
              <a:rPr b="1" lang="en-US" sz="1400">
                <a:solidFill>
                  <a:schemeClr val="dk1"/>
                </a:solidFill>
                <a:latin typeface="Times New Roman"/>
                <a:ea typeface="Times New Roman"/>
                <a:cs typeface="Times New Roman"/>
                <a:sym typeface="Times New Roman"/>
              </a:rPr>
              <a:t>Rennforcement , combinaison avec Extreme Programing</a:t>
            </a:r>
            <a:endParaRPr/>
          </a:p>
        </p:txBody>
      </p:sp>
      <p:sp>
        <p:nvSpPr>
          <p:cNvPr id="3149" name="Google Shape;3149;p68"/>
          <p:cNvSpPr txBox="1"/>
          <p:nvPr/>
        </p:nvSpPr>
        <p:spPr>
          <a:xfrm>
            <a:off x="4174299" y="5083401"/>
            <a:ext cx="240665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Times New Roman"/>
              <a:buNone/>
            </a:pPr>
            <a:r>
              <a:rPr b="1" lang="en-US" sz="1400">
                <a:solidFill>
                  <a:schemeClr val="dk1"/>
                </a:solidFill>
                <a:latin typeface="Times New Roman"/>
                <a:ea typeface="Times New Roman"/>
                <a:cs typeface="Times New Roman"/>
                <a:sym typeface="Times New Roman"/>
              </a:rPr>
              <a:t>Introduction de scrum à OOPSLA  conférence</a:t>
            </a:r>
            <a:endParaRPr/>
          </a:p>
        </p:txBody>
      </p:sp>
      <p:sp>
        <p:nvSpPr>
          <p:cNvPr id="3150" name="Google Shape;3150;p68"/>
          <p:cNvSpPr txBox="1"/>
          <p:nvPr/>
        </p:nvSpPr>
        <p:spPr>
          <a:xfrm>
            <a:off x="6245986" y="6083526"/>
            <a:ext cx="2406650" cy="7381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a:t>
            </a:r>
            <a:r>
              <a:rPr b="1" lang="en-US" sz="1400">
                <a:solidFill>
                  <a:schemeClr val="dk1"/>
                </a:solidFill>
                <a:latin typeface="Times New Roman"/>
                <a:ea typeface="Times New Roman"/>
                <a:cs typeface="Times New Roman"/>
                <a:sym typeface="Times New Roman"/>
              </a:rPr>
              <a:t>publication de “agile software development with scrum” par ken schwaber</a:t>
            </a:r>
            <a:endParaRPr/>
          </a:p>
        </p:txBody>
      </p:sp>
      <p:cxnSp>
        <p:nvCxnSpPr>
          <p:cNvPr id="3151" name="Google Shape;3151;p68"/>
          <p:cNvCxnSpPr>
            <a:stCxn id="3142" idx="3"/>
            <a:endCxn id="3148" idx="0"/>
          </p:cNvCxnSpPr>
          <p:nvPr/>
        </p:nvCxnSpPr>
        <p:spPr>
          <a:xfrm rot="5400000">
            <a:off x="3057905" y="2864476"/>
            <a:ext cx="620700" cy="1102500"/>
          </a:xfrm>
          <a:prstGeom prst="bentConnector3">
            <a:avLst>
              <a:gd fmla="val 50001" name="adj1"/>
            </a:avLst>
          </a:prstGeom>
          <a:noFill/>
          <a:ln cap="flat" cmpd="sng" w="9525">
            <a:solidFill>
              <a:srgbClr val="1C1C1C"/>
            </a:solidFill>
            <a:prstDash val="solid"/>
            <a:miter lim="800000"/>
            <a:headEnd len="med" w="med" type="none"/>
            <a:tailEnd len="med" w="med" type="none"/>
          </a:ln>
        </p:spPr>
      </p:cxnSp>
      <p:cxnSp>
        <p:nvCxnSpPr>
          <p:cNvPr id="3152" name="Google Shape;3152;p68"/>
          <p:cNvCxnSpPr>
            <a:stCxn id="3143" idx="3"/>
            <a:endCxn id="3149" idx="0"/>
          </p:cNvCxnSpPr>
          <p:nvPr/>
        </p:nvCxnSpPr>
        <p:spPr>
          <a:xfrm rot="5400000">
            <a:off x="4974830" y="4281236"/>
            <a:ext cx="1204800" cy="399300"/>
          </a:xfrm>
          <a:prstGeom prst="bentConnector3">
            <a:avLst>
              <a:gd fmla="val 50005" name="adj1"/>
            </a:avLst>
          </a:prstGeom>
          <a:noFill/>
          <a:ln cap="flat" cmpd="sng" w="9525">
            <a:solidFill>
              <a:srgbClr val="1C1C1C"/>
            </a:solidFill>
            <a:prstDash val="solid"/>
            <a:miter lim="800000"/>
            <a:headEnd len="med" w="med" type="none"/>
            <a:tailEnd len="med" w="med" type="none"/>
          </a:ln>
        </p:spPr>
      </p:cxnSp>
      <p:cxnSp>
        <p:nvCxnSpPr>
          <p:cNvPr id="3153" name="Google Shape;3153;p68"/>
          <p:cNvCxnSpPr>
            <a:stCxn id="3144" idx="3"/>
            <a:endCxn id="3150" idx="0"/>
          </p:cNvCxnSpPr>
          <p:nvPr/>
        </p:nvCxnSpPr>
        <p:spPr>
          <a:xfrm rot="5400000">
            <a:off x="7173901" y="5133374"/>
            <a:ext cx="1225500" cy="674700"/>
          </a:xfrm>
          <a:prstGeom prst="bentConnector3">
            <a:avLst>
              <a:gd fmla="val 50002" name="adj1"/>
            </a:avLst>
          </a:prstGeom>
          <a:noFill/>
          <a:ln cap="flat" cmpd="sng" w="9525">
            <a:solidFill>
              <a:srgbClr val="1C1C1C"/>
            </a:solidFill>
            <a:prstDash val="solid"/>
            <a:miter lim="800000"/>
            <a:headEnd len="med" w="med" type="none"/>
            <a:tailEnd len="med" w="med" type="none"/>
          </a:ln>
        </p:spPr>
      </p:cxnSp>
      <p:sp>
        <p:nvSpPr>
          <p:cNvPr id="3154" name="Google Shape;3154;p68"/>
          <p:cNvSpPr/>
          <p:nvPr/>
        </p:nvSpPr>
        <p:spPr>
          <a:xfrm>
            <a:off x="7855713" y="2686276"/>
            <a:ext cx="536575" cy="1639887"/>
          </a:xfrm>
          <a:prstGeom prst="can">
            <a:avLst>
              <a:gd fmla="val 27945" name="adj"/>
            </a:avLst>
          </a:prstGeom>
          <a:solidFill>
            <a:srgbClr val="00B050"/>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155" name="Google Shape;3155;p68"/>
          <p:cNvSpPr/>
          <p:nvPr/>
        </p:nvSpPr>
        <p:spPr>
          <a:xfrm>
            <a:off x="5606224" y="2679924"/>
            <a:ext cx="341312" cy="996950"/>
          </a:xfrm>
          <a:prstGeom prst="can">
            <a:avLst>
              <a:gd fmla="val 28209" name="adj"/>
            </a:avLst>
          </a:prstGeom>
          <a:solidFill>
            <a:srgbClr val="00B050"/>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156" name="Google Shape;3156;p68"/>
          <p:cNvSpPr/>
          <p:nvPr/>
        </p:nvSpPr>
        <p:spPr>
          <a:xfrm>
            <a:off x="3812349" y="2687863"/>
            <a:ext cx="214312" cy="339725"/>
          </a:xfrm>
          <a:prstGeom prst="can">
            <a:avLst>
              <a:gd fmla="val 26911" name="adj"/>
            </a:avLst>
          </a:prstGeom>
          <a:solidFill>
            <a:srgbClr val="2AC444"/>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157" name="Google Shape;3157;p68"/>
          <p:cNvSpPr txBox="1"/>
          <p:nvPr/>
        </p:nvSpPr>
        <p:spPr>
          <a:xfrm>
            <a:off x="1888299" y="3654651"/>
            <a:ext cx="2754312" cy="307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a:t>
            </a:r>
            <a:endParaRPr b="1" sz="14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141"/>
                                        </p:tgtEl>
                                        <p:attrNameLst>
                                          <p:attrName>style.visibility</p:attrName>
                                        </p:attrNameLst>
                                      </p:cBhvr>
                                      <p:to>
                                        <p:strVal val="visible"/>
                                      </p:to>
                                    </p:set>
                                    <p:anim calcmode="lin" valueType="num">
                                      <p:cBhvr additive="base">
                                        <p:cTn dur="500"/>
                                        <p:tgtEl>
                                          <p:spTgt spid="314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142"/>
                                        </p:tgtEl>
                                        <p:attrNameLst>
                                          <p:attrName>style.visibility</p:attrName>
                                        </p:attrNameLst>
                                      </p:cBhvr>
                                      <p:to>
                                        <p:strVal val="visible"/>
                                      </p:to>
                                    </p:set>
                                    <p:anim calcmode="lin" valueType="num">
                                      <p:cBhvr additive="base">
                                        <p:cTn dur="500"/>
                                        <p:tgtEl>
                                          <p:spTgt spid="31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3151"/>
                                        </p:tgtEl>
                                        <p:attrNameLst>
                                          <p:attrName>style.visibility</p:attrName>
                                        </p:attrNameLst>
                                      </p:cBhvr>
                                      <p:to>
                                        <p:strVal val="visible"/>
                                      </p:to>
                                    </p:set>
                                    <p:anim calcmode="lin" valueType="num">
                                      <p:cBhvr additive="base">
                                        <p:cTn dur="500"/>
                                        <p:tgtEl>
                                          <p:spTgt spid="315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3156"/>
                                        </p:tgtEl>
                                        <p:attrNameLst>
                                          <p:attrName>style.visibility</p:attrName>
                                        </p:attrNameLst>
                                      </p:cBhvr>
                                      <p:to>
                                        <p:strVal val="visible"/>
                                      </p:to>
                                    </p:set>
                                    <p:anim calcmode="lin" valueType="num">
                                      <p:cBhvr additive="base">
                                        <p:cTn dur="500"/>
                                        <p:tgtEl>
                                          <p:spTgt spid="3156"/>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45"/>
                                        </p:tgtEl>
                                        <p:attrNameLst>
                                          <p:attrName>style.visibility</p:attrName>
                                        </p:attrNameLst>
                                      </p:cBhvr>
                                      <p:to>
                                        <p:strVal val="visible"/>
                                      </p:to>
                                    </p:set>
                                    <p:animEffect filter="fade" transition="in">
                                      <p:cBhvr>
                                        <p:cTn dur="500"/>
                                        <p:tgtEl>
                                          <p:spTgt spid="31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48"/>
                                        </p:tgtEl>
                                        <p:attrNameLst>
                                          <p:attrName>style.visibility</p:attrName>
                                        </p:attrNameLst>
                                      </p:cBhvr>
                                      <p:to>
                                        <p:strVal val="visible"/>
                                      </p:to>
                                    </p:set>
                                    <p:animEffect filter="fade" transition="in">
                                      <p:cBhvr>
                                        <p:cTn dur="500"/>
                                        <p:tgtEl>
                                          <p:spTgt spid="3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143"/>
                                        </p:tgtEl>
                                        <p:attrNameLst>
                                          <p:attrName>style.visibility</p:attrName>
                                        </p:attrNameLst>
                                      </p:cBhvr>
                                      <p:to>
                                        <p:strVal val="visible"/>
                                      </p:to>
                                    </p:set>
                                    <p:anim calcmode="lin" valueType="num">
                                      <p:cBhvr additive="base">
                                        <p:cTn dur="500"/>
                                        <p:tgtEl>
                                          <p:spTgt spid="31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3152"/>
                                        </p:tgtEl>
                                        <p:attrNameLst>
                                          <p:attrName>style.visibility</p:attrName>
                                        </p:attrNameLst>
                                      </p:cBhvr>
                                      <p:to>
                                        <p:strVal val="visible"/>
                                      </p:to>
                                    </p:set>
                                    <p:anim calcmode="lin" valueType="num">
                                      <p:cBhvr additive="base">
                                        <p:cTn dur="500"/>
                                        <p:tgtEl>
                                          <p:spTgt spid="31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3155"/>
                                        </p:tgtEl>
                                        <p:attrNameLst>
                                          <p:attrName>style.visibility</p:attrName>
                                        </p:attrNameLst>
                                      </p:cBhvr>
                                      <p:to>
                                        <p:strVal val="visible"/>
                                      </p:to>
                                    </p:set>
                                    <p:anim calcmode="lin" valueType="num">
                                      <p:cBhvr additive="base">
                                        <p:cTn dur="500"/>
                                        <p:tgtEl>
                                          <p:spTgt spid="3155"/>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46"/>
                                        </p:tgtEl>
                                        <p:attrNameLst>
                                          <p:attrName>style.visibility</p:attrName>
                                        </p:attrNameLst>
                                      </p:cBhvr>
                                      <p:to>
                                        <p:strVal val="visible"/>
                                      </p:to>
                                    </p:set>
                                    <p:animEffect filter="fade" transition="in">
                                      <p:cBhvr>
                                        <p:cTn dur="500"/>
                                        <p:tgtEl>
                                          <p:spTgt spid="31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49"/>
                                        </p:tgtEl>
                                        <p:attrNameLst>
                                          <p:attrName>style.visibility</p:attrName>
                                        </p:attrNameLst>
                                      </p:cBhvr>
                                      <p:to>
                                        <p:strVal val="visible"/>
                                      </p:to>
                                    </p:set>
                                    <p:animEffect filter="fade" transition="in">
                                      <p:cBhvr>
                                        <p:cTn dur="500"/>
                                        <p:tgtEl>
                                          <p:spTgt spid="3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144"/>
                                        </p:tgtEl>
                                        <p:attrNameLst>
                                          <p:attrName>style.visibility</p:attrName>
                                        </p:attrNameLst>
                                      </p:cBhvr>
                                      <p:to>
                                        <p:strVal val="visible"/>
                                      </p:to>
                                    </p:set>
                                    <p:anim calcmode="lin" valueType="num">
                                      <p:cBhvr additive="base">
                                        <p:cTn dur="500"/>
                                        <p:tgtEl>
                                          <p:spTgt spid="314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3153"/>
                                        </p:tgtEl>
                                        <p:attrNameLst>
                                          <p:attrName>style.visibility</p:attrName>
                                        </p:attrNameLst>
                                      </p:cBhvr>
                                      <p:to>
                                        <p:strVal val="visible"/>
                                      </p:to>
                                    </p:set>
                                    <p:anim calcmode="lin" valueType="num">
                                      <p:cBhvr additive="base">
                                        <p:cTn dur="500"/>
                                        <p:tgtEl>
                                          <p:spTgt spid="31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3154"/>
                                        </p:tgtEl>
                                        <p:attrNameLst>
                                          <p:attrName>style.visibility</p:attrName>
                                        </p:attrNameLst>
                                      </p:cBhvr>
                                      <p:to>
                                        <p:strVal val="visible"/>
                                      </p:to>
                                    </p:set>
                                    <p:anim calcmode="lin" valueType="num">
                                      <p:cBhvr additive="base">
                                        <p:cTn dur="500"/>
                                        <p:tgtEl>
                                          <p:spTgt spid="3154"/>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47"/>
                                        </p:tgtEl>
                                        <p:attrNameLst>
                                          <p:attrName>style.visibility</p:attrName>
                                        </p:attrNameLst>
                                      </p:cBhvr>
                                      <p:to>
                                        <p:strVal val="visible"/>
                                      </p:to>
                                    </p:set>
                                    <p:animEffect filter="fade" transition="in">
                                      <p:cBhvr>
                                        <p:cTn dur="500"/>
                                        <p:tgtEl>
                                          <p:spTgt spid="31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50"/>
                                        </p:tgtEl>
                                        <p:attrNameLst>
                                          <p:attrName>style.visibility</p:attrName>
                                        </p:attrNameLst>
                                      </p:cBhvr>
                                      <p:to>
                                        <p:strVal val="visible"/>
                                      </p:to>
                                    </p:set>
                                    <p:animEffect filter="fade" transition="in">
                                      <p:cBhvr>
                                        <p:cTn dur="500"/>
                                        <p:tgtEl>
                                          <p:spTgt spid="315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157"/>
                                        </p:tgtEl>
                                        <p:attrNameLst>
                                          <p:attrName>style.visibility</p:attrName>
                                        </p:attrNameLst>
                                      </p:cBhvr>
                                      <p:to>
                                        <p:strVal val="visible"/>
                                      </p:to>
                                    </p:set>
                                    <p:animEffect filter="fade" transition="in">
                                      <p:cBhvr>
                                        <p:cTn dur="500"/>
                                        <p:tgtEl>
                                          <p:spTgt spid="3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61" name="Shape 3161"/>
        <p:cNvGrpSpPr/>
        <p:nvPr/>
      </p:nvGrpSpPr>
      <p:grpSpPr>
        <a:xfrm>
          <a:off x="0" y="0"/>
          <a:ext cx="0" cy="0"/>
          <a:chOff x="0" y="0"/>
          <a:chExt cx="0" cy="0"/>
        </a:xfrm>
      </p:grpSpPr>
      <p:sp>
        <p:nvSpPr>
          <p:cNvPr id="3162" name="Google Shape;3162;p69"/>
          <p:cNvSpPr txBox="1"/>
          <p:nvPr>
            <p:ph type="ctrTitle"/>
          </p:nvPr>
        </p:nvSpPr>
        <p:spPr>
          <a:xfrm>
            <a:off x="1524000" y="2259876"/>
            <a:ext cx="9347200" cy="2130951"/>
          </a:xfrm>
          <a:prstGeom prst="rect">
            <a:avLst/>
          </a:prstGeom>
          <a:noFill/>
          <a:ln>
            <a:noFill/>
          </a:ln>
        </p:spPr>
        <p:txBody>
          <a:bodyPr anchorCtr="1" anchor="ctr" bIns="45700" lIns="91425" spcFirstLastPara="1" rIns="91425" wrap="square" tIns="45700">
            <a:normAutofit/>
          </a:bodyPr>
          <a:lstStyle/>
          <a:p>
            <a:pPr indent="0" lvl="0" marL="0" rtl="0" algn="ctr">
              <a:lnSpc>
                <a:spcPct val="90000"/>
              </a:lnSpc>
              <a:spcBef>
                <a:spcPts val="0"/>
              </a:spcBef>
              <a:spcAft>
                <a:spcPts val="0"/>
              </a:spcAft>
              <a:buClr>
                <a:srgbClr val="004A66"/>
              </a:buClr>
              <a:buSzPts val="6000"/>
              <a:buFont typeface="Times New Roman"/>
              <a:buNone/>
            </a:pPr>
            <a:r>
              <a:rPr b="1" lang="en-US">
                <a:solidFill>
                  <a:srgbClr val="004A66"/>
                </a:solidFill>
                <a:latin typeface="Times New Roman"/>
                <a:ea typeface="Times New Roman"/>
                <a:cs typeface="Times New Roman"/>
                <a:sym typeface="Times New Roman"/>
              </a:rPr>
              <a:t>Cycle de vie de la méthode SCRUM</a:t>
            </a:r>
            <a:endParaRPr b="1">
              <a:solidFill>
                <a:srgbClr val="004A66"/>
              </a:solidFill>
              <a:latin typeface="Times New Roman"/>
              <a:ea typeface="Times New Roman"/>
              <a:cs typeface="Times New Roman"/>
              <a:sym typeface="Times New Roman"/>
            </a:endParaRPr>
          </a:p>
        </p:txBody>
      </p:sp>
      <p:sp>
        <p:nvSpPr>
          <p:cNvPr id="3163" name="Google Shape;3163;p69"/>
          <p:cNvSpPr/>
          <p:nvPr/>
        </p:nvSpPr>
        <p:spPr>
          <a:xfrm>
            <a:off x="0" y="1"/>
            <a:ext cx="5920619" cy="2130951"/>
          </a:xfrm>
          <a:custGeom>
            <a:rect b="b" l="l" r="r" t="t"/>
            <a:pathLst>
              <a:path extrusionOk="0" h="2130951" w="5920619">
                <a:moveTo>
                  <a:pt x="0" y="0"/>
                </a:moveTo>
                <a:lnTo>
                  <a:pt x="3191370" y="0"/>
                </a:lnTo>
                <a:lnTo>
                  <a:pt x="3346315" y="0"/>
                </a:lnTo>
                <a:lnTo>
                  <a:pt x="5920619" y="0"/>
                </a:lnTo>
                <a:lnTo>
                  <a:pt x="4936971" y="2130951"/>
                </a:lnTo>
                <a:lnTo>
                  <a:pt x="0" y="2130951"/>
                </a:lnTo>
                <a:close/>
              </a:path>
            </a:pathLst>
          </a:cu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4" name="Google Shape;3164;p69"/>
          <p:cNvSpPr/>
          <p:nvPr/>
        </p:nvSpPr>
        <p:spPr>
          <a:xfrm>
            <a:off x="5097839" y="0"/>
            <a:ext cx="7094160" cy="2130952"/>
          </a:xfrm>
          <a:custGeom>
            <a:rect b="b" l="l" r="r" t="t"/>
            <a:pathLst>
              <a:path extrusionOk="0" h="2130952" w="7094160">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5" name="Google Shape;3165;p69"/>
          <p:cNvSpPr/>
          <p:nvPr/>
        </p:nvSpPr>
        <p:spPr>
          <a:xfrm flipH="1">
            <a:off x="6149721" y="4682920"/>
            <a:ext cx="4522796" cy="2175080"/>
          </a:xfrm>
          <a:custGeom>
            <a:rect b="b" l="l" r="r" t="t"/>
            <a:pathLst>
              <a:path extrusionOk="0" h="2175080" w="4522796">
                <a:moveTo>
                  <a:pt x="3515449" y="0"/>
                </a:moveTo>
                <a:lnTo>
                  <a:pt x="0" y="0"/>
                </a:lnTo>
                <a:lnTo>
                  <a:pt x="0" y="2175080"/>
                </a:lnTo>
                <a:lnTo>
                  <a:pt x="4522796" y="217508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3166" name="Google Shape;3166;p69"/>
          <p:cNvSpPr/>
          <p:nvPr/>
        </p:nvSpPr>
        <p:spPr>
          <a:xfrm>
            <a:off x="6266810" y="4682920"/>
            <a:ext cx="5925190" cy="2175080"/>
          </a:xfrm>
          <a:custGeom>
            <a:rect b="b" l="l" r="r" t="t"/>
            <a:pathLst>
              <a:path extrusionOk="0" h="2175080" w="5925190">
                <a:moveTo>
                  <a:pt x="1007347" y="0"/>
                </a:moveTo>
                <a:lnTo>
                  <a:pt x="5925190" y="0"/>
                </a:lnTo>
                <a:lnTo>
                  <a:pt x="5925190" y="2175080"/>
                </a:lnTo>
                <a:lnTo>
                  <a:pt x="0" y="217508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7" name="Google Shape;3167;p69"/>
          <p:cNvSpPr/>
          <p:nvPr/>
        </p:nvSpPr>
        <p:spPr>
          <a:xfrm>
            <a:off x="0" y="4682920"/>
            <a:ext cx="7114535" cy="2175080"/>
          </a:xfrm>
          <a:custGeom>
            <a:rect b="b" l="l" r="r" t="t"/>
            <a:pathLst>
              <a:path extrusionOk="0" h="2175080" w="7114535">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8" name="Google Shape;3168;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72" name="Shape 3172"/>
        <p:cNvGrpSpPr/>
        <p:nvPr/>
      </p:nvGrpSpPr>
      <p:grpSpPr>
        <a:xfrm>
          <a:off x="0" y="0"/>
          <a:ext cx="0" cy="0"/>
          <a:chOff x="0" y="0"/>
          <a:chExt cx="0" cy="0"/>
        </a:xfrm>
      </p:grpSpPr>
      <p:sp>
        <p:nvSpPr>
          <p:cNvPr id="3173" name="Google Shape;3173;p70"/>
          <p:cNvSpPr/>
          <p:nvPr/>
        </p:nvSpPr>
        <p:spPr>
          <a:xfrm>
            <a:off x="1" y="3726"/>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74" name="Google Shape;3174;p7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75" name="Google Shape;3175;p70"/>
          <p:cNvSpPr txBox="1"/>
          <p:nvPr>
            <p:ph type="title"/>
          </p:nvPr>
        </p:nvSpPr>
        <p:spPr>
          <a:xfrm>
            <a:off x="5536367" y="39055"/>
            <a:ext cx="5535714" cy="82169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4A66"/>
              </a:buClr>
              <a:buSzPct val="100000"/>
              <a:buFont typeface="Times New Roman"/>
              <a:buNone/>
            </a:pPr>
            <a:r>
              <a:rPr b="1" lang="en-US">
                <a:solidFill>
                  <a:srgbClr val="004A66"/>
                </a:solidFill>
                <a:latin typeface="Times New Roman"/>
                <a:ea typeface="Times New Roman"/>
                <a:cs typeface="Times New Roman"/>
                <a:sym typeface="Times New Roman"/>
              </a:rPr>
              <a:t>Cycle de développement</a:t>
            </a:r>
            <a:endParaRPr b="1">
              <a:solidFill>
                <a:srgbClr val="004A66"/>
              </a:solidFill>
              <a:latin typeface="Times New Roman"/>
              <a:ea typeface="Times New Roman"/>
              <a:cs typeface="Times New Roman"/>
              <a:sym typeface="Times New Roman"/>
            </a:endParaRPr>
          </a:p>
        </p:txBody>
      </p:sp>
      <p:sp>
        <p:nvSpPr>
          <p:cNvPr id="3176" name="Google Shape;3176;p70"/>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cap="flat" cmpd="sng" w="12700">
            <a:solidFill>
              <a:srgbClr val="85D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N:\CNAM\Oral Probatoire\Images\ScrumProcess_BACKLOGPDT_Highlight.jpg" id="3177" name="Google Shape;3177;p70"/>
          <p:cNvPicPr preferRelativeResize="0"/>
          <p:nvPr/>
        </p:nvPicPr>
        <p:blipFill rotWithShape="1">
          <a:blip r:embed="rId4">
            <a:alphaModFix/>
          </a:blip>
          <a:srcRect b="0" l="0" r="0" t="0"/>
          <a:stretch/>
        </p:blipFill>
        <p:spPr>
          <a:xfrm>
            <a:off x="-46171" y="2133740"/>
            <a:ext cx="4763314" cy="2191124"/>
          </a:xfrm>
          <a:prstGeom prst="rect">
            <a:avLst/>
          </a:prstGeom>
          <a:noFill/>
          <a:ln>
            <a:noFill/>
          </a:ln>
        </p:spPr>
      </p:pic>
      <p:sp>
        <p:nvSpPr>
          <p:cNvPr id="3178" name="Google Shape;3178;p70"/>
          <p:cNvSpPr txBox="1"/>
          <p:nvPr>
            <p:ph idx="1" type="body"/>
          </p:nvPr>
        </p:nvSpPr>
        <p:spPr>
          <a:xfrm>
            <a:off x="6090574" y="1057113"/>
            <a:ext cx="4977578" cy="1880109"/>
          </a:xfrm>
          <a:prstGeom prst="rect">
            <a:avLst/>
          </a:prstGeom>
          <a:solidFill>
            <a:srgbClr val="E6F7C8"/>
          </a:solidFill>
          <a:ln cap="flat" cmpd="sng" w="9525">
            <a:solidFill>
              <a:srgbClr val="E6F7C8"/>
            </a:solidFill>
            <a:prstDash val="solid"/>
            <a:round/>
            <a:headEnd len="sm" w="sm" type="none"/>
            <a:tailEnd len="sm" w="sm" type="none"/>
          </a:ln>
        </p:spPr>
        <p:txBody>
          <a:bodyPr anchorCtr="0" anchor="ctr" bIns="45700" lIns="91425" spcFirstLastPara="1" rIns="91425" wrap="square" tIns="45700">
            <a:normAutofit lnSpcReduction="10000"/>
          </a:bodyPr>
          <a:lstStyle/>
          <a:p>
            <a:pPr indent="0" lvl="0" marL="0" rtl="0" algn="just">
              <a:lnSpc>
                <a:spcPct val="90000"/>
              </a:lnSpc>
              <a:spcBef>
                <a:spcPts val="0"/>
              </a:spcBef>
              <a:spcAft>
                <a:spcPts val="0"/>
              </a:spcAft>
              <a:buClr>
                <a:srgbClr val="3D590D"/>
              </a:buClr>
              <a:buSzPts val="2200"/>
              <a:buNone/>
            </a:pPr>
            <a:r>
              <a:rPr b="1" lang="en-US" sz="2200">
                <a:solidFill>
                  <a:srgbClr val="3D590D"/>
                </a:solidFill>
                <a:latin typeface="Times New Roman"/>
                <a:ea typeface="Times New Roman"/>
                <a:cs typeface="Times New Roman"/>
                <a:sym typeface="Times New Roman"/>
              </a:rPr>
              <a:t>Backlog de produit </a:t>
            </a:r>
            <a:r>
              <a:rPr lang="en-US" sz="2200">
                <a:solidFill>
                  <a:srgbClr val="3D590D"/>
                </a:solidFill>
                <a:latin typeface="Times New Roman"/>
                <a:ea typeface="Times New Roman"/>
                <a:cs typeface="Times New Roman"/>
                <a:sym typeface="Times New Roman"/>
              </a:rPr>
              <a:t>(</a:t>
            </a:r>
            <a:r>
              <a:rPr b="1" lang="en-US" sz="2200">
                <a:solidFill>
                  <a:srgbClr val="3D590D"/>
                </a:solidFill>
                <a:latin typeface="Times New Roman"/>
                <a:ea typeface="Times New Roman"/>
                <a:cs typeface="Times New Roman"/>
                <a:sym typeface="Times New Roman"/>
              </a:rPr>
              <a:t>catalogue des besoins </a:t>
            </a:r>
            <a:r>
              <a:rPr lang="en-US" sz="2200">
                <a:solidFill>
                  <a:srgbClr val="3D590D"/>
                </a:solidFill>
                <a:latin typeface="Times New Roman"/>
                <a:ea typeface="Times New Roman"/>
                <a:cs typeface="Times New Roman"/>
                <a:sym typeface="Times New Roman"/>
              </a:rPr>
              <a:t>) </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est une liste priorisée d'exigences, d'histoires, de caractéristiques ou autre. Des produits que le client veut, décrites selon la terminologie du client.</a:t>
            </a:r>
            <a:endParaRPr sz="2200">
              <a:solidFill>
                <a:srgbClr val="000000"/>
              </a:solidFill>
              <a:latin typeface="Times New Roman"/>
              <a:ea typeface="Times New Roman"/>
              <a:cs typeface="Times New Roman"/>
              <a:sym typeface="Times New Roman"/>
            </a:endParaRPr>
          </a:p>
        </p:txBody>
      </p:sp>
      <p:sp>
        <p:nvSpPr>
          <p:cNvPr id="3179" name="Google Shape;3179;p70"/>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180" name="Google Shape;3180;p70"/>
          <p:cNvSpPr txBox="1"/>
          <p:nvPr/>
        </p:nvSpPr>
        <p:spPr>
          <a:xfrm>
            <a:off x="5468524" y="3048731"/>
            <a:ext cx="6052916" cy="3090850"/>
          </a:xfrm>
          <a:prstGeom prst="rect">
            <a:avLst/>
          </a:prstGeom>
          <a:solidFill>
            <a:srgbClr val="FDF0E9"/>
          </a:solidFill>
          <a:ln cap="flat" cmpd="sng" w="9525">
            <a:solidFill>
              <a:srgbClr val="FDF0E9"/>
            </a:solidFill>
            <a:prstDash val="solid"/>
            <a:round/>
            <a:headEnd len="sm" w="sm" type="none"/>
            <a:tailEnd len="sm" w="sm" type="none"/>
          </a:ln>
        </p:spPr>
        <p:txBody>
          <a:bodyPr anchorCtr="0" anchor="ctr" bIns="45700" lIns="91425" spcFirstLastPara="1" rIns="91425" wrap="square" tIns="45700">
            <a:normAutofit/>
          </a:bodyPr>
          <a:lstStyle/>
          <a:p>
            <a:pPr indent="-514350" lvl="0" marL="514350" marR="0" rtl="0" algn="just">
              <a:lnSpc>
                <a:spcPct val="90000"/>
              </a:lnSpc>
              <a:spcBef>
                <a:spcPts val="0"/>
              </a:spcBef>
              <a:spcAft>
                <a:spcPts val="0"/>
              </a:spcAft>
              <a:buClr>
                <a:srgbClr val="D4530F"/>
              </a:buClr>
              <a:buSzPts val="2400"/>
              <a:buFont typeface="Calibri"/>
              <a:buAutoNum type="arabicPeriod"/>
            </a:pPr>
            <a:r>
              <a:rPr b="1" lang="en-US" sz="2400" u="sng">
                <a:solidFill>
                  <a:srgbClr val="D4530F"/>
                </a:solidFill>
                <a:latin typeface="Times New Roman"/>
                <a:ea typeface="Times New Roman"/>
                <a:cs typeface="Times New Roman"/>
                <a:sym typeface="Times New Roman"/>
              </a:rPr>
              <a:t>ID</a:t>
            </a:r>
            <a:r>
              <a:rPr lang="en-US" sz="2400" u="sng">
                <a:solidFill>
                  <a:srgbClr val="D4530F"/>
                </a:solidFill>
                <a:latin typeface="Times New Roman"/>
                <a:ea typeface="Times New Roman"/>
                <a:cs typeface="Times New Roman"/>
                <a:sym typeface="Times New Roman"/>
              </a:rPr>
              <a:t>: </a:t>
            </a:r>
            <a:r>
              <a:rPr lang="en-US" sz="2400" u="sng">
                <a:solidFill>
                  <a:schemeClr val="dk1"/>
                </a:solidFill>
                <a:latin typeface="Times New Roman"/>
                <a:ea typeface="Times New Roman"/>
                <a:cs typeface="Times New Roman"/>
                <a:sym typeface="Times New Roman"/>
              </a:rPr>
              <a:t>un identifiant unique, </a:t>
            </a:r>
            <a:endParaRPr/>
          </a:p>
          <a:p>
            <a:pPr indent="-514350" lvl="0" marL="514350" marR="0" rtl="0" algn="just">
              <a:lnSpc>
                <a:spcPct val="90000"/>
              </a:lnSpc>
              <a:spcBef>
                <a:spcPts val="1000"/>
              </a:spcBef>
              <a:spcAft>
                <a:spcPts val="0"/>
              </a:spcAft>
              <a:buClr>
                <a:srgbClr val="D4530F"/>
              </a:buClr>
              <a:buSzPts val="2400"/>
              <a:buFont typeface="Calibri"/>
              <a:buAutoNum type="arabicPeriod"/>
            </a:pPr>
            <a:r>
              <a:rPr b="1" lang="en-US" sz="2400" u="sng">
                <a:solidFill>
                  <a:srgbClr val="D4530F"/>
                </a:solidFill>
                <a:latin typeface="Times New Roman"/>
                <a:ea typeface="Times New Roman"/>
                <a:cs typeface="Times New Roman"/>
                <a:sym typeface="Times New Roman"/>
              </a:rPr>
              <a:t>Nom:</a:t>
            </a:r>
            <a:r>
              <a:rPr lang="en-US" sz="2400" u="sng">
                <a:solidFill>
                  <a:schemeClr val="dk1"/>
                </a:solidFill>
                <a:latin typeface="Times New Roman"/>
                <a:ea typeface="Times New Roman"/>
                <a:cs typeface="Times New Roman"/>
                <a:sym typeface="Times New Roman"/>
              </a:rPr>
              <a:t> une description courte de l'histoire. </a:t>
            </a:r>
            <a:endParaRPr/>
          </a:p>
          <a:p>
            <a:pPr indent="-514350" lvl="0" marL="514350" marR="0" rtl="0" algn="just">
              <a:lnSpc>
                <a:spcPct val="90000"/>
              </a:lnSpc>
              <a:spcBef>
                <a:spcPts val="1000"/>
              </a:spcBef>
              <a:spcAft>
                <a:spcPts val="0"/>
              </a:spcAft>
              <a:buClr>
                <a:srgbClr val="D4530F"/>
              </a:buClr>
              <a:buSzPts val="2400"/>
              <a:buFont typeface="Calibri"/>
              <a:buAutoNum type="arabicPeriod"/>
            </a:pPr>
            <a:r>
              <a:rPr b="1" lang="en-US" sz="2400" u="sng">
                <a:solidFill>
                  <a:srgbClr val="D4530F"/>
                </a:solidFill>
                <a:latin typeface="Times New Roman"/>
                <a:ea typeface="Times New Roman"/>
                <a:cs typeface="Times New Roman"/>
                <a:sym typeface="Times New Roman"/>
              </a:rPr>
              <a:t>Importance:</a:t>
            </a:r>
            <a:r>
              <a:rPr lang="en-US" sz="2400" u="sng">
                <a:solidFill>
                  <a:schemeClr val="dk1"/>
                </a:solidFill>
                <a:latin typeface="Times New Roman"/>
                <a:ea typeface="Times New Roman"/>
                <a:cs typeface="Times New Roman"/>
                <a:sym typeface="Times New Roman"/>
              </a:rPr>
              <a:t>  attribuée par le directeur de produit à cette histoire. </a:t>
            </a:r>
            <a:endParaRPr/>
          </a:p>
          <a:p>
            <a:pPr indent="-514350" lvl="0" marL="514350" marR="0" rtl="0" algn="just">
              <a:lnSpc>
                <a:spcPct val="90000"/>
              </a:lnSpc>
              <a:spcBef>
                <a:spcPts val="1000"/>
              </a:spcBef>
              <a:spcAft>
                <a:spcPts val="0"/>
              </a:spcAft>
              <a:buClr>
                <a:srgbClr val="D4530F"/>
              </a:buClr>
              <a:buSzPts val="2400"/>
              <a:buFont typeface="Calibri"/>
              <a:buAutoNum type="arabicPeriod"/>
            </a:pPr>
            <a:r>
              <a:rPr b="1" lang="en-US" sz="2400" u="sng">
                <a:solidFill>
                  <a:srgbClr val="D4530F"/>
                </a:solidFill>
                <a:latin typeface="Times New Roman"/>
                <a:ea typeface="Times New Roman"/>
                <a:cs typeface="Times New Roman"/>
                <a:sym typeface="Times New Roman"/>
              </a:rPr>
              <a:t>Estimation initiale: </a:t>
            </a:r>
            <a:r>
              <a:rPr lang="en-US" sz="2400" u="sng">
                <a:solidFill>
                  <a:schemeClr val="dk1"/>
                </a:solidFill>
                <a:latin typeface="Times New Roman"/>
                <a:ea typeface="Times New Roman"/>
                <a:cs typeface="Times New Roman"/>
                <a:sym typeface="Times New Roman"/>
              </a:rPr>
              <a:t>l'évaluation initiale de l'équipe sur la quantité de travail.</a:t>
            </a:r>
            <a:endParaRPr/>
          </a:p>
          <a:p>
            <a:pPr indent="-514350" lvl="0" marL="514350" marR="0" rtl="0" algn="just">
              <a:lnSpc>
                <a:spcPct val="90000"/>
              </a:lnSpc>
              <a:spcBef>
                <a:spcPts val="1000"/>
              </a:spcBef>
              <a:spcAft>
                <a:spcPts val="0"/>
              </a:spcAft>
              <a:buClr>
                <a:srgbClr val="D4530F"/>
              </a:buClr>
              <a:buSzPts val="2400"/>
              <a:buFont typeface="Calibri"/>
              <a:buAutoNum type="arabicPeriod"/>
            </a:pPr>
            <a:r>
              <a:rPr b="1" lang="en-US" sz="2400" u="sng">
                <a:solidFill>
                  <a:srgbClr val="D4530F"/>
                </a:solidFill>
                <a:latin typeface="Times New Roman"/>
                <a:ea typeface="Times New Roman"/>
                <a:cs typeface="Times New Roman"/>
                <a:sym typeface="Times New Roman"/>
              </a:rPr>
              <a:t>Notes: </a:t>
            </a:r>
            <a:r>
              <a:rPr lang="en-US" sz="2400" u="sng">
                <a:solidFill>
                  <a:schemeClr val="dk1"/>
                </a:solidFill>
                <a:latin typeface="Times New Roman"/>
                <a:ea typeface="Times New Roman"/>
                <a:cs typeface="Times New Roman"/>
                <a:sym typeface="Times New Roman"/>
              </a:rPr>
              <a:t>n'importe quelle autre info,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85" name="Shape 3185"/>
        <p:cNvGrpSpPr/>
        <p:nvPr/>
      </p:nvGrpSpPr>
      <p:grpSpPr>
        <a:xfrm>
          <a:off x="0" y="0"/>
          <a:ext cx="0" cy="0"/>
          <a:chOff x="0" y="0"/>
          <a:chExt cx="0" cy="0"/>
        </a:xfrm>
      </p:grpSpPr>
      <p:sp>
        <p:nvSpPr>
          <p:cNvPr id="3186" name="Google Shape;3186;p71"/>
          <p:cNvSpPr/>
          <p:nvPr/>
        </p:nvSpPr>
        <p:spPr>
          <a:xfrm>
            <a:off x="1" y="0"/>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87" name="Google Shape;3187;p7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88" name="Google Shape;3188;p71"/>
          <p:cNvSpPr txBox="1"/>
          <p:nvPr>
            <p:ph type="title"/>
          </p:nvPr>
        </p:nvSpPr>
        <p:spPr>
          <a:xfrm>
            <a:off x="5032254" y="150911"/>
            <a:ext cx="6775353" cy="14540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lang="en-US">
                <a:solidFill>
                  <a:srgbClr val="004A66"/>
                </a:solidFill>
                <a:latin typeface="Times New Roman"/>
                <a:ea typeface="Times New Roman"/>
                <a:cs typeface="Times New Roman"/>
                <a:sym typeface="Times New Roman"/>
              </a:rPr>
              <a:t>Cycle de développement</a:t>
            </a:r>
            <a:endParaRPr/>
          </a:p>
        </p:txBody>
      </p:sp>
      <p:sp>
        <p:nvSpPr>
          <p:cNvPr id="3189" name="Google Shape;3189;p71"/>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N:\CNAM\Oral Probatoire\Images\ScrumProcess_BACKLOGSPRINT_Highlight.jpg" id="3190" name="Google Shape;3190;p71"/>
          <p:cNvPicPr preferRelativeResize="0"/>
          <p:nvPr/>
        </p:nvPicPr>
        <p:blipFill rotWithShape="1">
          <a:blip r:embed="rId4">
            <a:alphaModFix/>
          </a:blip>
          <a:srcRect b="-1" l="23713" r="32336" t="0"/>
          <a:stretch/>
        </p:blipFill>
        <p:spPr>
          <a:xfrm>
            <a:off x="20" y="907231"/>
            <a:ext cx="4838021" cy="5063738"/>
          </a:xfrm>
          <a:custGeom>
            <a:rect b="b" l="l" r="r" t="t"/>
            <a:pathLst>
              <a:path extrusionOk="0" h="5063738" w="4838041">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ln>
            <a:noFill/>
          </a:ln>
        </p:spPr>
      </p:pic>
      <p:sp>
        <p:nvSpPr>
          <p:cNvPr id="3191" name="Google Shape;3191;p71"/>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192" name="Google Shape;3192;p71"/>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grpSp>
        <p:nvGrpSpPr>
          <p:cNvPr id="3193" name="Google Shape;3193;p71"/>
          <p:cNvGrpSpPr/>
          <p:nvPr/>
        </p:nvGrpSpPr>
        <p:grpSpPr>
          <a:xfrm>
            <a:off x="5609595" y="1327982"/>
            <a:ext cx="5611763" cy="4086367"/>
            <a:chOff x="586247" y="-212350"/>
            <a:chExt cx="5611763" cy="4086367"/>
          </a:xfrm>
        </p:grpSpPr>
        <p:sp>
          <p:nvSpPr>
            <p:cNvPr id="3194" name="Google Shape;3194;p71"/>
            <p:cNvSpPr/>
            <p:nvPr/>
          </p:nvSpPr>
          <p:spPr>
            <a:xfrm>
              <a:off x="1469140" y="-212350"/>
              <a:ext cx="3845977" cy="3845977"/>
            </a:xfrm>
            <a:custGeom>
              <a:rect b="b" l="l" r="r" t="t"/>
              <a:pathLst>
                <a:path extrusionOk="0" h="120000" w="120000">
                  <a:moveTo>
                    <a:pt x="91739" y="13471"/>
                  </a:moveTo>
                  <a:lnTo>
                    <a:pt x="91739" y="13471"/>
                  </a:lnTo>
                  <a:cubicBezTo>
                    <a:pt x="116737" y="30522"/>
                    <a:pt x="123794" y="64278"/>
                    <a:pt x="107722" y="89916"/>
                  </a:cubicBezTo>
                  <a:cubicBezTo>
                    <a:pt x="91650" y="115554"/>
                    <a:pt x="58192" y="123912"/>
                    <a:pt x="31952" y="108843"/>
                  </a:cubicBezTo>
                  <a:cubicBezTo>
                    <a:pt x="5711" y="93775"/>
                    <a:pt x="-3934" y="60665"/>
                    <a:pt x="10108" y="33862"/>
                  </a:cubicBezTo>
                  <a:lnTo>
                    <a:pt x="7038" y="31869"/>
                  </a:lnTo>
                  <a:lnTo>
                    <a:pt x="15616" y="31198"/>
                  </a:lnTo>
                  <a:lnTo>
                    <a:pt x="18932" y="39588"/>
                  </a:lnTo>
                  <a:lnTo>
                    <a:pt x="15864" y="37596"/>
                  </a:lnTo>
                  <a:lnTo>
                    <a:pt x="15864" y="37596"/>
                  </a:lnTo>
                  <a:cubicBezTo>
                    <a:pt x="3865" y="61235"/>
                    <a:pt x="12620" y="90130"/>
                    <a:pt x="35721" y="103133"/>
                  </a:cubicBezTo>
                  <a:cubicBezTo>
                    <a:pt x="58822" y="116137"/>
                    <a:pt x="88067" y="108631"/>
                    <a:pt x="102050" y="86110"/>
                  </a:cubicBezTo>
                  <a:cubicBezTo>
                    <a:pt x="116034" y="63589"/>
                    <a:pt x="109792" y="34049"/>
                    <a:pt x="87892" y="19110"/>
                  </a:cubicBezTo>
                  <a:close/>
                </a:path>
              </a:pathLst>
            </a:custGeom>
            <a:solidFill>
              <a:srgbClr val="D7CF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71"/>
            <p:cNvSpPr/>
            <p:nvPr/>
          </p:nvSpPr>
          <p:spPr>
            <a:xfrm>
              <a:off x="2043890" y="1068"/>
              <a:ext cx="2696477" cy="1348238"/>
            </a:xfrm>
            <a:prstGeom prst="roundRect">
              <a:avLst>
                <a:gd fmla="val 16667" name="adj"/>
              </a:avLst>
            </a:prstGeom>
            <a:gradFill>
              <a:gsLst>
                <a:gs pos="0">
                  <a:srgbClr val="8E648C"/>
                </a:gs>
                <a:gs pos="50000">
                  <a:srgbClr val="824A80"/>
                </a:gs>
                <a:gs pos="100000">
                  <a:srgbClr val="753E7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71"/>
            <p:cNvSpPr txBox="1"/>
            <p:nvPr/>
          </p:nvSpPr>
          <p:spPr>
            <a:xfrm>
              <a:off x="2109706" y="66884"/>
              <a:ext cx="2564845" cy="1216606"/>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Times New Roman"/>
                <a:buNone/>
              </a:pPr>
              <a:r>
                <a:rPr lang="en-US" sz="2000">
                  <a:solidFill>
                    <a:schemeClr val="lt1"/>
                  </a:solidFill>
                  <a:latin typeface="Times New Roman"/>
                  <a:ea typeface="Times New Roman"/>
                  <a:cs typeface="Times New Roman"/>
                  <a:sym typeface="Times New Roman"/>
                </a:rPr>
                <a:t>Un backlog de produit et </a:t>
              </a:r>
              <a:r>
                <a:rPr i="1" lang="en-US" sz="2000">
                  <a:solidFill>
                    <a:schemeClr val="lt1"/>
                  </a:solidFill>
                  <a:latin typeface="Times New Roman"/>
                  <a:ea typeface="Times New Roman"/>
                  <a:cs typeface="Times New Roman"/>
                  <a:sym typeface="Times New Roman"/>
                </a:rPr>
                <a:t>un</a:t>
              </a:r>
              <a:r>
                <a:rPr lang="en-US" sz="2000">
                  <a:solidFill>
                    <a:schemeClr val="lt1"/>
                  </a:solidFill>
                  <a:latin typeface="Times New Roman"/>
                  <a:ea typeface="Times New Roman"/>
                  <a:cs typeface="Times New Roman"/>
                  <a:sym typeface="Times New Roman"/>
                </a:rPr>
                <a:t> directeur de produit doivent exister.</a:t>
              </a:r>
              <a:endParaRPr sz="2000">
                <a:solidFill>
                  <a:schemeClr val="lt1"/>
                </a:solidFill>
                <a:latin typeface="Times New Roman"/>
                <a:ea typeface="Times New Roman"/>
                <a:cs typeface="Times New Roman"/>
                <a:sym typeface="Times New Roman"/>
              </a:endParaRPr>
            </a:p>
          </p:txBody>
        </p:sp>
        <p:sp>
          <p:nvSpPr>
            <p:cNvPr id="3197" name="Google Shape;3197;p71"/>
            <p:cNvSpPr/>
            <p:nvPr/>
          </p:nvSpPr>
          <p:spPr>
            <a:xfrm>
              <a:off x="3501533" y="2525779"/>
              <a:ext cx="2696477" cy="1348238"/>
            </a:xfrm>
            <a:prstGeom prst="roundRect">
              <a:avLst>
                <a:gd fmla="val 16667" name="adj"/>
              </a:avLst>
            </a:prstGeom>
            <a:gradFill>
              <a:gsLst>
                <a:gs pos="0">
                  <a:srgbClr val="9C506F"/>
                </a:gs>
                <a:gs pos="50000">
                  <a:srgbClr val="95255B"/>
                </a:gs>
                <a:gs pos="100000">
                  <a:srgbClr val="861D5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71"/>
            <p:cNvSpPr txBox="1"/>
            <p:nvPr/>
          </p:nvSpPr>
          <p:spPr>
            <a:xfrm>
              <a:off x="3567349" y="2591595"/>
              <a:ext cx="2564845" cy="1216606"/>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Times New Roman"/>
                <a:buNone/>
              </a:pPr>
              <a:r>
                <a:rPr lang="en-US" sz="2000">
                  <a:solidFill>
                    <a:schemeClr val="lt1"/>
                  </a:solidFill>
                  <a:latin typeface="Times New Roman"/>
                  <a:ea typeface="Times New Roman"/>
                  <a:cs typeface="Times New Roman"/>
                  <a:sym typeface="Times New Roman"/>
                </a:rPr>
                <a:t>Chaque item est alors divisé en petites tâches constituant le backlog du sprint. </a:t>
              </a:r>
              <a:endParaRPr sz="2000">
                <a:solidFill>
                  <a:schemeClr val="lt1"/>
                </a:solidFill>
                <a:latin typeface="Times New Roman"/>
                <a:ea typeface="Times New Roman"/>
                <a:cs typeface="Times New Roman"/>
                <a:sym typeface="Times New Roman"/>
              </a:endParaRPr>
            </a:p>
          </p:txBody>
        </p:sp>
        <p:sp>
          <p:nvSpPr>
            <p:cNvPr id="3199" name="Google Shape;3199;p71"/>
            <p:cNvSpPr/>
            <p:nvPr/>
          </p:nvSpPr>
          <p:spPr>
            <a:xfrm>
              <a:off x="586247" y="2525779"/>
              <a:ext cx="2696477" cy="1348238"/>
            </a:xfrm>
            <a:prstGeom prst="roundRect">
              <a:avLst>
                <a:gd fmla="val 16667" name="adj"/>
              </a:avLst>
            </a:prstGeom>
            <a:gradFill>
              <a:gsLst>
                <a:gs pos="0">
                  <a:srgbClr val="A84849"/>
                </a:gs>
                <a:gs pos="50000">
                  <a:srgbClr val="A3070E"/>
                </a:gs>
                <a:gs pos="100000">
                  <a:srgbClr val="95000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71"/>
            <p:cNvSpPr txBox="1"/>
            <p:nvPr/>
          </p:nvSpPr>
          <p:spPr>
            <a:xfrm>
              <a:off x="652063" y="2591595"/>
              <a:ext cx="2564845" cy="1216606"/>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Times New Roman"/>
                <a:buNone/>
              </a:pPr>
              <a:r>
                <a:rPr lang="en-US" sz="2000">
                  <a:solidFill>
                    <a:schemeClr val="lt1"/>
                  </a:solidFill>
                  <a:latin typeface="Times New Roman"/>
                  <a:ea typeface="Times New Roman"/>
                  <a:cs typeface="Times New Roman"/>
                  <a:sym typeface="Times New Roman"/>
                </a:rPr>
                <a:t>le directeur de produit devrait comprendre chaque histoire </a:t>
              </a:r>
              <a:br>
                <a:rPr lang="en-US" sz="2000">
                  <a:solidFill>
                    <a:schemeClr val="lt1"/>
                  </a:solidFill>
                  <a:latin typeface="Times New Roman"/>
                  <a:ea typeface="Times New Roman"/>
                  <a:cs typeface="Times New Roman"/>
                  <a:sym typeface="Times New Roman"/>
                </a:rPr>
              </a:br>
              <a:endParaRPr sz="2000">
                <a:solidFill>
                  <a:schemeClr val="lt1"/>
                </a:solidFill>
                <a:latin typeface="Times New Roman"/>
                <a:ea typeface="Times New Roman"/>
                <a:cs typeface="Times New Roman"/>
                <a:sym typeface="Times New Roman"/>
              </a:endParaRPr>
            </a:p>
          </p:txBody>
        </p:sp>
      </p:grpSp>
    </p:spTree>
  </p:cSld>
  <p:clrMapOvr>
    <a:masterClrMapping/>
  </p:clrMapOvr>
  <p:transition spd="slow">
    <p:fade/>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05" name="Shape 3205"/>
        <p:cNvGrpSpPr/>
        <p:nvPr/>
      </p:nvGrpSpPr>
      <p:grpSpPr>
        <a:xfrm>
          <a:off x="0" y="0"/>
          <a:ext cx="0" cy="0"/>
          <a:chOff x="0" y="0"/>
          <a:chExt cx="0" cy="0"/>
        </a:xfrm>
      </p:grpSpPr>
      <p:sp>
        <p:nvSpPr>
          <p:cNvPr id="3206" name="Google Shape;3206;p72"/>
          <p:cNvSpPr/>
          <p:nvPr/>
        </p:nvSpPr>
        <p:spPr>
          <a:xfrm>
            <a:off x="5708905" y="3726"/>
            <a:ext cx="648309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07" name="Google Shape;3207;p72"/>
          <p:cNvPicPr preferRelativeResize="0"/>
          <p:nvPr/>
        </p:nvPicPr>
        <p:blipFill rotWithShape="1">
          <a:blip r:embed="rId3">
            <a:alphaModFix/>
          </a:blip>
          <a:srcRect b="0" l="0" r="0" t="0"/>
          <a:stretch/>
        </p:blipFill>
        <p:spPr>
          <a:xfrm flipH="1">
            <a:off x="0" y="0"/>
            <a:ext cx="12192000" cy="6858000"/>
          </a:xfrm>
          <a:prstGeom prst="rect">
            <a:avLst/>
          </a:prstGeom>
          <a:noFill/>
          <a:ln>
            <a:noFill/>
          </a:ln>
        </p:spPr>
      </p:pic>
      <p:sp>
        <p:nvSpPr>
          <p:cNvPr id="3208" name="Google Shape;3208;p72"/>
          <p:cNvSpPr txBox="1"/>
          <p:nvPr>
            <p:ph type="title"/>
          </p:nvPr>
        </p:nvSpPr>
        <p:spPr>
          <a:xfrm>
            <a:off x="352967" y="126609"/>
            <a:ext cx="6002528" cy="11579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Cycle de développement</a:t>
            </a:r>
            <a:endParaRPr b="1">
              <a:solidFill>
                <a:srgbClr val="004A66"/>
              </a:solidFill>
              <a:latin typeface="Times New Roman"/>
              <a:ea typeface="Times New Roman"/>
              <a:cs typeface="Times New Roman"/>
              <a:sym typeface="Times New Roman"/>
            </a:endParaRPr>
          </a:p>
        </p:txBody>
      </p:sp>
      <p:sp>
        <p:nvSpPr>
          <p:cNvPr id="3209" name="Google Shape;3209;p72"/>
          <p:cNvSpPr/>
          <p:nvPr/>
        </p:nvSpPr>
        <p:spPr>
          <a:xfrm>
            <a:off x="6493099" y="1"/>
            <a:ext cx="3960192" cy="2251543"/>
          </a:xfrm>
          <a:custGeom>
            <a:rect b="b" l="l" r="r" t="t"/>
            <a:pathLst>
              <a:path extrusionOk="0" h="2251543" w="3960192">
                <a:moveTo>
                  <a:pt x="20753" y="0"/>
                </a:moveTo>
                <a:lnTo>
                  <a:pt x="3939439" y="0"/>
                </a:lnTo>
                <a:lnTo>
                  <a:pt x="3949969" y="68994"/>
                </a:lnTo>
                <a:cubicBezTo>
                  <a:pt x="3956729" y="135559"/>
                  <a:pt x="3960192" y="203099"/>
                  <a:pt x="3960192" y="271447"/>
                </a:cubicBezTo>
                <a:cubicBezTo>
                  <a:pt x="3960192" y="1365024"/>
                  <a:pt x="3073673" y="2251543"/>
                  <a:pt x="1980096" y="2251543"/>
                </a:cubicBezTo>
                <a:cubicBezTo>
                  <a:pt x="886519" y="2251543"/>
                  <a:pt x="0" y="1365024"/>
                  <a:pt x="0" y="271447"/>
                </a:cubicBezTo>
                <a:cubicBezTo>
                  <a:pt x="0" y="203099"/>
                  <a:pt x="3463" y="135559"/>
                  <a:pt x="10223" y="68994"/>
                </a:cubicBezTo>
                <a:close/>
              </a:path>
            </a:pathLst>
          </a:custGeom>
          <a:solidFill>
            <a:srgbClr val="FFFFFF"/>
          </a:solidFill>
          <a:ln cap="flat" cmpd="sng" w="12700">
            <a:solidFill>
              <a:srgbClr val="85D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Ã©sultat de recherche d'images pour &quot;projet release sprint&quot;" id="3210" name="Google Shape;3210;p72"/>
          <p:cNvPicPr preferRelativeResize="0"/>
          <p:nvPr/>
        </p:nvPicPr>
        <p:blipFill rotWithShape="1">
          <a:blip r:embed="rId4">
            <a:alphaModFix/>
          </a:blip>
          <a:srcRect b="-2" l="17797" r="29062" t="0"/>
          <a:stretch/>
        </p:blipFill>
        <p:spPr>
          <a:xfrm>
            <a:off x="6632714" y="1"/>
            <a:ext cx="3674754" cy="2106932"/>
          </a:xfrm>
          <a:custGeom>
            <a:rect b="b" l="l" r="r" t="t"/>
            <a:pathLst>
              <a:path extrusionOk="0" h="2106932" w="3674754">
                <a:moveTo>
                  <a:pt x="21954" y="0"/>
                </a:moveTo>
                <a:lnTo>
                  <a:pt x="3652800" y="0"/>
                </a:lnTo>
                <a:lnTo>
                  <a:pt x="3665268" y="81694"/>
                </a:lnTo>
                <a:cubicBezTo>
                  <a:pt x="3671541" y="143461"/>
                  <a:pt x="3674754" y="206133"/>
                  <a:pt x="3674754" y="269555"/>
                </a:cubicBezTo>
                <a:cubicBezTo>
                  <a:pt x="3674754" y="1284311"/>
                  <a:pt x="2852132" y="2106932"/>
                  <a:pt x="1837377" y="2106932"/>
                </a:cubicBezTo>
                <a:cubicBezTo>
                  <a:pt x="822622" y="2106932"/>
                  <a:pt x="0" y="1284311"/>
                  <a:pt x="0" y="269555"/>
                </a:cubicBezTo>
                <a:cubicBezTo>
                  <a:pt x="0" y="206133"/>
                  <a:pt x="3214" y="143461"/>
                  <a:pt x="9486" y="81694"/>
                </a:cubicBezTo>
                <a:close/>
              </a:path>
            </a:pathLst>
          </a:custGeom>
          <a:noFill/>
          <a:ln>
            <a:noFill/>
          </a:ln>
        </p:spPr>
      </p:pic>
      <p:sp>
        <p:nvSpPr>
          <p:cNvPr id="3211" name="Google Shape;3211;p72"/>
          <p:cNvSpPr/>
          <p:nvPr/>
        </p:nvSpPr>
        <p:spPr>
          <a:xfrm>
            <a:off x="7235296" y="2922177"/>
            <a:ext cx="4956705" cy="3945299"/>
          </a:xfrm>
          <a:custGeom>
            <a:rect b="b" l="l" r="r" t="t"/>
            <a:pathLst>
              <a:path extrusionOk="0" h="3945299" w="4956705">
                <a:moveTo>
                  <a:pt x="2718646" y="0"/>
                </a:moveTo>
                <a:cubicBezTo>
                  <a:pt x="3563221" y="0"/>
                  <a:pt x="4317846" y="385123"/>
                  <a:pt x="4816486" y="989335"/>
                </a:cubicBezTo>
                <a:lnTo>
                  <a:pt x="4956705" y="1176848"/>
                </a:lnTo>
                <a:lnTo>
                  <a:pt x="4956705" y="3945299"/>
                </a:lnTo>
                <a:lnTo>
                  <a:pt x="294783" y="3945299"/>
                </a:lnTo>
                <a:lnTo>
                  <a:pt x="213645" y="3776866"/>
                </a:lnTo>
                <a:cubicBezTo>
                  <a:pt x="76074" y="3451612"/>
                  <a:pt x="0" y="3094013"/>
                  <a:pt x="0" y="2718646"/>
                </a:cubicBezTo>
                <a:cubicBezTo>
                  <a:pt x="0" y="1217179"/>
                  <a:pt x="1217179" y="0"/>
                  <a:pt x="2718646" y="0"/>
                </a:cubicBezTo>
                <a:close/>
              </a:path>
            </a:pathLst>
          </a:custGeom>
          <a:solidFill>
            <a:srgbClr val="FFFFFF"/>
          </a:solidFill>
          <a:ln cap="flat" cmpd="sng" w="12700">
            <a:solidFill>
              <a:srgbClr val="85D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12" name="Google Shape;3212;p72"/>
          <p:cNvPicPr preferRelativeResize="0"/>
          <p:nvPr/>
        </p:nvPicPr>
        <p:blipFill rotWithShape="1">
          <a:blip r:embed="rId5">
            <a:alphaModFix/>
          </a:blip>
          <a:srcRect b="-1" l="12911" r="17043" t="0"/>
          <a:stretch/>
        </p:blipFill>
        <p:spPr>
          <a:xfrm>
            <a:off x="7399326" y="3086207"/>
            <a:ext cx="4792674" cy="3781268"/>
          </a:xfrm>
          <a:custGeom>
            <a:rect b="b" l="l" r="r" t="t"/>
            <a:pathLst>
              <a:path extrusionOk="0" h="3781268" w="4792674">
                <a:moveTo>
                  <a:pt x="2554615" y="0"/>
                </a:moveTo>
                <a:cubicBezTo>
                  <a:pt x="3436412" y="0"/>
                  <a:pt x="4213859" y="446774"/>
                  <a:pt x="4672942" y="1126306"/>
                </a:cubicBezTo>
                <a:lnTo>
                  <a:pt x="4792674" y="1323391"/>
                </a:lnTo>
                <a:lnTo>
                  <a:pt x="4792674" y="3781268"/>
                </a:lnTo>
                <a:lnTo>
                  <a:pt x="313779" y="3781268"/>
                </a:lnTo>
                <a:lnTo>
                  <a:pt x="308328" y="3772297"/>
                </a:lnTo>
                <a:cubicBezTo>
                  <a:pt x="111694" y="3410325"/>
                  <a:pt x="0" y="2995514"/>
                  <a:pt x="0" y="2554615"/>
                </a:cubicBezTo>
                <a:cubicBezTo>
                  <a:pt x="0" y="1143740"/>
                  <a:pt x="1143740" y="0"/>
                  <a:pt x="2554615" y="0"/>
                </a:cubicBezTo>
                <a:close/>
              </a:path>
            </a:pathLst>
          </a:custGeom>
          <a:noFill/>
          <a:ln>
            <a:noFill/>
          </a:ln>
        </p:spPr>
      </p:pic>
      <p:sp>
        <p:nvSpPr>
          <p:cNvPr id="3213" name="Google Shape;3213;p7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FFFFFF"/>
                </a:solidFill>
              </a:rPr>
              <a:t>‹#›</a:t>
            </a:fld>
            <a:endParaRPr sz="1100">
              <a:solidFill>
                <a:srgbClr val="FFFFFF"/>
              </a:solidFill>
            </a:endParaRPr>
          </a:p>
        </p:txBody>
      </p:sp>
      <p:grpSp>
        <p:nvGrpSpPr>
          <p:cNvPr id="3214" name="Google Shape;3214;p72"/>
          <p:cNvGrpSpPr/>
          <p:nvPr/>
        </p:nvGrpSpPr>
        <p:grpSpPr>
          <a:xfrm>
            <a:off x="805317" y="2129635"/>
            <a:ext cx="5290036" cy="3526690"/>
            <a:chOff x="645" y="56299"/>
            <a:chExt cx="5290036" cy="3526690"/>
          </a:xfrm>
        </p:grpSpPr>
        <p:sp>
          <p:nvSpPr>
            <p:cNvPr id="3215" name="Google Shape;3215;p72"/>
            <p:cNvSpPr/>
            <p:nvPr/>
          </p:nvSpPr>
          <p:spPr>
            <a:xfrm>
              <a:off x="645" y="56299"/>
              <a:ext cx="2519064" cy="3526690"/>
            </a:xfrm>
            <a:prstGeom prst="rect">
              <a:avLst/>
            </a:prstGeom>
            <a:solidFill>
              <a:srgbClr val="D7CFD7">
                <a:alpha val="89803"/>
              </a:srgbClr>
            </a:solidFill>
            <a:ln cap="flat" cmpd="sng" w="12700">
              <a:solidFill>
                <a:srgbClr val="D7CFD7">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72"/>
            <p:cNvSpPr txBox="1"/>
            <p:nvPr/>
          </p:nvSpPr>
          <p:spPr>
            <a:xfrm>
              <a:off x="645" y="1396441"/>
              <a:ext cx="2519064" cy="2116014"/>
            </a:xfrm>
            <a:prstGeom prst="rect">
              <a:avLst/>
            </a:prstGeom>
            <a:noFill/>
            <a:ln>
              <a:noFill/>
            </a:ln>
          </p:spPr>
          <p:txBody>
            <a:bodyPr anchorCtr="0" anchor="t" bIns="330200" lIns="196375" spcFirstLastPara="1" rIns="196375" wrap="square" tIns="330200">
              <a:noAutofit/>
            </a:bodyPr>
            <a:lstStyle/>
            <a:p>
              <a:pPr indent="0" lvl="0" marL="0" marR="0" rtl="0" algn="just">
                <a:lnSpc>
                  <a:spcPct val="90000"/>
                </a:lnSpc>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Une itération d’un mois, dont la durée est fixe pendant tout le projet. </a:t>
              </a:r>
              <a:endParaRPr sz="2400">
                <a:solidFill>
                  <a:schemeClr val="dk1"/>
                </a:solidFill>
                <a:latin typeface="Times New Roman"/>
                <a:ea typeface="Times New Roman"/>
                <a:cs typeface="Times New Roman"/>
                <a:sym typeface="Times New Roman"/>
              </a:endParaRPr>
            </a:p>
          </p:txBody>
        </p:sp>
        <p:sp>
          <p:nvSpPr>
            <p:cNvPr id="3217" name="Google Shape;3217;p72"/>
            <p:cNvSpPr/>
            <p:nvPr/>
          </p:nvSpPr>
          <p:spPr>
            <a:xfrm>
              <a:off x="731174" y="408968"/>
              <a:ext cx="1058007" cy="1058007"/>
            </a:xfrm>
            <a:prstGeom prst="ellipse">
              <a:avLst/>
            </a:prstGeom>
            <a:solidFill>
              <a:srgbClr val="814D7E"/>
            </a:solidFill>
            <a:ln cap="flat" cmpd="sng" w="12700">
              <a:solidFill>
                <a:srgbClr val="814D7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72"/>
            <p:cNvSpPr txBox="1"/>
            <p:nvPr/>
          </p:nvSpPr>
          <p:spPr>
            <a:xfrm>
              <a:off x="886116" y="563910"/>
              <a:ext cx="748123" cy="748123"/>
            </a:xfrm>
            <a:prstGeom prst="rect">
              <a:avLst/>
            </a:prstGeom>
            <a:noFill/>
            <a:ln>
              <a:noFill/>
            </a:ln>
          </p:spPr>
          <p:txBody>
            <a:bodyPr anchorCtr="0" anchor="ctr" bIns="12700" lIns="82475" spcFirstLastPara="1" rIns="82475" wrap="square" tIns="12700">
              <a:noAutofit/>
            </a:bodyPr>
            <a:lstStyle/>
            <a:p>
              <a:pPr indent="0" lvl="0" marL="0" marR="0" rtl="0" algn="ctr">
                <a:lnSpc>
                  <a:spcPct val="90000"/>
                </a:lnSpc>
                <a:spcBef>
                  <a:spcPts val="0"/>
                </a:spcBef>
                <a:spcAft>
                  <a:spcPts val="0"/>
                </a:spcAft>
                <a:buClr>
                  <a:schemeClr val="lt1"/>
                </a:buClr>
                <a:buSzPts val="4800"/>
                <a:buFont typeface="Times New Roman"/>
                <a:buNone/>
              </a:pPr>
              <a:r>
                <a:rPr lang="en-US" sz="4800">
                  <a:solidFill>
                    <a:schemeClr val="lt1"/>
                  </a:solidFill>
                  <a:latin typeface="Times New Roman"/>
                  <a:ea typeface="Times New Roman"/>
                  <a:cs typeface="Times New Roman"/>
                  <a:sym typeface="Times New Roman"/>
                </a:rPr>
                <a:t>1</a:t>
              </a:r>
              <a:endParaRPr/>
            </a:p>
          </p:txBody>
        </p:sp>
        <p:sp>
          <p:nvSpPr>
            <p:cNvPr id="3219" name="Google Shape;3219;p72"/>
            <p:cNvSpPr/>
            <p:nvPr/>
          </p:nvSpPr>
          <p:spPr>
            <a:xfrm>
              <a:off x="645" y="3582917"/>
              <a:ext cx="2519064" cy="72"/>
            </a:xfrm>
            <a:prstGeom prst="rect">
              <a:avLst/>
            </a:prstGeom>
            <a:solidFill>
              <a:srgbClr val="8B366D"/>
            </a:solidFill>
            <a:ln cap="flat" cmpd="sng" w="12700">
              <a:solidFill>
                <a:srgbClr val="8B366D"/>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72"/>
            <p:cNvSpPr/>
            <p:nvPr/>
          </p:nvSpPr>
          <p:spPr>
            <a:xfrm>
              <a:off x="2771617" y="56299"/>
              <a:ext cx="2519064" cy="3526690"/>
            </a:xfrm>
            <a:prstGeom prst="rect">
              <a:avLst/>
            </a:prstGeom>
            <a:solidFill>
              <a:srgbClr val="DCCACA">
                <a:alpha val="89803"/>
              </a:srgbClr>
            </a:solidFill>
            <a:ln cap="flat" cmpd="sng" w="12700">
              <a:solidFill>
                <a:srgbClr val="DCCAC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72"/>
            <p:cNvSpPr txBox="1"/>
            <p:nvPr/>
          </p:nvSpPr>
          <p:spPr>
            <a:xfrm>
              <a:off x="2771617" y="1396441"/>
              <a:ext cx="2519064" cy="2116014"/>
            </a:xfrm>
            <a:prstGeom prst="rect">
              <a:avLst/>
            </a:prstGeom>
            <a:noFill/>
            <a:ln>
              <a:noFill/>
            </a:ln>
          </p:spPr>
          <p:txBody>
            <a:bodyPr anchorCtr="0" anchor="t" bIns="330200" lIns="196375" spcFirstLastPara="1" rIns="196375" wrap="square" tIns="330200">
              <a:noAutofit/>
            </a:bodyPr>
            <a:lstStyle/>
            <a:p>
              <a:pPr indent="0" lvl="0" marL="0" marR="0" rtl="0" algn="just">
                <a:lnSpc>
                  <a:spcPct val="900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Chaque sprint permet de développer un sous-ensemble potentiellement livrable du produit final.</a:t>
              </a:r>
              <a:endParaRPr sz="2000">
                <a:solidFill>
                  <a:schemeClr val="dk1"/>
                </a:solidFill>
                <a:latin typeface="Times New Roman"/>
                <a:ea typeface="Times New Roman"/>
                <a:cs typeface="Times New Roman"/>
                <a:sym typeface="Times New Roman"/>
              </a:endParaRPr>
            </a:p>
          </p:txBody>
        </p:sp>
        <p:sp>
          <p:nvSpPr>
            <p:cNvPr id="3222" name="Google Shape;3222;p72"/>
            <p:cNvSpPr/>
            <p:nvPr/>
          </p:nvSpPr>
          <p:spPr>
            <a:xfrm>
              <a:off x="3502146" y="408968"/>
              <a:ext cx="1058007" cy="1058007"/>
            </a:xfrm>
            <a:prstGeom prst="ellipse">
              <a:avLst/>
            </a:prstGeom>
            <a:solidFill>
              <a:srgbClr val="94224A"/>
            </a:solidFill>
            <a:ln cap="flat" cmpd="sng" w="12700">
              <a:solidFill>
                <a:srgbClr val="94224A"/>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72"/>
            <p:cNvSpPr txBox="1"/>
            <p:nvPr/>
          </p:nvSpPr>
          <p:spPr>
            <a:xfrm>
              <a:off x="3657088" y="563910"/>
              <a:ext cx="748123" cy="748123"/>
            </a:xfrm>
            <a:prstGeom prst="rect">
              <a:avLst/>
            </a:prstGeom>
            <a:noFill/>
            <a:ln>
              <a:noFill/>
            </a:ln>
          </p:spPr>
          <p:txBody>
            <a:bodyPr anchorCtr="0" anchor="ctr" bIns="12700" lIns="82475" spcFirstLastPara="1" rIns="82475" wrap="square" tIns="12700">
              <a:noAutofit/>
            </a:bodyPr>
            <a:lstStyle/>
            <a:p>
              <a:pPr indent="0" lvl="0" marL="0" marR="0" rtl="0" algn="ctr">
                <a:lnSpc>
                  <a:spcPct val="90000"/>
                </a:lnSpc>
                <a:spcBef>
                  <a:spcPts val="0"/>
                </a:spcBef>
                <a:spcAft>
                  <a:spcPts val="0"/>
                </a:spcAft>
                <a:buClr>
                  <a:schemeClr val="lt1"/>
                </a:buClr>
                <a:buSzPts val="4800"/>
                <a:buFont typeface="Times New Roman"/>
                <a:buNone/>
              </a:pPr>
              <a:r>
                <a:rPr lang="en-US" sz="4800">
                  <a:solidFill>
                    <a:schemeClr val="lt1"/>
                  </a:solidFill>
                  <a:latin typeface="Times New Roman"/>
                  <a:ea typeface="Times New Roman"/>
                  <a:cs typeface="Times New Roman"/>
                  <a:sym typeface="Times New Roman"/>
                </a:rPr>
                <a:t>2</a:t>
              </a:r>
              <a:endParaRPr/>
            </a:p>
          </p:txBody>
        </p:sp>
        <p:sp>
          <p:nvSpPr>
            <p:cNvPr id="3224" name="Google Shape;3224;p72"/>
            <p:cNvSpPr/>
            <p:nvPr/>
          </p:nvSpPr>
          <p:spPr>
            <a:xfrm>
              <a:off x="2771617" y="3582917"/>
              <a:ext cx="2519064" cy="72"/>
            </a:xfrm>
            <a:prstGeom prst="rect">
              <a:avLst/>
            </a:prstGeom>
            <a:solidFill>
              <a:srgbClr val="9C1015"/>
            </a:solidFill>
            <a:ln cap="flat" cmpd="sng" w="12700">
              <a:solidFill>
                <a:srgbClr val="9C101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ransition spd="slow">
    <p:fade/>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9" name="Shape 3229"/>
        <p:cNvGrpSpPr/>
        <p:nvPr/>
      </p:nvGrpSpPr>
      <p:grpSpPr>
        <a:xfrm>
          <a:off x="0" y="0"/>
          <a:ext cx="0" cy="0"/>
          <a:chOff x="0" y="0"/>
          <a:chExt cx="0" cy="0"/>
        </a:xfrm>
      </p:grpSpPr>
      <p:sp>
        <p:nvSpPr>
          <p:cNvPr id="3230" name="Google Shape;3230;p7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1" name="Google Shape;3231;p73"/>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32" name="Google Shape;3232;p7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33" name="Google Shape;3233;p73"/>
          <p:cNvSpPr txBox="1"/>
          <p:nvPr>
            <p:ph type="title"/>
          </p:nvPr>
        </p:nvSpPr>
        <p:spPr>
          <a:xfrm>
            <a:off x="359089" y="2053641"/>
            <a:ext cx="3950151" cy="27600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100"/>
              <a:buFont typeface="Times New Roman"/>
              <a:buNone/>
            </a:pPr>
            <a:r>
              <a:rPr b="1" lang="en-US" sz="4100">
                <a:solidFill>
                  <a:srgbClr val="FFFFFF"/>
                </a:solidFill>
                <a:latin typeface="Times New Roman"/>
                <a:ea typeface="Times New Roman"/>
                <a:cs typeface="Times New Roman"/>
                <a:sym typeface="Times New Roman"/>
              </a:rPr>
              <a:t>Cycle de </a:t>
            </a:r>
            <a:r>
              <a:rPr b="1" lang="en-US">
                <a:solidFill>
                  <a:srgbClr val="FFFFFF"/>
                </a:solidFill>
                <a:latin typeface="Times New Roman"/>
                <a:ea typeface="Times New Roman"/>
                <a:cs typeface="Times New Roman"/>
                <a:sym typeface="Times New Roman"/>
              </a:rPr>
              <a:t>développement</a:t>
            </a:r>
            <a:endParaRPr b="1" sz="4100">
              <a:solidFill>
                <a:srgbClr val="FFFFFF"/>
              </a:solidFill>
              <a:latin typeface="Times New Roman"/>
              <a:ea typeface="Times New Roman"/>
              <a:cs typeface="Times New Roman"/>
              <a:sym typeface="Times New Roman"/>
            </a:endParaRPr>
          </a:p>
        </p:txBody>
      </p:sp>
      <p:sp>
        <p:nvSpPr>
          <p:cNvPr id="3234" name="Google Shape;3234;p73"/>
          <p:cNvSpPr txBox="1"/>
          <p:nvPr>
            <p:ph idx="1" type="body"/>
          </p:nvPr>
        </p:nvSpPr>
        <p:spPr>
          <a:xfrm>
            <a:off x="4783015" y="2053641"/>
            <a:ext cx="7060642" cy="4484127"/>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750D11"/>
              </a:buClr>
              <a:buSzPts val="2800"/>
              <a:buNone/>
            </a:pPr>
            <a:r>
              <a:rPr b="1" lang="en-US">
                <a:solidFill>
                  <a:srgbClr val="750D11"/>
                </a:solidFill>
                <a:latin typeface="Times New Roman"/>
                <a:ea typeface="Times New Roman"/>
                <a:cs typeface="Times New Roman"/>
                <a:sym typeface="Times New Roman"/>
              </a:rPr>
              <a:t>Sprint</a:t>
            </a:r>
            <a:endParaRPr/>
          </a:p>
          <a:p>
            <a:pPr indent="-228600" lvl="1" marL="685800" rtl="0" algn="just">
              <a:lnSpc>
                <a:spcPct val="90000"/>
              </a:lnSpc>
              <a:spcBef>
                <a:spcPts val="500"/>
              </a:spcBef>
              <a:spcAft>
                <a:spcPts val="0"/>
              </a:spcAft>
              <a:buClr>
                <a:srgbClr val="000000"/>
              </a:buClr>
              <a:buSzPts val="2400"/>
              <a:buChar char="•"/>
            </a:pPr>
            <a:r>
              <a:rPr lang="en-US">
                <a:solidFill>
                  <a:srgbClr val="000000"/>
                </a:solidFill>
                <a:latin typeface="Times New Roman"/>
                <a:ea typeface="Times New Roman"/>
                <a:cs typeface="Times New Roman"/>
                <a:sym typeface="Times New Roman"/>
              </a:rPr>
              <a:t>un bloc de temps fixé aboutissant à créer un incrément du produit potentiellement livrable.</a:t>
            </a:r>
            <a:endParaRPr/>
          </a:p>
          <a:p>
            <a:pPr indent="-228600" lvl="1" marL="685800" rtl="0" algn="just">
              <a:lnSpc>
                <a:spcPct val="90000"/>
              </a:lnSpc>
              <a:spcBef>
                <a:spcPts val="500"/>
              </a:spcBef>
              <a:spcAft>
                <a:spcPts val="0"/>
              </a:spcAft>
              <a:buClr>
                <a:srgbClr val="000000"/>
              </a:buClr>
              <a:buSzPts val="2400"/>
              <a:buChar char="•"/>
            </a:pPr>
            <a:r>
              <a:rPr lang="en-US">
                <a:solidFill>
                  <a:srgbClr val="000000"/>
                </a:solidFill>
                <a:latin typeface="Times New Roman"/>
                <a:ea typeface="Times New Roman"/>
                <a:cs typeface="Times New Roman"/>
                <a:sym typeface="Times New Roman"/>
              </a:rPr>
              <a:t>La durée d’un sprint est de 2 à 4 semaines.</a:t>
            </a:r>
            <a:endParaRPr/>
          </a:p>
          <a:p>
            <a:pPr indent="-228600" lvl="1" marL="685800" rtl="0" algn="just">
              <a:lnSpc>
                <a:spcPct val="90000"/>
              </a:lnSpc>
              <a:spcBef>
                <a:spcPts val="500"/>
              </a:spcBef>
              <a:spcAft>
                <a:spcPts val="0"/>
              </a:spcAft>
              <a:buClr>
                <a:srgbClr val="000000"/>
              </a:buClr>
              <a:buSzPts val="2400"/>
              <a:buChar char="•"/>
            </a:pPr>
            <a:r>
              <a:rPr lang="en-US">
                <a:solidFill>
                  <a:srgbClr val="000000"/>
                </a:solidFill>
                <a:latin typeface="Times New Roman"/>
                <a:ea typeface="Times New Roman"/>
                <a:cs typeface="Times New Roman"/>
                <a:sym typeface="Times New Roman"/>
              </a:rPr>
              <a:t>Ils ont tous la même durée </a:t>
            </a:r>
            <a:r>
              <a:rPr lang="en-US">
                <a:solidFill>
                  <a:srgbClr val="004A66"/>
                </a:solidFill>
                <a:latin typeface="Times New Roman"/>
                <a:ea typeface="Times New Roman"/>
                <a:cs typeface="Times New Roman"/>
                <a:sym typeface="Times New Roman"/>
              </a:rPr>
              <a:t>(timebox) </a:t>
            </a:r>
            <a:r>
              <a:rPr lang="en-US">
                <a:solidFill>
                  <a:srgbClr val="000000"/>
                </a:solidFill>
                <a:latin typeface="Times New Roman"/>
                <a:ea typeface="Times New Roman"/>
                <a:cs typeface="Times New Roman"/>
                <a:sym typeface="Times New Roman"/>
              </a:rPr>
              <a:t>dans la mesure du possible cela apporte un meilleur rythme.</a:t>
            </a:r>
            <a:endParaRPr/>
          </a:p>
          <a:p>
            <a:pPr indent="-228600" lvl="1" marL="685800" rtl="0" algn="just">
              <a:lnSpc>
                <a:spcPct val="90000"/>
              </a:lnSpc>
              <a:spcBef>
                <a:spcPts val="500"/>
              </a:spcBef>
              <a:spcAft>
                <a:spcPts val="0"/>
              </a:spcAft>
              <a:buClr>
                <a:srgbClr val="000000"/>
              </a:buClr>
              <a:buSzPts val="2400"/>
              <a:buChar char="•"/>
            </a:pPr>
            <a:r>
              <a:rPr lang="en-US">
                <a:solidFill>
                  <a:srgbClr val="000000"/>
                </a:solidFill>
                <a:latin typeface="Times New Roman"/>
                <a:ea typeface="Times New Roman"/>
                <a:cs typeface="Times New Roman"/>
                <a:sym typeface="Times New Roman"/>
              </a:rPr>
              <a:t>Au cours du sprint les changements ne sont pas pris en compte et sont différés jusqu’au prochain sprint</a:t>
            </a:r>
            <a:endParaRPr/>
          </a:p>
          <a:p>
            <a:pPr indent="-228600" lvl="1" marL="685800" rtl="0" algn="just">
              <a:lnSpc>
                <a:spcPct val="90000"/>
              </a:lnSpc>
              <a:spcBef>
                <a:spcPts val="500"/>
              </a:spcBef>
              <a:spcAft>
                <a:spcPts val="0"/>
              </a:spcAft>
              <a:buClr>
                <a:srgbClr val="000000"/>
              </a:buClr>
              <a:buSzPts val="2400"/>
              <a:buChar char="•"/>
            </a:pPr>
            <a:r>
              <a:rPr lang="en-US">
                <a:solidFill>
                  <a:srgbClr val="000000"/>
                </a:solidFill>
                <a:latin typeface="Times New Roman"/>
                <a:ea typeface="Times New Roman"/>
                <a:cs typeface="Times New Roman"/>
                <a:sym typeface="Times New Roman"/>
              </a:rPr>
              <a:t>L’équipe travaille dans toutes les activités de développement pendant un sprint </a:t>
            </a:r>
            <a:endParaRPr/>
          </a:p>
        </p:txBody>
      </p:sp>
      <p:sp>
        <p:nvSpPr>
          <p:cNvPr id="3235" name="Google Shape;3235;p73"/>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
        <p:nvSpPr>
          <p:cNvPr id="3236" name="Google Shape;3236;p73"/>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pic>
        <p:nvPicPr>
          <p:cNvPr descr="RÃ©sultat de recherche d'images pour &quot;projet release sprint&quot;" id="3237" name="Google Shape;3237;p73"/>
          <p:cNvPicPr preferRelativeResize="0"/>
          <p:nvPr/>
        </p:nvPicPr>
        <p:blipFill rotWithShape="1">
          <a:blip r:embed="rId4">
            <a:alphaModFix/>
          </a:blip>
          <a:srcRect b="0" l="0" r="0" t="0"/>
          <a:stretch/>
        </p:blipFill>
        <p:spPr>
          <a:xfrm>
            <a:off x="5102908" y="234726"/>
            <a:ext cx="6473370" cy="1914475"/>
          </a:xfrm>
          <a:prstGeom prst="rect">
            <a:avLst/>
          </a:prstGeom>
          <a:noFill/>
          <a:ln>
            <a:noFill/>
          </a:ln>
        </p:spPr>
      </p:pic>
    </p:spTree>
  </p:cSld>
  <p:clrMapOvr>
    <a:masterClrMapping/>
  </p:clrMapOvr>
  <p:transition spd="slow">
    <p:fade/>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42" name="Shape 3242"/>
        <p:cNvGrpSpPr/>
        <p:nvPr/>
      </p:nvGrpSpPr>
      <p:grpSpPr>
        <a:xfrm>
          <a:off x="0" y="0"/>
          <a:ext cx="0" cy="0"/>
          <a:chOff x="0" y="0"/>
          <a:chExt cx="0" cy="0"/>
        </a:xfrm>
      </p:grpSpPr>
      <p:sp>
        <p:nvSpPr>
          <p:cNvPr id="3243" name="Google Shape;3243;p74"/>
          <p:cNvSpPr/>
          <p:nvPr/>
        </p:nvSpPr>
        <p:spPr>
          <a:xfrm>
            <a:off x="1" y="3726"/>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44" name="Google Shape;3244;p7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45" name="Google Shape;3245;p74"/>
          <p:cNvSpPr txBox="1"/>
          <p:nvPr>
            <p:ph type="title"/>
          </p:nvPr>
        </p:nvSpPr>
        <p:spPr>
          <a:xfrm>
            <a:off x="5196491" y="339771"/>
            <a:ext cx="6096165" cy="8216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Cycle de développement</a:t>
            </a:r>
            <a:endParaRPr b="1">
              <a:solidFill>
                <a:srgbClr val="004A66"/>
              </a:solidFill>
              <a:latin typeface="Times New Roman"/>
              <a:ea typeface="Times New Roman"/>
              <a:cs typeface="Times New Roman"/>
              <a:sym typeface="Times New Roman"/>
            </a:endParaRPr>
          </a:p>
        </p:txBody>
      </p:sp>
      <p:sp>
        <p:nvSpPr>
          <p:cNvPr id="3246" name="Google Shape;3246;p74"/>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cap="flat" cmpd="sng" w="12700">
            <a:solidFill>
              <a:srgbClr val="85D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N:\CNAM\Oral Probatoire\Images\ScrumProcess_DAILY_Highlight.jpg" id="3247" name="Google Shape;3247;p74"/>
          <p:cNvPicPr preferRelativeResize="0"/>
          <p:nvPr/>
        </p:nvPicPr>
        <p:blipFill rotWithShape="1">
          <a:blip r:embed="rId4">
            <a:alphaModFix/>
          </a:blip>
          <a:srcRect b="1" l="4725" r="13497" t="0"/>
          <a:stretch/>
        </p:blipFill>
        <p:spPr>
          <a:xfrm>
            <a:off x="1" y="2138765"/>
            <a:ext cx="4572000" cy="2571717"/>
          </a:xfrm>
          <a:prstGeom prst="rect">
            <a:avLst/>
          </a:prstGeom>
          <a:noFill/>
          <a:ln>
            <a:noFill/>
          </a:ln>
        </p:spPr>
      </p:pic>
      <p:sp>
        <p:nvSpPr>
          <p:cNvPr id="3248" name="Google Shape;3248;p74"/>
          <p:cNvSpPr txBox="1"/>
          <p:nvPr>
            <p:ph idx="1" type="body"/>
          </p:nvPr>
        </p:nvSpPr>
        <p:spPr>
          <a:xfrm>
            <a:off x="5800211" y="1497514"/>
            <a:ext cx="4977578" cy="363928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CFF33"/>
              </a:buClr>
              <a:buSzPts val="1680"/>
              <a:buNone/>
            </a:pPr>
            <a:r>
              <a:rPr b="1" lang="en-US" sz="2400">
                <a:solidFill>
                  <a:srgbClr val="000000"/>
                </a:solidFill>
                <a:latin typeface="Times New Roman"/>
                <a:ea typeface="Times New Roman"/>
                <a:cs typeface="Times New Roman"/>
                <a:sym typeface="Times New Roman"/>
              </a:rPr>
              <a:t> </a:t>
            </a:r>
            <a:r>
              <a:rPr b="1" lang="en-US" sz="2400" u="sng">
                <a:solidFill>
                  <a:srgbClr val="000000"/>
                </a:solidFill>
                <a:latin typeface="Times New Roman"/>
                <a:ea typeface="Times New Roman"/>
                <a:cs typeface="Times New Roman"/>
                <a:sym typeface="Times New Roman"/>
              </a:rPr>
              <a:t>Mêlée quotidienne</a:t>
            </a:r>
            <a:endParaRPr/>
          </a:p>
          <a:p>
            <a:pPr indent="0" lvl="0" marL="0" rtl="0" algn="l">
              <a:lnSpc>
                <a:spcPct val="90000"/>
              </a:lnSpc>
              <a:spcBef>
                <a:spcPts val="480"/>
              </a:spcBef>
              <a:spcAft>
                <a:spcPts val="0"/>
              </a:spcAft>
              <a:buClr>
                <a:srgbClr val="CCFF33"/>
              </a:buClr>
              <a:buSzPts val="1680"/>
              <a:buNone/>
            </a:pPr>
            <a:r>
              <a:t/>
            </a:r>
            <a:endParaRPr b="1" sz="2400" u="sng">
              <a:solidFill>
                <a:srgbClr val="000000"/>
              </a:solidFill>
              <a:latin typeface="Times New Roman"/>
              <a:ea typeface="Times New Roman"/>
              <a:cs typeface="Times New Roman"/>
              <a:sym typeface="Times New Roman"/>
            </a:endParaRPr>
          </a:p>
          <a:p>
            <a:pPr indent="-342900" lvl="0" marL="342900" rtl="0" algn="l">
              <a:lnSpc>
                <a:spcPct val="90000"/>
              </a:lnSpc>
              <a:spcBef>
                <a:spcPts val="480"/>
              </a:spcBef>
              <a:spcAft>
                <a:spcPts val="0"/>
              </a:spcAft>
              <a:buClr>
                <a:srgbClr val="CCFF33"/>
              </a:buClr>
              <a:buSzPts val="1680"/>
              <a:buChar char="•"/>
            </a:pPr>
            <a:r>
              <a:rPr lang="en-US" sz="2400">
                <a:solidFill>
                  <a:srgbClr val="000000"/>
                </a:solidFill>
                <a:latin typeface="Times New Roman"/>
                <a:ea typeface="Times New Roman"/>
                <a:cs typeface="Times New Roman"/>
                <a:sym typeface="Times New Roman"/>
              </a:rPr>
              <a:t>Point de contrôle quotidien de l’équipe</a:t>
            </a:r>
            <a:endParaRPr/>
          </a:p>
          <a:p>
            <a:pPr indent="-342900" lvl="0" marL="342900" rtl="0" algn="l">
              <a:lnSpc>
                <a:spcPct val="90000"/>
              </a:lnSpc>
              <a:spcBef>
                <a:spcPts val="480"/>
              </a:spcBef>
              <a:spcAft>
                <a:spcPts val="0"/>
              </a:spcAft>
              <a:buClr>
                <a:srgbClr val="CCFF33"/>
              </a:buClr>
              <a:buSzPts val="1680"/>
              <a:buChar char="•"/>
            </a:pPr>
            <a:r>
              <a:rPr lang="en-US" sz="2400">
                <a:solidFill>
                  <a:srgbClr val="000000"/>
                </a:solidFill>
                <a:latin typeface="Times New Roman"/>
                <a:ea typeface="Times New Roman"/>
                <a:cs typeface="Times New Roman"/>
                <a:sym typeface="Times New Roman"/>
              </a:rPr>
              <a:t>Interventions régulées – 2 min. par personne</a:t>
            </a:r>
            <a:endParaRPr/>
          </a:p>
        </p:txBody>
      </p:sp>
      <p:sp>
        <p:nvSpPr>
          <p:cNvPr id="3249" name="Google Shape;3249;p74"/>
          <p:cNvSpPr/>
          <p:nvPr>
            <p:ph idx="12" type="sldNum"/>
          </p:nvPr>
        </p:nvSpPr>
        <p:spPr>
          <a:xfrm>
            <a:off x="10825930" y="6223702"/>
            <a:ext cx="570728" cy="314067"/>
          </a:xfrm>
          <a:prstGeom prst="ellipse">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None/>
            </a:pPr>
            <a:fld id="{00000000-1234-1234-1234-123412341234}" type="slidenum">
              <a:rPr lang="en-US" sz="900">
                <a:solidFill>
                  <a:srgbClr val="898989"/>
                </a:solidFill>
              </a:rPr>
              <a:t>‹#›</a:t>
            </a:fld>
            <a:endParaRPr sz="900">
              <a:solidFill>
                <a:srgbClr val="898989"/>
              </a:solidFill>
            </a:endParaRPr>
          </a:p>
        </p:txBody>
      </p:sp>
      <p:sp>
        <p:nvSpPr>
          <p:cNvPr id="3250" name="Google Shape;3250;p74"/>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spTree>
  </p:cSld>
  <p:clrMapOvr>
    <a:masterClrMapping/>
  </p:clrMapOvr>
  <p:transition spd="slow">
    <p:fade/>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5" name="Shape 3255"/>
        <p:cNvGrpSpPr/>
        <p:nvPr/>
      </p:nvGrpSpPr>
      <p:grpSpPr>
        <a:xfrm>
          <a:off x="0" y="0"/>
          <a:ext cx="0" cy="0"/>
          <a:chOff x="0" y="0"/>
          <a:chExt cx="0" cy="0"/>
        </a:xfrm>
      </p:grpSpPr>
      <p:pic>
        <p:nvPicPr>
          <p:cNvPr descr="N:\CNAM\Oral Probatoire\Images\ScrumProcess_INCREMENT_Highlight.jpg" id="3256" name="Google Shape;3256;p75"/>
          <p:cNvPicPr preferRelativeResize="0"/>
          <p:nvPr/>
        </p:nvPicPr>
        <p:blipFill rotWithShape="1">
          <a:blip r:embed="rId3">
            <a:alphaModFix/>
          </a:blip>
          <a:srcRect b="305" l="0" r="0" t="16480"/>
          <a:stretch/>
        </p:blipFill>
        <p:spPr>
          <a:xfrm>
            <a:off x="-1" y="10"/>
            <a:ext cx="12192001" cy="4666928"/>
          </a:xfrm>
          <a:prstGeom prst="rect">
            <a:avLst/>
          </a:prstGeom>
          <a:noFill/>
          <a:ln>
            <a:noFill/>
          </a:ln>
        </p:spPr>
      </p:pic>
      <p:pic>
        <p:nvPicPr>
          <p:cNvPr id="3257" name="Google Shape;3257;p75"/>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258" name="Google Shape;3258;p75"/>
          <p:cNvSpPr/>
          <p:nvPr/>
        </p:nvSpPr>
        <p:spPr>
          <a:xfrm>
            <a:off x="1456267" y="4388303"/>
            <a:ext cx="824089" cy="702986"/>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9" name="Google Shape;3259;p75"/>
          <p:cNvSpPr txBox="1"/>
          <p:nvPr>
            <p:ph type="title"/>
          </p:nvPr>
        </p:nvSpPr>
        <p:spPr>
          <a:xfrm>
            <a:off x="380959" y="5014647"/>
            <a:ext cx="6089288" cy="150993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Cycle de développement</a:t>
            </a:r>
            <a:endParaRPr>
              <a:solidFill>
                <a:srgbClr val="004A66"/>
              </a:solidFill>
            </a:endParaRPr>
          </a:p>
        </p:txBody>
      </p:sp>
      <p:sp>
        <p:nvSpPr>
          <p:cNvPr id="3260" name="Google Shape;3260;p75"/>
          <p:cNvSpPr txBox="1"/>
          <p:nvPr>
            <p:ph idx="1" type="body"/>
          </p:nvPr>
        </p:nvSpPr>
        <p:spPr>
          <a:xfrm>
            <a:off x="6470247" y="3767268"/>
            <a:ext cx="5340794" cy="150993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CFF33"/>
              </a:buClr>
              <a:buSzPts val="1680"/>
              <a:buNone/>
            </a:pPr>
            <a:r>
              <a:rPr lang="en-US" sz="2400">
                <a:solidFill>
                  <a:srgbClr val="000000"/>
                </a:solidFill>
                <a:latin typeface="Times New Roman"/>
                <a:ea typeface="Times New Roman"/>
                <a:cs typeface="Times New Roman"/>
                <a:sym typeface="Times New Roman"/>
              </a:rPr>
              <a:t>livré au product owner à la fin du sprint.</a:t>
            </a:r>
            <a:endParaRPr/>
          </a:p>
        </p:txBody>
      </p:sp>
      <p:sp>
        <p:nvSpPr>
          <p:cNvPr id="3261" name="Google Shape;3261;p75"/>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262" name="Google Shape;3262;p75"/>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spTree>
  </p:cSld>
  <p:clrMapOvr>
    <a:masterClrMapping/>
  </p:clrMapOvr>
  <p:transition spd="slow">
    <p:fade/>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67" name="Shape 3267"/>
        <p:cNvGrpSpPr/>
        <p:nvPr/>
      </p:nvGrpSpPr>
      <p:grpSpPr>
        <a:xfrm>
          <a:off x="0" y="0"/>
          <a:ext cx="0" cy="0"/>
          <a:chOff x="0" y="0"/>
          <a:chExt cx="0" cy="0"/>
        </a:xfrm>
      </p:grpSpPr>
      <p:sp>
        <p:nvSpPr>
          <p:cNvPr id="3268" name="Google Shape;3268;p76"/>
          <p:cNvSpPr/>
          <p:nvPr/>
        </p:nvSpPr>
        <p:spPr>
          <a:xfrm>
            <a:off x="6096" y="-4691"/>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69" name="Google Shape;3269;p7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70" name="Google Shape;3270;p76"/>
          <p:cNvSpPr txBox="1"/>
          <p:nvPr>
            <p:ph type="title"/>
          </p:nvPr>
        </p:nvSpPr>
        <p:spPr>
          <a:xfrm>
            <a:off x="726057" y="3121701"/>
            <a:ext cx="3658053" cy="17865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Cycle de développement</a:t>
            </a:r>
            <a:endParaRPr>
              <a:solidFill>
                <a:srgbClr val="FFFFFF"/>
              </a:solidFill>
              <a:latin typeface="Calibri"/>
              <a:ea typeface="Calibri"/>
              <a:cs typeface="Calibri"/>
              <a:sym typeface="Calibri"/>
            </a:endParaRPr>
          </a:p>
        </p:txBody>
      </p:sp>
      <p:pic>
        <p:nvPicPr>
          <p:cNvPr id="3271" name="Google Shape;3271;p76"/>
          <p:cNvPicPr preferRelativeResize="0"/>
          <p:nvPr/>
        </p:nvPicPr>
        <p:blipFill rotWithShape="1">
          <a:blip r:embed="rId4">
            <a:alphaModFix/>
          </a:blip>
          <a:srcRect b="0" l="0" r="0" t="0"/>
          <a:stretch/>
        </p:blipFill>
        <p:spPr>
          <a:xfrm>
            <a:off x="4994922" y="1524444"/>
            <a:ext cx="7119549" cy="3826757"/>
          </a:xfrm>
          <a:prstGeom prst="rect">
            <a:avLst/>
          </a:prstGeom>
          <a:noFill/>
          <a:ln>
            <a:noFill/>
          </a:ln>
        </p:spPr>
      </p:pic>
      <p:sp>
        <p:nvSpPr>
          <p:cNvPr id="3272" name="Google Shape;3272;p7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273" name="Google Shape;3273;p76"/>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spTree>
  </p:cSld>
  <p:clrMapOvr>
    <a:masterClrMapping/>
  </p:clrMapOvr>
  <p:transition spd="slow">
    <p:fade/>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8" name="Shape 3278"/>
        <p:cNvGrpSpPr/>
        <p:nvPr/>
      </p:nvGrpSpPr>
      <p:grpSpPr>
        <a:xfrm>
          <a:off x="0" y="0"/>
          <a:ext cx="0" cy="0"/>
          <a:chOff x="0" y="0"/>
          <a:chExt cx="0" cy="0"/>
        </a:xfrm>
      </p:grpSpPr>
      <p:sp>
        <p:nvSpPr>
          <p:cNvPr id="3279" name="Google Shape;3279;p77"/>
          <p:cNvSpPr/>
          <p:nvPr/>
        </p:nvSpPr>
        <p:spPr>
          <a:xfrm>
            <a:off x="6096" y="-4691"/>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80" name="Google Shape;3280;p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81" name="Google Shape;3281;p77"/>
          <p:cNvSpPr txBox="1"/>
          <p:nvPr>
            <p:ph type="title"/>
          </p:nvPr>
        </p:nvSpPr>
        <p:spPr>
          <a:xfrm>
            <a:off x="726057" y="3121701"/>
            <a:ext cx="3658053" cy="178651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Rôles</a:t>
            </a:r>
            <a:endParaRPr>
              <a:solidFill>
                <a:srgbClr val="FFFFFF"/>
              </a:solidFill>
              <a:latin typeface="Times New Roman"/>
              <a:ea typeface="Times New Roman"/>
              <a:cs typeface="Times New Roman"/>
              <a:sym typeface="Times New Roman"/>
            </a:endParaRPr>
          </a:p>
        </p:txBody>
      </p:sp>
      <p:sp>
        <p:nvSpPr>
          <p:cNvPr id="3282" name="Google Shape;3282;p77"/>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283" name="Google Shape;3283;p77"/>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pic>
        <p:nvPicPr>
          <p:cNvPr id="3284" name="Google Shape;3284;p77"/>
          <p:cNvPicPr preferRelativeResize="0"/>
          <p:nvPr/>
        </p:nvPicPr>
        <p:blipFill rotWithShape="1">
          <a:blip r:embed="rId4">
            <a:alphaModFix/>
          </a:blip>
          <a:srcRect b="0" l="0" r="0" t="0"/>
          <a:stretch/>
        </p:blipFill>
        <p:spPr>
          <a:xfrm>
            <a:off x="5453016" y="1540705"/>
            <a:ext cx="6029325" cy="3543300"/>
          </a:xfrm>
          <a:prstGeom prst="rect">
            <a:avLst/>
          </a:prstGeom>
          <a:noFill/>
          <a:ln>
            <a:noFill/>
          </a:ln>
        </p:spPr>
      </p:pic>
    </p:spTree>
  </p:cSld>
  <p:clrMapOvr>
    <a:masterClrMapping/>
  </p:clrMapOvr>
  <p:transition spd="slow">
    <p:fade/>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89" name="Shape 3289"/>
        <p:cNvGrpSpPr/>
        <p:nvPr/>
      </p:nvGrpSpPr>
      <p:grpSpPr>
        <a:xfrm>
          <a:off x="0" y="0"/>
          <a:ext cx="0" cy="0"/>
          <a:chOff x="0" y="0"/>
          <a:chExt cx="0" cy="0"/>
        </a:xfrm>
      </p:grpSpPr>
      <p:sp>
        <p:nvSpPr>
          <p:cNvPr id="3290" name="Google Shape;3290;p78"/>
          <p:cNvSpPr/>
          <p:nvPr/>
        </p:nvSpPr>
        <p:spPr>
          <a:xfrm>
            <a:off x="6096" y="-4691"/>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91" name="Google Shape;3291;p7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92" name="Google Shape;3292;p78"/>
          <p:cNvSpPr txBox="1"/>
          <p:nvPr>
            <p:ph type="title"/>
          </p:nvPr>
        </p:nvSpPr>
        <p:spPr>
          <a:xfrm>
            <a:off x="726057" y="3121701"/>
            <a:ext cx="3658053" cy="178651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Rôles</a:t>
            </a:r>
            <a:endParaRPr>
              <a:solidFill>
                <a:srgbClr val="FFFFFF"/>
              </a:solidFill>
              <a:latin typeface="Times New Roman"/>
              <a:ea typeface="Times New Roman"/>
              <a:cs typeface="Times New Roman"/>
              <a:sym typeface="Times New Roman"/>
            </a:endParaRPr>
          </a:p>
        </p:txBody>
      </p:sp>
      <p:sp>
        <p:nvSpPr>
          <p:cNvPr id="3293" name="Google Shape;3293;p78"/>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294" name="Google Shape;3294;p78"/>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pic>
        <p:nvPicPr>
          <p:cNvPr descr="rôles" id="3295" name="Google Shape;3295;p78"/>
          <p:cNvPicPr preferRelativeResize="0"/>
          <p:nvPr/>
        </p:nvPicPr>
        <p:blipFill rotWithShape="1">
          <a:blip r:embed="rId4">
            <a:alphaModFix/>
          </a:blip>
          <a:srcRect b="0" l="0" r="0" t="0"/>
          <a:stretch/>
        </p:blipFill>
        <p:spPr>
          <a:xfrm>
            <a:off x="4218366" y="945111"/>
            <a:ext cx="7788712" cy="4958360"/>
          </a:xfrm>
          <a:prstGeom prst="rect">
            <a:avLst/>
          </a:prstGeom>
          <a:noFill/>
          <a:ln>
            <a:noFill/>
          </a:ln>
        </p:spPr>
      </p:pic>
    </p:spTree>
  </p:cSld>
  <p:clrMapOvr>
    <a:masterClrMapping/>
  </p:clrMapOvr>
  <p:transition spd="slow">
    <p:fade/>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00" name="Shape 3300"/>
        <p:cNvGrpSpPr/>
        <p:nvPr/>
      </p:nvGrpSpPr>
      <p:grpSpPr>
        <a:xfrm>
          <a:off x="0" y="0"/>
          <a:ext cx="0" cy="0"/>
          <a:chOff x="0" y="0"/>
          <a:chExt cx="0" cy="0"/>
        </a:xfrm>
      </p:grpSpPr>
      <p:sp>
        <p:nvSpPr>
          <p:cNvPr id="3301" name="Google Shape;3301;p79"/>
          <p:cNvSpPr/>
          <p:nvPr/>
        </p:nvSpPr>
        <p:spPr>
          <a:xfrm>
            <a:off x="1" y="0"/>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02" name="Google Shape;3302;p7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03" name="Google Shape;3303;p79"/>
          <p:cNvSpPr txBox="1"/>
          <p:nvPr>
            <p:ph type="title"/>
          </p:nvPr>
        </p:nvSpPr>
        <p:spPr>
          <a:xfrm>
            <a:off x="4801268" y="408"/>
            <a:ext cx="4977976" cy="14540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Rôles</a:t>
            </a:r>
            <a:endParaRPr b="1">
              <a:solidFill>
                <a:srgbClr val="004A66"/>
              </a:solidFill>
              <a:latin typeface="Times New Roman"/>
              <a:ea typeface="Times New Roman"/>
              <a:cs typeface="Times New Roman"/>
              <a:sym typeface="Times New Roman"/>
            </a:endParaRPr>
          </a:p>
        </p:txBody>
      </p:sp>
      <p:sp>
        <p:nvSpPr>
          <p:cNvPr id="3304" name="Google Shape;3304;p79"/>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05" name="Google Shape;3305;p79"/>
          <p:cNvPicPr preferRelativeResize="0"/>
          <p:nvPr/>
        </p:nvPicPr>
        <p:blipFill rotWithShape="1">
          <a:blip r:embed="rId4">
            <a:alphaModFix/>
          </a:blip>
          <a:srcRect b="3" l="8711" r="17484" t="0"/>
          <a:stretch/>
        </p:blipFill>
        <p:spPr>
          <a:xfrm>
            <a:off x="20" y="907231"/>
            <a:ext cx="4838021" cy="5063738"/>
          </a:xfrm>
          <a:custGeom>
            <a:rect b="b" l="l" r="r" t="t"/>
            <a:pathLst>
              <a:path extrusionOk="0" h="5063738" w="4838041">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ln>
            <a:noFill/>
          </a:ln>
        </p:spPr>
      </p:pic>
      <p:sp>
        <p:nvSpPr>
          <p:cNvPr id="3306" name="Google Shape;3306;p79"/>
          <p:cNvSpPr txBox="1"/>
          <p:nvPr>
            <p:ph idx="1" type="body"/>
          </p:nvPr>
        </p:nvSpPr>
        <p:spPr>
          <a:xfrm>
            <a:off x="5334281" y="1189060"/>
            <a:ext cx="6154427" cy="3102285"/>
          </a:xfrm>
          <a:prstGeom prst="rect">
            <a:avLst/>
          </a:prstGeom>
          <a:noFill/>
          <a:ln>
            <a:noFill/>
          </a:ln>
        </p:spPr>
        <p:txBody>
          <a:bodyPr anchorCtr="0" anchor="ctr" bIns="45700" lIns="91425" spcFirstLastPara="1" rIns="91425" wrap="square" tIns="45700">
            <a:normAutofit/>
          </a:bodyPr>
          <a:lstStyle/>
          <a:p>
            <a:pPr indent="-441325" lvl="0" marL="690563" rtl="0" algn="just">
              <a:lnSpc>
                <a:spcPct val="87000"/>
              </a:lnSpc>
              <a:spcBef>
                <a:spcPts val="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Le directeur de produit ou Product Owner représente les clients ou les utilisateurs finaux.</a:t>
            </a:r>
            <a:endParaRPr sz="2000">
              <a:latin typeface="Times New Roman"/>
              <a:ea typeface="Times New Roman"/>
              <a:cs typeface="Times New Roman"/>
              <a:sym typeface="Times New Roman"/>
            </a:endParaRPr>
          </a:p>
          <a:p>
            <a:pPr indent="-441325" lvl="0" marL="690563" rtl="0" algn="just">
              <a:lnSpc>
                <a:spcPct val="87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Définit les fonctionnalités du produit</a:t>
            </a:r>
            <a:endParaRPr sz="2000">
              <a:latin typeface="Times New Roman"/>
              <a:ea typeface="Times New Roman"/>
              <a:cs typeface="Times New Roman"/>
              <a:sym typeface="Times New Roman"/>
            </a:endParaRPr>
          </a:p>
          <a:p>
            <a:pPr indent="-441325" lvl="0" marL="690563" rtl="0" algn="just">
              <a:lnSpc>
                <a:spcPct val="87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Choisit la date et le contenu de la release</a:t>
            </a:r>
            <a:endParaRPr/>
          </a:p>
          <a:p>
            <a:pPr indent="-441325" lvl="0" marL="690563" rtl="0" algn="just">
              <a:lnSpc>
                <a:spcPct val="87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Définit les priorités dans le backlog en fonction de la valeur « métier »</a:t>
            </a:r>
            <a:endParaRPr/>
          </a:p>
          <a:p>
            <a:pPr indent="-441325" lvl="0" marL="690563" rtl="0" algn="just">
              <a:lnSpc>
                <a:spcPct val="87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Ajuste les fonctionnalités et les priorités à chaque sprint si nécessaire</a:t>
            </a:r>
            <a:endParaRPr sz="2000">
              <a:latin typeface="Times New Roman"/>
              <a:ea typeface="Times New Roman"/>
              <a:cs typeface="Times New Roman"/>
              <a:sym typeface="Times New Roman"/>
            </a:endParaRPr>
          </a:p>
          <a:p>
            <a:pPr indent="-441325" lvl="0" marL="690563" rtl="0" algn="just">
              <a:lnSpc>
                <a:spcPct val="87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Accepte ou rejette les résultats</a:t>
            </a:r>
            <a:endParaRPr sz="2000">
              <a:solidFill>
                <a:srgbClr val="000000"/>
              </a:solidFill>
              <a:latin typeface="Times New Roman"/>
              <a:ea typeface="Times New Roman"/>
              <a:cs typeface="Times New Roman"/>
              <a:sym typeface="Times New Roman"/>
            </a:endParaRPr>
          </a:p>
        </p:txBody>
      </p:sp>
      <p:sp>
        <p:nvSpPr>
          <p:cNvPr id="3307" name="Google Shape;3307;p79"/>
          <p:cNvSpPr/>
          <p:nvPr>
            <p:ph idx="12" type="sldNum"/>
          </p:nvPr>
        </p:nvSpPr>
        <p:spPr>
          <a:xfrm>
            <a:off x="10825930" y="6223702"/>
            <a:ext cx="570728" cy="314067"/>
          </a:xfrm>
          <a:prstGeom prst="ellipse">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None/>
            </a:pPr>
            <a:fld id="{00000000-1234-1234-1234-123412341234}" type="slidenum">
              <a:rPr lang="en-US" sz="900">
                <a:solidFill>
                  <a:srgbClr val="898989"/>
                </a:solidFill>
              </a:rPr>
              <a:t>‹#›</a:t>
            </a:fld>
            <a:endParaRPr sz="900">
              <a:solidFill>
                <a:srgbClr val="898989"/>
              </a:solidFill>
            </a:endParaRPr>
          </a:p>
        </p:txBody>
      </p:sp>
      <p:sp>
        <p:nvSpPr>
          <p:cNvPr id="3308" name="Google Shape;3308;p79"/>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sp>
        <p:nvSpPr>
          <p:cNvPr id="3309" name="Google Shape;3309;p79"/>
          <p:cNvSpPr txBox="1"/>
          <p:nvPr/>
        </p:nvSpPr>
        <p:spPr>
          <a:xfrm>
            <a:off x="7545359" y="525673"/>
            <a:ext cx="3943350" cy="630238"/>
          </a:xfrm>
          <a:prstGeom prst="rect">
            <a:avLst/>
          </a:prstGeom>
          <a:noFill/>
          <a:ln>
            <a:noFill/>
          </a:ln>
        </p:spPr>
        <p:txBody>
          <a:bodyPr anchorCtr="0" anchor="b" bIns="38150" lIns="38150" spcFirstLastPara="1" rIns="38150" wrap="square" tIns="142975">
            <a:normAutofit fontScale="90000" lnSpcReduction="20000"/>
          </a:bodyPr>
          <a:lstStyle/>
          <a:p>
            <a:pPr indent="0" lvl="0" marL="0" marR="0" rtl="0" algn="l">
              <a:lnSpc>
                <a:spcPct val="87000"/>
              </a:lnSpc>
              <a:spcBef>
                <a:spcPts val="0"/>
              </a:spcBef>
              <a:spcAft>
                <a:spcPts val="0"/>
              </a:spcAft>
              <a:buClr>
                <a:srgbClr val="6A9BCC"/>
              </a:buClr>
              <a:buSzPct val="100000"/>
              <a:buFont typeface="Times New Roman"/>
              <a:buNone/>
            </a:pPr>
            <a:r>
              <a:rPr lang="en-US" sz="4400">
                <a:solidFill>
                  <a:srgbClr val="6A9BCC"/>
                </a:solidFill>
                <a:latin typeface="Times New Roman"/>
                <a:ea typeface="Times New Roman"/>
                <a:cs typeface="Times New Roman"/>
                <a:sym typeface="Times New Roman"/>
              </a:rPr>
              <a:t>Product Owner</a:t>
            </a:r>
            <a:endParaRPr/>
          </a:p>
        </p:txBody>
      </p:sp>
      <p:sp>
        <p:nvSpPr>
          <p:cNvPr id="3310" name="Google Shape;3310;p79"/>
          <p:cNvSpPr txBox="1"/>
          <p:nvPr/>
        </p:nvSpPr>
        <p:spPr>
          <a:xfrm>
            <a:off x="5633098" y="4778554"/>
            <a:ext cx="5072416" cy="1296987"/>
          </a:xfrm>
          <a:prstGeom prst="rect">
            <a:avLst/>
          </a:prstGeom>
          <a:solidFill>
            <a:srgbClr val="F6AF8B"/>
          </a:solidFill>
          <a:ln cap="flat" cmpd="sng" w="9525">
            <a:solidFill>
              <a:srgbClr val="F6AF8B"/>
            </a:solidFill>
            <a:prstDash val="solid"/>
            <a:miter lim="800000"/>
            <a:headEnd len="sm" w="sm" type="none"/>
            <a:tailEnd len="sm" w="sm" type="none"/>
          </a:ln>
        </p:spPr>
        <p:txBody>
          <a:bodyPr anchorCtr="0" anchor="t" bIns="45700" lIns="91425" spcFirstLastPara="1" rIns="91425" wrap="square" tIns="45700">
            <a:normAutofit/>
          </a:bodyPr>
          <a:lstStyle/>
          <a:p>
            <a:pPr indent="-228600" lvl="2" marL="1143000" marR="0" rtl="0" algn="just">
              <a:lnSpc>
                <a:spcPct val="9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Bonne communication.</a:t>
            </a:r>
            <a:endParaRPr/>
          </a:p>
          <a:p>
            <a:pPr indent="-228600" lvl="2" marL="1143000" marR="0" rtl="0" algn="just">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Savoir exprimer ses besoins sans ambiguïté.</a:t>
            </a:r>
            <a:endParaRPr/>
          </a:p>
        </p:txBody>
      </p:sp>
      <p:sp>
        <p:nvSpPr>
          <p:cNvPr id="3311" name="Google Shape;3311;p79"/>
          <p:cNvSpPr/>
          <p:nvPr/>
        </p:nvSpPr>
        <p:spPr>
          <a:xfrm>
            <a:off x="5210120" y="4242729"/>
            <a:ext cx="2462212"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en-US" sz="1800" u="sng">
                <a:solidFill>
                  <a:schemeClr val="dk1"/>
                </a:solidFill>
                <a:latin typeface="Arial"/>
                <a:ea typeface="Arial"/>
                <a:cs typeface="Arial"/>
                <a:sym typeface="Arial"/>
              </a:rPr>
              <a:t>Qualités nécessaires</a:t>
            </a:r>
            <a:endParaRPr sz="1800" u="sng">
              <a:solidFill>
                <a:schemeClr val="dk1"/>
              </a:solidFill>
              <a:latin typeface="Arial"/>
              <a:ea typeface="Arial"/>
              <a:cs typeface="Arial"/>
              <a:sym typeface="Arial"/>
            </a:endParaRPr>
          </a:p>
        </p:txBody>
      </p:sp>
    </p:spTree>
  </p:cSld>
  <p:clrMapOvr>
    <a:masterClrMapping/>
  </p:clrMapOvr>
  <p:transition spd="slow">
    <p:fade/>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16" name="Shape 3316"/>
        <p:cNvGrpSpPr/>
        <p:nvPr/>
      </p:nvGrpSpPr>
      <p:grpSpPr>
        <a:xfrm>
          <a:off x="0" y="0"/>
          <a:ext cx="0" cy="0"/>
          <a:chOff x="0" y="0"/>
          <a:chExt cx="0" cy="0"/>
        </a:xfrm>
      </p:grpSpPr>
      <p:sp>
        <p:nvSpPr>
          <p:cNvPr id="3317" name="Google Shape;3317;p80"/>
          <p:cNvSpPr/>
          <p:nvPr/>
        </p:nvSpPr>
        <p:spPr>
          <a:xfrm>
            <a:off x="1" y="0"/>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18" name="Google Shape;3318;p8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19" name="Google Shape;3319;p80"/>
          <p:cNvSpPr txBox="1"/>
          <p:nvPr>
            <p:ph type="title"/>
          </p:nvPr>
        </p:nvSpPr>
        <p:spPr>
          <a:xfrm>
            <a:off x="4801268" y="408"/>
            <a:ext cx="4977976" cy="14540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Rôles</a:t>
            </a:r>
            <a:endParaRPr b="1">
              <a:solidFill>
                <a:srgbClr val="004A66"/>
              </a:solidFill>
              <a:latin typeface="Times New Roman"/>
              <a:ea typeface="Times New Roman"/>
              <a:cs typeface="Times New Roman"/>
              <a:sym typeface="Times New Roman"/>
            </a:endParaRPr>
          </a:p>
        </p:txBody>
      </p:sp>
      <p:sp>
        <p:nvSpPr>
          <p:cNvPr id="3320" name="Google Shape;3320;p80"/>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1" name="Google Shape;3321;p80"/>
          <p:cNvSpPr txBox="1"/>
          <p:nvPr>
            <p:ph idx="1" type="body"/>
          </p:nvPr>
        </p:nvSpPr>
        <p:spPr>
          <a:xfrm>
            <a:off x="5334282" y="1190326"/>
            <a:ext cx="6154427" cy="2293993"/>
          </a:xfrm>
          <a:prstGeom prst="rect">
            <a:avLst/>
          </a:prstGeom>
          <a:noFill/>
          <a:ln>
            <a:noFill/>
          </a:ln>
        </p:spPr>
        <p:txBody>
          <a:bodyPr anchorCtr="0" anchor="ctr" bIns="45700" lIns="91425" spcFirstLastPara="1" rIns="91425" wrap="square" tIns="45700">
            <a:normAutofit lnSpcReduction="10000"/>
          </a:bodyPr>
          <a:lstStyle/>
          <a:p>
            <a:pPr indent="-349250" lvl="1" marL="441325" rtl="0" algn="l">
              <a:lnSpc>
                <a:spcPct val="100000"/>
              </a:lnSpc>
              <a:spcBef>
                <a:spcPts val="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ScrumMaster est l'animateur de l'équipe faisant appliquer Scrum Élimine les obstacles</a:t>
            </a:r>
            <a:endParaRPr/>
          </a:p>
          <a:p>
            <a:pPr indent="-349250" lvl="1" marL="441325" rtl="0" algn="l">
              <a:lnSpc>
                <a:spcPct val="100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 S'assure que l'équipe est complètement fonctionnelle et productive</a:t>
            </a:r>
            <a:endParaRPr/>
          </a:p>
          <a:p>
            <a:pPr indent="-349250" lvl="0" marL="441325" rtl="0" algn="l">
              <a:lnSpc>
                <a:spcPct val="100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Facilite une coopération poussée entre tous les rôles et fonctions</a:t>
            </a:r>
            <a:endParaRPr sz="2000">
              <a:latin typeface="Times New Roman"/>
              <a:ea typeface="Times New Roman"/>
              <a:cs typeface="Times New Roman"/>
              <a:sym typeface="Times New Roman"/>
            </a:endParaRPr>
          </a:p>
          <a:p>
            <a:pPr indent="-346075" lvl="0" marL="438150" rtl="0" algn="l">
              <a:lnSpc>
                <a:spcPct val="100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Protège l'équipe des interférences extérieures</a:t>
            </a:r>
            <a:endParaRPr sz="2000">
              <a:latin typeface="Times New Roman"/>
              <a:ea typeface="Times New Roman"/>
              <a:cs typeface="Times New Roman"/>
              <a:sym typeface="Times New Roman"/>
            </a:endParaRPr>
          </a:p>
        </p:txBody>
      </p:sp>
      <p:sp>
        <p:nvSpPr>
          <p:cNvPr id="3322" name="Google Shape;3322;p80"/>
          <p:cNvSpPr/>
          <p:nvPr>
            <p:ph idx="12" type="sldNum"/>
          </p:nvPr>
        </p:nvSpPr>
        <p:spPr>
          <a:xfrm>
            <a:off x="10825930" y="6223702"/>
            <a:ext cx="570728" cy="314067"/>
          </a:xfrm>
          <a:prstGeom prst="ellipse">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None/>
            </a:pPr>
            <a:fld id="{00000000-1234-1234-1234-123412341234}" type="slidenum">
              <a:rPr lang="en-US" sz="900">
                <a:solidFill>
                  <a:srgbClr val="898989"/>
                </a:solidFill>
              </a:rPr>
              <a:t>‹#›</a:t>
            </a:fld>
            <a:endParaRPr sz="900">
              <a:solidFill>
                <a:srgbClr val="898989"/>
              </a:solidFill>
            </a:endParaRPr>
          </a:p>
        </p:txBody>
      </p:sp>
      <p:sp>
        <p:nvSpPr>
          <p:cNvPr id="3323" name="Google Shape;3323;p80"/>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sp>
        <p:nvSpPr>
          <p:cNvPr id="3324" name="Google Shape;3324;p80"/>
          <p:cNvSpPr txBox="1"/>
          <p:nvPr/>
        </p:nvSpPr>
        <p:spPr>
          <a:xfrm>
            <a:off x="7545359" y="399061"/>
            <a:ext cx="3943350" cy="630238"/>
          </a:xfrm>
          <a:prstGeom prst="rect">
            <a:avLst/>
          </a:prstGeom>
          <a:noFill/>
          <a:ln>
            <a:noFill/>
          </a:ln>
        </p:spPr>
        <p:txBody>
          <a:bodyPr anchorCtr="0" anchor="b" bIns="38150" lIns="38150" spcFirstLastPara="1" rIns="38150" wrap="square" tIns="142975">
            <a:normAutofit fontScale="90000" lnSpcReduction="20000"/>
          </a:bodyPr>
          <a:lstStyle/>
          <a:p>
            <a:pPr indent="0" lvl="0" marL="0" marR="0" rtl="0" algn="l">
              <a:lnSpc>
                <a:spcPct val="87000"/>
              </a:lnSpc>
              <a:spcBef>
                <a:spcPts val="0"/>
              </a:spcBef>
              <a:spcAft>
                <a:spcPts val="0"/>
              </a:spcAft>
              <a:buClr>
                <a:srgbClr val="6A9BCC"/>
              </a:buClr>
              <a:buSzPct val="100000"/>
              <a:buFont typeface="Times New Roman"/>
              <a:buNone/>
            </a:pPr>
            <a:r>
              <a:rPr lang="en-US" sz="4400">
                <a:solidFill>
                  <a:srgbClr val="6A9BCC"/>
                </a:solidFill>
                <a:latin typeface="Times New Roman"/>
                <a:ea typeface="Times New Roman"/>
                <a:cs typeface="Times New Roman"/>
                <a:sym typeface="Times New Roman"/>
              </a:rPr>
              <a:t>ScrumMaster</a:t>
            </a:r>
            <a:endParaRPr/>
          </a:p>
        </p:txBody>
      </p:sp>
      <p:sp>
        <p:nvSpPr>
          <p:cNvPr id="3325" name="Google Shape;3325;p80"/>
          <p:cNvSpPr txBox="1"/>
          <p:nvPr/>
        </p:nvSpPr>
        <p:spPr>
          <a:xfrm>
            <a:off x="5614876" y="3910270"/>
            <a:ext cx="5614874" cy="2197110"/>
          </a:xfrm>
          <a:prstGeom prst="rect">
            <a:avLst/>
          </a:prstGeom>
          <a:solidFill>
            <a:srgbClr val="F6AF8B"/>
          </a:solidFill>
          <a:ln cap="flat" cmpd="sng" w="9525">
            <a:solidFill>
              <a:srgbClr val="F6AF8B"/>
            </a:solidFill>
            <a:prstDash val="solid"/>
            <a:miter lim="800000"/>
            <a:headEnd len="sm" w="sm" type="none"/>
            <a:tailEnd len="sm" w="sm" type="none"/>
          </a:ln>
        </p:spPr>
        <p:txBody>
          <a:bodyPr anchorCtr="0" anchor="t" bIns="45700" lIns="91425" spcFirstLastPara="1" rIns="91425" wrap="square" tIns="45700">
            <a:normAutofit fontScale="92500"/>
          </a:bodyPr>
          <a:lstStyle/>
          <a:p>
            <a:pPr indent="-228600" lvl="0" marL="228600" marR="0" rtl="0" algn="l">
              <a:lnSpc>
                <a:spcPct val="90000"/>
              </a:lnSpc>
              <a:spcBef>
                <a:spcPts val="0"/>
              </a:spcBef>
              <a:spcAft>
                <a:spcPts val="0"/>
              </a:spcAft>
              <a:buClr>
                <a:schemeClr val="dk1"/>
              </a:buClr>
              <a:buSzPct val="100000"/>
              <a:buFont typeface="Arial"/>
              <a:buChar char="•"/>
            </a:pPr>
            <a:r>
              <a:rPr lang="en-US" sz="2800">
                <a:solidFill>
                  <a:schemeClr val="dk1"/>
                </a:solidFill>
                <a:latin typeface="Arabic Typesetting"/>
                <a:ea typeface="Arabic Typesetting"/>
                <a:cs typeface="Arabic Typesetting"/>
                <a:sym typeface="Arabic Typesetting"/>
              </a:rPr>
              <a:t>Bonne communication.</a:t>
            </a:r>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Arabic Typesetting"/>
                <a:ea typeface="Arabic Typesetting"/>
                <a:cs typeface="Arabic Typesetting"/>
                <a:sym typeface="Arabic Typesetting"/>
              </a:rPr>
              <a:t>Savoir résoudre des conflits et des problèmes afin de ne pas gêner l'équipe par rapport aux éléments extérieurs.</a:t>
            </a:r>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Arabic Typesetting"/>
                <a:ea typeface="Arabic Typesetting"/>
                <a:cs typeface="Arabic Typesetting"/>
                <a:sym typeface="Arabic Typesetting"/>
              </a:rPr>
              <a:t>Savoir mener sans imposer ses idées puisque chaque décision relève de l'équipe complète.</a:t>
            </a:r>
            <a:endParaRPr/>
          </a:p>
        </p:txBody>
      </p:sp>
      <p:sp>
        <p:nvSpPr>
          <p:cNvPr id="3326" name="Google Shape;3326;p80"/>
          <p:cNvSpPr/>
          <p:nvPr/>
        </p:nvSpPr>
        <p:spPr>
          <a:xfrm>
            <a:off x="5083147" y="3487228"/>
            <a:ext cx="2462212"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en-US" sz="1800" u="sng">
                <a:solidFill>
                  <a:schemeClr val="dk1"/>
                </a:solidFill>
                <a:latin typeface="Arial"/>
                <a:ea typeface="Arial"/>
                <a:cs typeface="Arial"/>
                <a:sym typeface="Arial"/>
              </a:rPr>
              <a:t>Qualités nécessaires</a:t>
            </a:r>
            <a:endParaRPr sz="1800" u="sng">
              <a:solidFill>
                <a:schemeClr val="dk1"/>
              </a:solidFill>
              <a:latin typeface="Arial"/>
              <a:ea typeface="Arial"/>
              <a:cs typeface="Arial"/>
              <a:sym typeface="Arial"/>
            </a:endParaRPr>
          </a:p>
        </p:txBody>
      </p:sp>
      <p:pic>
        <p:nvPicPr>
          <p:cNvPr id="3327" name="Google Shape;3327;p80"/>
          <p:cNvPicPr preferRelativeResize="0"/>
          <p:nvPr/>
        </p:nvPicPr>
        <p:blipFill rotWithShape="1">
          <a:blip r:embed="rId4">
            <a:alphaModFix/>
          </a:blip>
          <a:srcRect b="0" l="0" r="0" t="0"/>
          <a:stretch/>
        </p:blipFill>
        <p:spPr>
          <a:xfrm>
            <a:off x="101535" y="1661650"/>
            <a:ext cx="4520843" cy="3203293"/>
          </a:xfrm>
          <a:prstGeom prst="rect">
            <a:avLst/>
          </a:prstGeom>
          <a:noFill/>
          <a:ln>
            <a:noFill/>
          </a:ln>
        </p:spPr>
      </p:pic>
    </p:spTree>
  </p:cSld>
  <p:clrMapOvr>
    <a:masterClrMapping/>
  </p:clrMapOvr>
  <p:transition spd="slow">
    <p:fade/>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2" name="Shape 3332"/>
        <p:cNvGrpSpPr/>
        <p:nvPr/>
      </p:nvGrpSpPr>
      <p:grpSpPr>
        <a:xfrm>
          <a:off x="0" y="0"/>
          <a:ext cx="0" cy="0"/>
          <a:chOff x="0" y="0"/>
          <a:chExt cx="0" cy="0"/>
        </a:xfrm>
      </p:grpSpPr>
      <p:sp>
        <p:nvSpPr>
          <p:cNvPr id="3333" name="Google Shape;3333;p81"/>
          <p:cNvSpPr/>
          <p:nvPr/>
        </p:nvSpPr>
        <p:spPr>
          <a:xfrm>
            <a:off x="1" y="0"/>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34" name="Google Shape;3334;p8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35" name="Google Shape;3335;p81"/>
          <p:cNvSpPr txBox="1"/>
          <p:nvPr>
            <p:ph type="title"/>
          </p:nvPr>
        </p:nvSpPr>
        <p:spPr>
          <a:xfrm>
            <a:off x="4801268" y="408"/>
            <a:ext cx="4977976" cy="14540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Rôles</a:t>
            </a:r>
            <a:endParaRPr b="1">
              <a:solidFill>
                <a:srgbClr val="004A66"/>
              </a:solidFill>
              <a:latin typeface="Times New Roman"/>
              <a:ea typeface="Times New Roman"/>
              <a:cs typeface="Times New Roman"/>
              <a:sym typeface="Times New Roman"/>
            </a:endParaRPr>
          </a:p>
        </p:txBody>
      </p:sp>
      <p:sp>
        <p:nvSpPr>
          <p:cNvPr id="3336" name="Google Shape;3336;p81"/>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7" name="Google Shape;3337;p81"/>
          <p:cNvSpPr txBox="1"/>
          <p:nvPr>
            <p:ph idx="1" type="body"/>
          </p:nvPr>
        </p:nvSpPr>
        <p:spPr>
          <a:xfrm>
            <a:off x="5334281" y="1189060"/>
            <a:ext cx="6154427" cy="1680749"/>
          </a:xfrm>
          <a:prstGeom prst="rect">
            <a:avLst/>
          </a:prstGeom>
          <a:noFill/>
          <a:ln>
            <a:noFill/>
          </a:ln>
        </p:spPr>
        <p:txBody>
          <a:bodyPr anchorCtr="0" anchor="ctr" bIns="45700" lIns="91425" spcFirstLastPara="1" rIns="91425" wrap="square" tIns="45700">
            <a:normAutofit/>
          </a:bodyPr>
          <a:lstStyle/>
          <a:p>
            <a:pPr indent="-441325" lvl="0" marL="690563" rtl="0" algn="just">
              <a:lnSpc>
                <a:spcPct val="87000"/>
              </a:lnSpc>
              <a:spcBef>
                <a:spcPts val="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De 5 à 10 personnes </a:t>
            </a:r>
            <a:endParaRPr/>
          </a:p>
          <a:p>
            <a:pPr indent="-441325" lvl="0" marL="690563" rtl="0" algn="just">
              <a:lnSpc>
                <a:spcPct val="87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Regroupant tous les rôles </a:t>
            </a:r>
            <a:endParaRPr/>
          </a:p>
          <a:p>
            <a:pPr indent="-441325" lvl="0" marL="690563" rtl="0" algn="just">
              <a:lnSpc>
                <a:spcPct val="87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L’équipe s’organise par elle-même </a:t>
            </a:r>
            <a:endParaRPr/>
          </a:p>
          <a:p>
            <a:pPr indent="-441325" lvl="0" marL="690563" rtl="0" algn="just">
              <a:lnSpc>
                <a:spcPct val="87000"/>
              </a:lnSpc>
              <a:spcBef>
                <a:spcPts val="400"/>
              </a:spcBef>
              <a:spcAft>
                <a:spcPts val="0"/>
              </a:spcAft>
              <a:buClr>
                <a:srgbClr val="5F7BAE"/>
              </a:buClr>
              <a:buSzPts val="3000"/>
              <a:buFont typeface="Merriweather Sans"/>
              <a:buChar char="•"/>
            </a:pPr>
            <a:r>
              <a:rPr lang="en-US" sz="2000">
                <a:latin typeface="Times New Roman"/>
                <a:ea typeface="Times New Roman"/>
                <a:cs typeface="Times New Roman"/>
                <a:sym typeface="Times New Roman"/>
              </a:rPr>
              <a:t>La composition de l’équipe ne doit pas changer pendant un Sprint</a:t>
            </a:r>
            <a:endParaRPr sz="2000">
              <a:solidFill>
                <a:srgbClr val="000000"/>
              </a:solidFill>
              <a:latin typeface="Times New Roman"/>
              <a:ea typeface="Times New Roman"/>
              <a:cs typeface="Times New Roman"/>
              <a:sym typeface="Times New Roman"/>
            </a:endParaRPr>
          </a:p>
        </p:txBody>
      </p:sp>
      <p:sp>
        <p:nvSpPr>
          <p:cNvPr id="3338" name="Google Shape;3338;p81"/>
          <p:cNvSpPr/>
          <p:nvPr>
            <p:ph idx="12" type="sldNum"/>
          </p:nvPr>
        </p:nvSpPr>
        <p:spPr>
          <a:xfrm>
            <a:off x="10825930" y="6223702"/>
            <a:ext cx="570728" cy="314067"/>
          </a:xfrm>
          <a:prstGeom prst="ellipse">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None/>
            </a:pPr>
            <a:fld id="{00000000-1234-1234-1234-123412341234}" type="slidenum">
              <a:rPr lang="en-US" sz="900">
                <a:solidFill>
                  <a:srgbClr val="898989"/>
                </a:solidFill>
              </a:rPr>
              <a:t>‹#›</a:t>
            </a:fld>
            <a:endParaRPr sz="900">
              <a:solidFill>
                <a:srgbClr val="898989"/>
              </a:solidFill>
            </a:endParaRPr>
          </a:p>
        </p:txBody>
      </p:sp>
      <p:sp>
        <p:nvSpPr>
          <p:cNvPr id="3339" name="Google Shape;3339;p81"/>
          <p:cNvSpPr/>
          <p:nvPr/>
        </p:nvSpPr>
        <p:spPr>
          <a:xfrm>
            <a:off x="2208215" y="1844675"/>
            <a:ext cx="7704137" cy="4262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1800">
              <a:solidFill>
                <a:srgbClr val="303C43"/>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800">
                <a:solidFill>
                  <a:srgbClr val="303C43"/>
                </a:solidFill>
                <a:latin typeface="Times New Roman"/>
                <a:ea typeface="Times New Roman"/>
                <a:cs typeface="Times New Roman"/>
                <a:sym typeface="Times New Roman"/>
              </a:rPr>
              <a:t>      </a:t>
            </a:r>
            <a:endParaRPr sz="2000">
              <a:solidFill>
                <a:srgbClr val="303C43"/>
              </a:solidFill>
              <a:latin typeface="Times New Roman"/>
              <a:ea typeface="Times New Roman"/>
              <a:cs typeface="Times New Roman"/>
              <a:sym typeface="Times New Roman"/>
            </a:endParaRPr>
          </a:p>
        </p:txBody>
      </p:sp>
      <p:sp>
        <p:nvSpPr>
          <p:cNvPr id="3340" name="Google Shape;3340;p81"/>
          <p:cNvSpPr txBox="1"/>
          <p:nvPr/>
        </p:nvSpPr>
        <p:spPr>
          <a:xfrm>
            <a:off x="7545359" y="525673"/>
            <a:ext cx="3943350" cy="630238"/>
          </a:xfrm>
          <a:prstGeom prst="rect">
            <a:avLst/>
          </a:prstGeom>
          <a:noFill/>
          <a:ln>
            <a:noFill/>
          </a:ln>
        </p:spPr>
        <p:txBody>
          <a:bodyPr anchorCtr="0" anchor="b" bIns="38150" lIns="38150" spcFirstLastPara="1" rIns="38150" wrap="square" tIns="142975">
            <a:normAutofit fontScale="90000" lnSpcReduction="20000"/>
          </a:bodyPr>
          <a:lstStyle/>
          <a:p>
            <a:pPr indent="0" lvl="0" marL="0" marR="0" rtl="0" algn="l">
              <a:lnSpc>
                <a:spcPct val="87000"/>
              </a:lnSpc>
              <a:spcBef>
                <a:spcPts val="0"/>
              </a:spcBef>
              <a:spcAft>
                <a:spcPts val="0"/>
              </a:spcAft>
              <a:buClr>
                <a:srgbClr val="6A9BCC"/>
              </a:buClr>
              <a:buSzPct val="100000"/>
              <a:buFont typeface="Times New Roman"/>
              <a:buNone/>
            </a:pPr>
            <a:r>
              <a:rPr lang="en-US" sz="4400">
                <a:solidFill>
                  <a:srgbClr val="6A9BCC"/>
                </a:solidFill>
                <a:latin typeface="Times New Roman"/>
                <a:ea typeface="Times New Roman"/>
                <a:cs typeface="Times New Roman"/>
                <a:sym typeface="Times New Roman"/>
              </a:rPr>
              <a:t>Equipe Scrum</a:t>
            </a:r>
            <a:endParaRPr/>
          </a:p>
        </p:txBody>
      </p:sp>
      <p:sp>
        <p:nvSpPr>
          <p:cNvPr id="3341" name="Google Shape;3341;p81"/>
          <p:cNvSpPr txBox="1"/>
          <p:nvPr/>
        </p:nvSpPr>
        <p:spPr>
          <a:xfrm>
            <a:off x="5633097" y="3348111"/>
            <a:ext cx="5559986" cy="2277264"/>
          </a:xfrm>
          <a:prstGeom prst="rect">
            <a:avLst/>
          </a:prstGeom>
          <a:solidFill>
            <a:srgbClr val="F6AF8B"/>
          </a:solidFill>
          <a:ln cap="flat" cmpd="sng" w="9525">
            <a:solidFill>
              <a:srgbClr val="F6AF8B"/>
            </a:solidFill>
            <a:prstDash val="solid"/>
            <a:miter lim="800000"/>
            <a:headEnd len="sm" w="sm" type="none"/>
            <a:tailEnd len="sm" w="sm" type="none"/>
          </a:ln>
        </p:spPr>
        <p:txBody>
          <a:bodyPr anchorCtr="0" anchor="t" bIns="45700" lIns="91425" spcFirstLastPara="1" rIns="91425" wrap="square" tIns="45700">
            <a:normAutofit lnSpcReduction="10000"/>
          </a:bodyPr>
          <a:lstStyle/>
          <a:p>
            <a:pPr indent="-228600" lvl="1" marL="685800" marR="0" rtl="0" algn="just">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Savoir communiquer avec le reste de l'équipe et le directeur de produit. </a:t>
            </a:r>
            <a:endParaRPr/>
          </a:p>
          <a:p>
            <a:pPr indent="-228600" lvl="1" marL="685800" marR="0" rtl="0" algn="just">
              <a:lnSpc>
                <a:spcPct val="15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Ne pas s'imposer au sein de l'équipe. Tout le monde est au même niveau.</a:t>
            </a:r>
            <a:endParaRPr/>
          </a:p>
        </p:txBody>
      </p:sp>
      <p:sp>
        <p:nvSpPr>
          <p:cNvPr id="3342" name="Google Shape;3342;p81"/>
          <p:cNvSpPr/>
          <p:nvPr/>
        </p:nvSpPr>
        <p:spPr>
          <a:xfrm>
            <a:off x="5210120" y="2892230"/>
            <a:ext cx="2462212"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en-US" sz="1800" u="sng">
                <a:solidFill>
                  <a:schemeClr val="dk1"/>
                </a:solidFill>
                <a:latin typeface="Arial"/>
                <a:ea typeface="Arial"/>
                <a:cs typeface="Arial"/>
                <a:sym typeface="Arial"/>
              </a:rPr>
              <a:t>Qualités nécessaires</a:t>
            </a:r>
            <a:endParaRPr sz="1800" u="sng">
              <a:solidFill>
                <a:schemeClr val="dk1"/>
              </a:solidFill>
              <a:latin typeface="Arial"/>
              <a:ea typeface="Arial"/>
              <a:cs typeface="Arial"/>
              <a:sym typeface="Arial"/>
            </a:endParaRPr>
          </a:p>
        </p:txBody>
      </p:sp>
      <p:grpSp>
        <p:nvGrpSpPr>
          <p:cNvPr id="3343" name="Google Shape;3343;p81"/>
          <p:cNvGrpSpPr/>
          <p:nvPr/>
        </p:nvGrpSpPr>
        <p:grpSpPr>
          <a:xfrm>
            <a:off x="123227" y="2105200"/>
            <a:ext cx="4386177" cy="2848746"/>
            <a:chOff x="4124" y="364"/>
            <a:chExt cx="1703" cy="1345"/>
          </a:xfrm>
        </p:grpSpPr>
        <p:pic>
          <p:nvPicPr>
            <p:cNvPr id="3344" name="Google Shape;3344;p81"/>
            <p:cNvPicPr preferRelativeResize="0"/>
            <p:nvPr/>
          </p:nvPicPr>
          <p:blipFill rotWithShape="1">
            <a:blip r:embed="rId4">
              <a:alphaModFix/>
            </a:blip>
            <a:srcRect b="0" l="0" r="0" t="0"/>
            <a:stretch/>
          </p:blipFill>
          <p:spPr>
            <a:xfrm>
              <a:off x="5032" y="817"/>
              <a:ext cx="507" cy="440"/>
            </a:xfrm>
            <a:prstGeom prst="rect">
              <a:avLst/>
            </a:prstGeom>
            <a:noFill/>
            <a:ln>
              <a:noFill/>
            </a:ln>
          </p:spPr>
        </p:pic>
        <p:grpSp>
          <p:nvGrpSpPr>
            <p:cNvPr id="3345" name="Google Shape;3345;p81"/>
            <p:cNvGrpSpPr/>
            <p:nvPr/>
          </p:nvGrpSpPr>
          <p:grpSpPr>
            <a:xfrm>
              <a:off x="4124" y="364"/>
              <a:ext cx="1703" cy="1345"/>
              <a:chOff x="4124" y="364"/>
              <a:chExt cx="1703" cy="1345"/>
            </a:xfrm>
          </p:grpSpPr>
          <p:grpSp>
            <p:nvGrpSpPr>
              <p:cNvPr id="3346" name="Google Shape;3346;p81"/>
              <p:cNvGrpSpPr/>
              <p:nvPr/>
            </p:nvGrpSpPr>
            <p:grpSpPr>
              <a:xfrm>
                <a:off x="4124" y="364"/>
                <a:ext cx="1703" cy="439"/>
                <a:chOff x="4124" y="364"/>
                <a:chExt cx="1703" cy="439"/>
              </a:xfrm>
            </p:grpSpPr>
            <p:pic>
              <p:nvPicPr>
                <p:cNvPr id="3347" name="Google Shape;3347;p81"/>
                <p:cNvPicPr preferRelativeResize="0"/>
                <p:nvPr/>
              </p:nvPicPr>
              <p:blipFill rotWithShape="1">
                <a:blip r:embed="rId5">
                  <a:alphaModFix/>
                </a:blip>
                <a:srcRect b="0" l="0" r="0" t="0"/>
                <a:stretch/>
              </p:blipFill>
              <p:spPr>
                <a:xfrm>
                  <a:off x="4124" y="364"/>
                  <a:ext cx="507" cy="439"/>
                </a:xfrm>
                <a:prstGeom prst="rect">
                  <a:avLst/>
                </a:prstGeom>
                <a:noFill/>
                <a:ln>
                  <a:noFill/>
                </a:ln>
              </p:spPr>
            </p:pic>
            <p:pic>
              <p:nvPicPr>
                <p:cNvPr id="3348" name="Google Shape;3348;p81"/>
                <p:cNvPicPr preferRelativeResize="0"/>
                <p:nvPr/>
              </p:nvPicPr>
              <p:blipFill rotWithShape="1">
                <a:blip r:embed="rId6">
                  <a:alphaModFix/>
                </a:blip>
                <a:srcRect b="0" l="0" r="0" t="0"/>
                <a:stretch/>
              </p:blipFill>
              <p:spPr>
                <a:xfrm>
                  <a:off x="4722" y="364"/>
                  <a:ext cx="507" cy="439"/>
                </a:xfrm>
                <a:prstGeom prst="rect">
                  <a:avLst/>
                </a:prstGeom>
                <a:noFill/>
                <a:ln>
                  <a:noFill/>
                </a:ln>
              </p:spPr>
            </p:pic>
            <p:pic>
              <p:nvPicPr>
                <p:cNvPr id="3349" name="Google Shape;3349;p81"/>
                <p:cNvPicPr preferRelativeResize="0"/>
                <p:nvPr/>
              </p:nvPicPr>
              <p:blipFill rotWithShape="1">
                <a:blip r:embed="rId5">
                  <a:alphaModFix/>
                </a:blip>
                <a:srcRect b="0" l="0" r="0" t="0"/>
                <a:stretch/>
              </p:blipFill>
              <p:spPr>
                <a:xfrm>
                  <a:off x="5319" y="364"/>
                  <a:ext cx="508" cy="439"/>
                </a:xfrm>
                <a:prstGeom prst="rect">
                  <a:avLst/>
                </a:prstGeom>
                <a:noFill/>
                <a:ln>
                  <a:noFill/>
                </a:ln>
              </p:spPr>
            </p:pic>
          </p:grpSp>
          <p:pic>
            <p:nvPicPr>
              <p:cNvPr id="3350" name="Google Shape;3350;p81"/>
              <p:cNvPicPr preferRelativeResize="0"/>
              <p:nvPr/>
            </p:nvPicPr>
            <p:blipFill rotWithShape="1">
              <a:blip r:embed="rId7">
                <a:alphaModFix/>
              </a:blip>
              <a:srcRect b="0" l="0" r="0" t="0"/>
              <a:stretch/>
            </p:blipFill>
            <p:spPr>
              <a:xfrm>
                <a:off x="4464" y="833"/>
                <a:ext cx="507" cy="417"/>
              </a:xfrm>
              <a:prstGeom prst="rect">
                <a:avLst/>
              </a:prstGeom>
              <a:noFill/>
              <a:ln>
                <a:noFill/>
              </a:ln>
            </p:spPr>
          </p:pic>
          <p:grpSp>
            <p:nvGrpSpPr>
              <p:cNvPr id="3351" name="Google Shape;3351;p81"/>
              <p:cNvGrpSpPr/>
              <p:nvPr/>
            </p:nvGrpSpPr>
            <p:grpSpPr>
              <a:xfrm>
                <a:off x="4124" y="1270"/>
                <a:ext cx="1703" cy="439"/>
                <a:chOff x="4124" y="1270"/>
                <a:chExt cx="1703" cy="439"/>
              </a:xfrm>
            </p:grpSpPr>
            <p:pic>
              <p:nvPicPr>
                <p:cNvPr id="3352" name="Google Shape;3352;p81"/>
                <p:cNvPicPr preferRelativeResize="0"/>
                <p:nvPr/>
              </p:nvPicPr>
              <p:blipFill rotWithShape="1">
                <a:blip r:embed="rId7">
                  <a:alphaModFix/>
                </a:blip>
                <a:srcRect b="0" l="0" r="0" t="0"/>
                <a:stretch/>
              </p:blipFill>
              <p:spPr>
                <a:xfrm>
                  <a:off x="4124" y="1286"/>
                  <a:ext cx="507" cy="415"/>
                </a:xfrm>
                <a:prstGeom prst="rect">
                  <a:avLst/>
                </a:prstGeom>
                <a:noFill/>
                <a:ln>
                  <a:noFill/>
                </a:ln>
              </p:spPr>
            </p:pic>
            <p:pic>
              <p:nvPicPr>
                <p:cNvPr id="3353" name="Google Shape;3353;p81"/>
                <p:cNvPicPr preferRelativeResize="0"/>
                <p:nvPr/>
              </p:nvPicPr>
              <p:blipFill rotWithShape="1">
                <a:blip r:embed="rId8">
                  <a:alphaModFix/>
                </a:blip>
                <a:srcRect b="0" l="0" r="0" t="0"/>
                <a:stretch/>
              </p:blipFill>
              <p:spPr>
                <a:xfrm>
                  <a:off x="5319" y="1270"/>
                  <a:ext cx="508" cy="439"/>
                </a:xfrm>
                <a:prstGeom prst="rect">
                  <a:avLst/>
                </a:prstGeom>
                <a:noFill/>
                <a:ln>
                  <a:noFill/>
                </a:ln>
              </p:spPr>
            </p:pic>
            <p:pic>
              <p:nvPicPr>
                <p:cNvPr id="3354" name="Google Shape;3354;p81"/>
                <p:cNvPicPr preferRelativeResize="0"/>
                <p:nvPr/>
              </p:nvPicPr>
              <p:blipFill rotWithShape="1">
                <a:blip r:embed="rId4">
                  <a:alphaModFix/>
                </a:blip>
                <a:srcRect b="0" l="0" r="0" t="0"/>
                <a:stretch/>
              </p:blipFill>
              <p:spPr>
                <a:xfrm>
                  <a:off x="4722" y="1270"/>
                  <a:ext cx="507" cy="439"/>
                </a:xfrm>
                <a:prstGeom prst="rect">
                  <a:avLst/>
                </a:prstGeom>
                <a:noFill/>
                <a:ln>
                  <a:noFill/>
                </a:ln>
              </p:spPr>
            </p:pic>
          </p:grpSp>
        </p:grpSp>
      </p:grpSp>
    </p:spTree>
  </p:cSld>
  <p:clrMapOvr>
    <a:masterClrMapping/>
  </p:clrMapOvr>
  <p:transition spd="slow">
    <p:fade/>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9" name="Shape 3359"/>
        <p:cNvGrpSpPr/>
        <p:nvPr/>
      </p:nvGrpSpPr>
      <p:grpSpPr>
        <a:xfrm>
          <a:off x="0" y="0"/>
          <a:ext cx="0" cy="0"/>
          <a:chOff x="0" y="0"/>
          <a:chExt cx="0" cy="0"/>
        </a:xfrm>
      </p:grpSpPr>
      <p:sp>
        <p:nvSpPr>
          <p:cNvPr id="3360" name="Google Shape;3360;p82"/>
          <p:cNvSpPr/>
          <p:nvPr/>
        </p:nvSpPr>
        <p:spPr>
          <a:xfrm>
            <a:off x="6096" y="-4691"/>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61" name="Google Shape;3361;p8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62" name="Google Shape;3362;p82"/>
          <p:cNvSpPr txBox="1"/>
          <p:nvPr>
            <p:ph type="title"/>
          </p:nvPr>
        </p:nvSpPr>
        <p:spPr>
          <a:xfrm>
            <a:off x="246743" y="3034615"/>
            <a:ext cx="4137367" cy="178651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Les cérémonials</a:t>
            </a:r>
            <a:endParaRPr b="1">
              <a:solidFill>
                <a:srgbClr val="FFFFFF"/>
              </a:solidFill>
              <a:latin typeface="Times New Roman"/>
              <a:ea typeface="Times New Roman"/>
              <a:cs typeface="Times New Roman"/>
              <a:sym typeface="Times New Roman"/>
            </a:endParaRPr>
          </a:p>
        </p:txBody>
      </p:sp>
      <p:pic>
        <p:nvPicPr>
          <p:cNvPr id="3363" name="Google Shape;3363;p82"/>
          <p:cNvPicPr preferRelativeResize="0"/>
          <p:nvPr/>
        </p:nvPicPr>
        <p:blipFill rotWithShape="1">
          <a:blip r:embed="rId4">
            <a:alphaModFix/>
          </a:blip>
          <a:srcRect b="0" l="0" r="0" t="0"/>
          <a:stretch/>
        </p:blipFill>
        <p:spPr>
          <a:xfrm>
            <a:off x="4775200" y="595086"/>
            <a:ext cx="7170057" cy="5942683"/>
          </a:xfrm>
          <a:prstGeom prst="rect">
            <a:avLst/>
          </a:prstGeom>
          <a:noFill/>
          <a:ln>
            <a:noFill/>
          </a:ln>
        </p:spPr>
      </p:pic>
      <p:sp>
        <p:nvSpPr>
          <p:cNvPr id="3364" name="Google Shape;3364;p8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9" name="Shape 3369"/>
        <p:cNvGrpSpPr/>
        <p:nvPr/>
      </p:nvGrpSpPr>
      <p:grpSpPr>
        <a:xfrm>
          <a:off x="0" y="0"/>
          <a:ext cx="0" cy="0"/>
          <a:chOff x="0" y="0"/>
          <a:chExt cx="0" cy="0"/>
        </a:xfrm>
      </p:grpSpPr>
      <p:sp>
        <p:nvSpPr>
          <p:cNvPr id="3370" name="Google Shape;3370;p83"/>
          <p:cNvSpPr/>
          <p:nvPr/>
        </p:nvSpPr>
        <p:spPr>
          <a:xfrm>
            <a:off x="6096" y="-4691"/>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71" name="Google Shape;3371;p8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72" name="Google Shape;3372;p83"/>
          <p:cNvSpPr txBox="1"/>
          <p:nvPr>
            <p:ph type="title"/>
          </p:nvPr>
        </p:nvSpPr>
        <p:spPr>
          <a:xfrm>
            <a:off x="246743" y="3034615"/>
            <a:ext cx="4137367" cy="178651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Les cérémonials</a:t>
            </a:r>
            <a:endParaRPr b="1">
              <a:solidFill>
                <a:srgbClr val="FFFFFF"/>
              </a:solidFill>
              <a:latin typeface="Times New Roman"/>
              <a:ea typeface="Times New Roman"/>
              <a:cs typeface="Times New Roman"/>
              <a:sym typeface="Times New Roman"/>
            </a:endParaRPr>
          </a:p>
        </p:txBody>
      </p:sp>
      <p:sp>
        <p:nvSpPr>
          <p:cNvPr id="3373" name="Google Shape;3373;p83"/>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374" name="Google Shape;3374;p83"/>
          <p:cNvSpPr txBox="1"/>
          <p:nvPr/>
        </p:nvSpPr>
        <p:spPr>
          <a:xfrm>
            <a:off x="5835909" y="320231"/>
            <a:ext cx="5275385" cy="566738"/>
          </a:xfrm>
          <a:prstGeom prst="rect">
            <a:avLst/>
          </a:prstGeom>
          <a:noFill/>
          <a:ln>
            <a:noFill/>
          </a:ln>
        </p:spPr>
        <p:txBody>
          <a:bodyPr anchorCtr="0" anchor="b" bIns="38150" lIns="38150" spcFirstLastPara="1" rIns="38150" wrap="square" tIns="142975">
            <a:noAutofit/>
          </a:bodyPr>
          <a:lstStyle/>
          <a:p>
            <a:pPr indent="0" lvl="0" marL="0" marR="0" rtl="0" algn="l">
              <a:lnSpc>
                <a:spcPct val="87000"/>
              </a:lnSpc>
              <a:spcBef>
                <a:spcPts val="0"/>
              </a:spcBef>
              <a:spcAft>
                <a:spcPts val="0"/>
              </a:spcAft>
              <a:buClr>
                <a:srgbClr val="6A9BCC"/>
              </a:buClr>
              <a:buSzPts val="2800"/>
              <a:buFont typeface="Times New Roman"/>
              <a:buNone/>
            </a:pPr>
            <a:r>
              <a:rPr b="1" lang="en-US" sz="2800">
                <a:solidFill>
                  <a:srgbClr val="6A9BCC"/>
                </a:solidFill>
                <a:latin typeface="Times New Roman"/>
                <a:ea typeface="Times New Roman"/>
                <a:cs typeface="Times New Roman"/>
                <a:sym typeface="Times New Roman"/>
              </a:rPr>
              <a:t>Planification du sprint </a:t>
            </a:r>
            <a:endParaRPr/>
          </a:p>
        </p:txBody>
      </p:sp>
      <p:sp>
        <p:nvSpPr>
          <p:cNvPr id="3375" name="Google Shape;3375;p83"/>
          <p:cNvSpPr/>
          <p:nvPr/>
        </p:nvSpPr>
        <p:spPr>
          <a:xfrm>
            <a:off x="4797082" y="1087864"/>
            <a:ext cx="6599575" cy="4622099"/>
          </a:xfrm>
          <a:prstGeom prst="rect">
            <a:avLst/>
          </a:prstGeom>
          <a:noFill/>
          <a:ln>
            <a:noFill/>
          </a:ln>
        </p:spPr>
        <p:txBody>
          <a:bodyPr anchorCtr="0" anchor="t" bIns="45700" lIns="91425" spcFirstLastPara="1" rIns="91425" wrap="square" tIns="45700">
            <a:spAutoFit/>
          </a:bodyPr>
          <a:lstStyle/>
          <a:p>
            <a:pPr indent="-441325" lvl="0" marL="690563" marR="0" rtl="0" algn="just">
              <a:lnSpc>
                <a:spcPct val="150000"/>
              </a:lnSpc>
              <a:spcBef>
                <a:spcPts val="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L'équipe choisit, à partir du backlog de produit, les éléments qu'elle s'engage à finir.</a:t>
            </a:r>
            <a:endParaRPr/>
          </a:p>
          <a:p>
            <a:pPr indent="-441325" lvl="0" marL="690563" marR="0" rtl="0" algn="just">
              <a:lnSpc>
                <a:spcPct val="150000"/>
              </a:lnSpc>
              <a:spcBef>
                <a:spcPts val="140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La liste des tâches est créée</a:t>
            </a:r>
            <a:endParaRPr sz="2400">
              <a:solidFill>
                <a:schemeClr val="dk1"/>
              </a:solidFill>
              <a:latin typeface="Times New Roman"/>
              <a:ea typeface="Times New Roman"/>
              <a:cs typeface="Times New Roman"/>
              <a:sym typeface="Times New Roman"/>
            </a:endParaRPr>
          </a:p>
          <a:p>
            <a:pPr indent="-436563" lvl="1" marL="1033463" marR="0" rtl="0" algn="just">
              <a:lnSpc>
                <a:spcPct val="150000"/>
              </a:lnSpc>
              <a:spcBef>
                <a:spcPts val="1400"/>
              </a:spcBef>
              <a:spcAft>
                <a:spcPts val="0"/>
              </a:spcAft>
              <a:buClr>
                <a:schemeClr val="accent1"/>
              </a:buClr>
              <a:buSzPts val="3600"/>
              <a:buFont typeface="Merriweather Sans"/>
              <a:buChar char="•"/>
            </a:pPr>
            <a:r>
              <a:rPr b="0" i="0" lang="en-US" sz="2400" u="none" cap="none" strike="noStrike">
                <a:solidFill>
                  <a:schemeClr val="dk1"/>
                </a:solidFill>
                <a:latin typeface="Times New Roman"/>
                <a:ea typeface="Times New Roman"/>
                <a:cs typeface="Times New Roman"/>
                <a:sym typeface="Times New Roman"/>
              </a:rPr>
              <a:t>Les tâches sont identifiées et estimées</a:t>
            </a:r>
            <a:endParaRPr b="0" i="0" sz="2400" u="none" cap="none" strike="noStrike">
              <a:solidFill>
                <a:schemeClr val="dk1"/>
              </a:solidFill>
              <a:latin typeface="Times New Roman"/>
              <a:ea typeface="Times New Roman"/>
              <a:cs typeface="Times New Roman"/>
              <a:sym typeface="Times New Roman"/>
            </a:endParaRPr>
          </a:p>
          <a:p>
            <a:pPr indent="-436563" lvl="1" marL="1033463" marR="0" rtl="0" algn="just">
              <a:lnSpc>
                <a:spcPct val="150000"/>
              </a:lnSpc>
              <a:spcBef>
                <a:spcPts val="1400"/>
              </a:spcBef>
              <a:spcAft>
                <a:spcPts val="0"/>
              </a:spcAft>
              <a:buClr>
                <a:schemeClr val="accent1"/>
              </a:buClr>
              <a:buSzPts val="3600"/>
              <a:buFont typeface="Merriweather Sans"/>
              <a:buChar char="•"/>
            </a:pPr>
            <a:r>
              <a:rPr b="0" i="0" lang="en-US" sz="2400" u="none" cap="none" strike="noStrike">
                <a:solidFill>
                  <a:schemeClr val="dk1"/>
                </a:solidFill>
                <a:latin typeface="Times New Roman"/>
                <a:ea typeface="Times New Roman"/>
                <a:cs typeface="Times New Roman"/>
                <a:sym typeface="Times New Roman"/>
              </a:rPr>
              <a:t>Collectivement, pas seulement par le ScrumMaster</a:t>
            </a:r>
            <a:endParaRPr/>
          </a:p>
          <a:p>
            <a:pPr indent="-441325" lvl="0" marL="690563" marR="0" rtl="0" algn="just">
              <a:lnSpc>
                <a:spcPct val="150000"/>
              </a:lnSpc>
              <a:spcBef>
                <a:spcPts val="140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La conception de haut niveau est abordée</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80" name="Shape 3380"/>
        <p:cNvGrpSpPr/>
        <p:nvPr/>
      </p:nvGrpSpPr>
      <p:grpSpPr>
        <a:xfrm>
          <a:off x="0" y="0"/>
          <a:ext cx="0" cy="0"/>
          <a:chOff x="0" y="0"/>
          <a:chExt cx="0" cy="0"/>
        </a:xfrm>
      </p:grpSpPr>
      <p:sp>
        <p:nvSpPr>
          <p:cNvPr id="3381" name="Google Shape;3381;p84"/>
          <p:cNvSpPr/>
          <p:nvPr/>
        </p:nvSpPr>
        <p:spPr>
          <a:xfrm>
            <a:off x="6096" y="-4691"/>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82" name="Google Shape;3382;p8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83" name="Google Shape;3383;p84"/>
          <p:cNvSpPr txBox="1"/>
          <p:nvPr>
            <p:ph type="title"/>
          </p:nvPr>
        </p:nvSpPr>
        <p:spPr>
          <a:xfrm>
            <a:off x="246743" y="3034615"/>
            <a:ext cx="4137367" cy="178651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Les cérémonials</a:t>
            </a:r>
            <a:endParaRPr b="1">
              <a:solidFill>
                <a:srgbClr val="FFFFFF"/>
              </a:solidFill>
              <a:latin typeface="Times New Roman"/>
              <a:ea typeface="Times New Roman"/>
              <a:cs typeface="Times New Roman"/>
              <a:sym typeface="Times New Roman"/>
            </a:endParaRPr>
          </a:p>
        </p:txBody>
      </p:sp>
      <p:sp>
        <p:nvSpPr>
          <p:cNvPr id="3384" name="Google Shape;3384;p84"/>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385" name="Google Shape;3385;p84"/>
          <p:cNvSpPr txBox="1"/>
          <p:nvPr/>
        </p:nvSpPr>
        <p:spPr>
          <a:xfrm>
            <a:off x="5109029" y="27449"/>
            <a:ext cx="6002265" cy="569238"/>
          </a:xfrm>
          <a:prstGeom prst="rect">
            <a:avLst/>
          </a:prstGeom>
          <a:noFill/>
          <a:ln>
            <a:noFill/>
          </a:ln>
        </p:spPr>
        <p:txBody>
          <a:bodyPr anchorCtr="0" anchor="b" bIns="38150" lIns="38150" spcFirstLastPara="1" rIns="38150" wrap="square" tIns="142975">
            <a:noAutofit/>
          </a:bodyPr>
          <a:lstStyle/>
          <a:p>
            <a:pPr indent="0" lvl="0" marL="0" marR="0" rtl="0" algn="l">
              <a:lnSpc>
                <a:spcPct val="87000"/>
              </a:lnSpc>
              <a:spcBef>
                <a:spcPts val="0"/>
              </a:spcBef>
              <a:spcAft>
                <a:spcPts val="0"/>
              </a:spcAft>
              <a:buClr>
                <a:srgbClr val="6A9BCC"/>
              </a:buClr>
              <a:buSzPts val="2800"/>
              <a:buFont typeface="Times New Roman"/>
              <a:buNone/>
            </a:pPr>
            <a:r>
              <a:rPr b="1" lang="en-US" sz="2800">
                <a:solidFill>
                  <a:srgbClr val="6A9BCC"/>
                </a:solidFill>
                <a:latin typeface="Times New Roman"/>
                <a:ea typeface="Times New Roman"/>
                <a:cs typeface="Times New Roman"/>
                <a:sym typeface="Times New Roman"/>
              </a:rPr>
              <a:t>Scrum quotidien (stand-up meeting)</a:t>
            </a:r>
            <a:endParaRPr/>
          </a:p>
        </p:txBody>
      </p:sp>
      <p:sp>
        <p:nvSpPr>
          <p:cNvPr id="3386" name="Google Shape;3386;p84"/>
          <p:cNvSpPr/>
          <p:nvPr/>
        </p:nvSpPr>
        <p:spPr>
          <a:xfrm>
            <a:off x="4895558" y="1087864"/>
            <a:ext cx="6865035" cy="5132174"/>
          </a:xfrm>
          <a:prstGeom prst="rect">
            <a:avLst/>
          </a:prstGeom>
          <a:noFill/>
          <a:ln>
            <a:noFill/>
          </a:ln>
        </p:spPr>
        <p:txBody>
          <a:bodyPr anchorCtr="0" anchor="t" bIns="45700" lIns="91425" spcFirstLastPara="1" rIns="91425" wrap="square" tIns="45700">
            <a:spAutoFit/>
          </a:bodyPr>
          <a:lstStyle/>
          <a:p>
            <a:pPr indent="-228600" lvl="0" marL="0" marR="0" rtl="0" algn="just">
              <a:spcBef>
                <a:spcPts val="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Paramètres</a:t>
            </a:r>
            <a:endParaRPr sz="2400">
              <a:solidFill>
                <a:schemeClr val="dk1"/>
              </a:solidFill>
              <a:latin typeface="Times New Roman"/>
              <a:ea typeface="Times New Roman"/>
              <a:cs typeface="Times New Roman"/>
              <a:sym typeface="Times New Roman"/>
            </a:endParaRPr>
          </a:p>
          <a:p>
            <a:pPr indent="-228600" lvl="1" marL="457200" marR="0" rtl="0" algn="just">
              <a:spcBef>
                <a:spcPts val="1500"/>
              </a:spcBef>
              <a:spcAft>
                <a:spcPts val="0"/>
              </a:spcAft>
              <a:buClr>
                <a:schemeClr val="accent1"/>
              </a:buClr>
              <a:buSzPts val="3600"/>
              <a:buFont typeface="Noto Sans Symbols"/>
              <a:buChar char="✔"/>
            </a:pPr>
            <a:r>
              <a:rPr b="0" i="0" lang="en-US" sz="2400" u="none" cap="none" strike="noStrike">
                <a:solidFill>
                  <a:schemeClr val="dk1"/>
                </a:solidFill>
                <a:latin typeface="Times New Roman"/>
                <a:ea typeface="Times New Roman"/>
                <a:cs typeface="Times New Roman"/>
                <a:sym typeface="Times New Roman"/>
              </a:rPr>
              <a:t>Tous les jours</a:t>
            </a:r>
            <a:endParaRPr b="0" i="0" sz="2400" u="none" cap="none" strike="noStrike">
              <a:solidFill>
                <a:schemeClr val="dk1"/>
              </a:solidFill>
              <a:latin typeface="Times New Roman"/>
              <a:ea typeface="Times New Roman"/>
              <a:cs typeface="Times New Roman"/>
              <a:sym typeface="Times New Roman"/>
            </a:endParaRPr>
          </a:p>
          <a:p>
            <a:pPr indent="-228600" lvl="1" marL="457200" marR="0" rtl="0" algn="just">
              <a:spcBef>
                <a:spcPts val="1500"/>
              </a:spcBef>
              <a:spcAft>
                <a:spcPts val="0"/>
              </a:spcAft>
              <a:buClr>
                <a:schemeClr val="accent1"/>
              </a:buClr>
              <a:buSzPts val="3600"/>
              <a:buFont typeface="Noto Sans Symbols"/>
              <a:buChar char="✔"/>
            </a:pPr>
            <a:r>
              <a:rPr b="0" i="0" lang="en-US" sz="2400" u="none" cap="none" strike="noStrike">
                <a:solidFill>
                  <a:schemeClr val="dk1"/>
                </a:solidFill>
                <a:latin typeface="Times New Roman"/>
                <a:ea typeface="Times New Roman"/>
                <a:cs typeface="Times New Roman"/>
                <a:sym typeface="Times New Roman"/>
              </a:rPr>
              <a:t>15 minutes</a:t>
            </a:r>
            <a:endParaRPr/>
          </a:p>
          <a:p>
            <a:pPr indent="-228600" lvl="1" marL="457200" marR="0" rtl="0" algn="just">
              <a:spcBef>
                <a:spcPts val="1500"/>
              </a:spcBef>
              <a:spcAft>
                <a:spcPts val="0"/>
              </a:spcAft>
              <a:buClr>
                <a:schemeClr val="accent1"/>
              </a:buClr>
              <a:buSzPts val="3600"/>
              <a:buFont typeface="Noto Sans Symbols"/>
              <a:buChar char="✔"/>
            </a:pPr>
            <a:r>
              <a:rPr b="0" i="0" lang="en-US" sz="2400" u="none" cap="none" strike="noStrike">
                <a:solidFill>
                  <a:schemeClr val="dk1"/>
                </a:solidFill>
                <a:latin typeface="Times New Roman"/>
                <a:ea typeface="Times New Roman"/>
                <a:cs typeface="Times New Roman"/>
                <a:sym typeface="Times New Roman"/>
              </a:rPr>
              <a:t>Debout</a:t>
            </a:r>
            <a:endParaRPr b="0" i="0" sz="2400" u="none" cap="none" strike="noStrike">
              <a:solidFill>
                <a:schemeClr val="dk1"/>
              </a:solidFill>
              <a:latin typeface="Times New Roman"/>
              <a:ea typeface="Times New Roman"/>
              <a:cs typeface="Times New Roman"/>
              <a:sym typeface="Times New Roman"/>
            </a:endParaRPr>
          </a:p>
          <a:p>
            <a:pPr indent="-228600" lvl="0" marL="0" marR="0" rtl="0" algn="just">
              <a:spcBef>
                <a:spcPts val="150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Pas fait pour résoudre les problèmes</a:t>
            </a:r>
            <a:endParaRPr sz="2400">
              <a:solidFill>
                <a:schemeClr val="dk1"/>
              </a:solidFill>
              <a:latin typeface="Times New Roman"/>
              <a:ea typeface="Times New Roman"/>
              <a:cs typeface="Times New Roman"/>
              <a:sym typeface="Times New Roman"/>
            </a:endParaRPr>
          </a:p>
          <a:p>
            <a:pPr indent="-228600" lvl="1" marL="457200" marR="0" rtl="0" algn="just">
              <a:spcBef>
                <a:spcPts val="1500"/>
              </a:spcBef>
              <a:spcAft>
                <a:spcPts val="0"/>
              </a:spcAft>
              <a:buClr>
                <a:schemeClr val="accent1"/>
              </a:buClr>
              <a:buSzPts val="3600"/>
              <a:buFont typeface="Noto Sans Symbols"/>
              <a:buChar char="✔"/>
            </a:pPr>
            <a:r>
              <a:rPr b="0" i="0" lang="en-US" sz="2400" u="none" cap="none" strike="noStrike">
                <a:solidFill>
                  <a:schemeClr val="dk1"/>
                </a:solidFill>
                <a:latin typeface="Times New Roman"/>
                <a:ea typeface="Times New Roman"/>
                <a:cs typeface="Times New Roman"/>
                <a:sym typeface="Times New Roman"/>
              </a:rPr>
              <a:t>Tout le monde est invité</a:t>
            </a:r>
            <a:endParaRPr b="0" i="0" sz="2400" u="none" cap="none" strike="noStrike">
              <a:solidFill>
                <a:schemeClr val="dk1"/>
              </a:solidFill>
              <a:latin typeface="Times New Roman"/>
              <a:ea typeface="Times New Roman"/>
              <a:cs typeface="Times New Roman"/>
              <a:sym typeface="Times New Roman"/>
            </a:endParaRPr>
          </a:p>
          <a:p>
            <a:pPr indent="-228600" lvl="1" marL="457200" marR="0" rtl="0" algn="just">
              <a:spcBef>
                <a:spcPts val="1500"/>
              </a:spcBef>
              <a:spcAft>
                <a:spcPts val="0"/>
              </a:spcAft>
              <a:buClr>
                <a:schemeClr val="accent1"/>
              </a:buClr>
              <a:buSzPts val="3600"/>
              <a:buFont typeface="Noto Sans Symbols"/>
              <a:buChar char="✔"/>
            </a:pPr>
            <a:r>
              <a:rPr b="0" i="0" lang="en-US" sz="2400" u="none" cap="none" strike="noStrike">
                <a:solidFill>
                  <a:schemeClr val="dk1"/>
                </a:solidFill>
                <a:latin typeface="Times New Roman"/>
                <a:ea typeface="Times New Roman"/>
                <a:cs typeface="Times New Roman"/>
                <a:sym typeface="Times New Roman"/>
              </a:rPr>
              <a:t>Seuls les membres de l'équipe peuvent parler</a:t>
            </a:r>
            <a:endParaRPr b="0" i="0" sz="2400" u="none" cap="none" strike="noStrike">
              <a:solidFill>
                <a:schemeClr val="dk1"/>
              </a:solidFill>
              <a:latin typeface="Times New Roman"/>
              <a:ea typeface="Times New Roman"/>
              <a:cs typeface="Times New Roman"/>
              <a:sym typeface="Times New Roman"/>
            </a:endParaRPr>
          </a:p>
          <a:p>
            <a:pPr indent="-228600" lvl="0" marL="0" marR="0" rtl="0" algn="just">
              <a:spcBef>
                <a:spcPts val="150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Permet de se coordonner, de s’exprimer (rencontre de problèmes), de connaitre l’avancement au quotidien</a:t>
            </a:r>
            <a:endParaRPr sz="2400">
              <a:solidFill>
                <a:schemeClr val="dk1"/>
              </a:solidFill>
              <a:latin typeface="Times New Roman"/>
              <a:ea typeface="Times New Roman"/>
              <a:cs typeface="Times New Roman"/>
              <a:sym typeface="Times New Roman"/>
            </a:endParaRPr>
          </a:p>
        </p:txBody>
      </p:sp>
      <p:pic>
        <p:nvPicPr>
          <p:cNvPr id="3387" name="Google Shape;3387;p84"/>
          <p:cNvPicPr preferRelativeResize="0"/>
          <p:nvPr/>
        </p:nvPicPr>
        <p:blipFill rotWithShape="1">
          <a:blip r:embed="rId4">
            <a:alphaModFix/>
          </a:blip>
          <a:srcRect b="0" l="0" r="0" t="0"/>
          <a:stretch/>
        </p:blipFill>
        <p:spPr>
          <a:xfrm>
            <a:off x="8011432" y="637962"/>
            <a:ext cx="3933825" cy="2571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92" name="Shape 3392"/>
        <p:cNvGrpSpPr/>
        <p:nvPr/>
      </p:nvGrpSpPr>
      <p:grpSpPr>
        <a:xfrm>
          <a:off x="0" y="0"/>
          <a:ext cx="0" cy="0"/>
          <a:chOff x="0" y="0"/>
          <a:chExt cx="0" cy="0"/>
        </a:xfrm>
      </p:grpSpPr>
      <p:sp>
        <p:nvSpPr>
          <p:cNvPr id="3393" name="Google Shape;3393;p8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94" name="Google Shape;3394;p85"/>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95" name="Google Shape;3395;p8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96" name="Google Shape;3396;p85"/>
          <p:cNvSpPr txBox="1"/>
          <p:nvPr>
            <p:ph type="title"/>
          </p:nvPr>
        </p:nvSpPr>
        <p:spPr>
          <a:xfrm>
            <a:off x="301481" y="2053641"/>
            <a:ext cx="4430176"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Les cérémonials</a:t>
            </a:r>
            <a:endParaRPr b="1">
              <a:solidFill>
                <a:srgbClr val="FFFFFF"/>
              </a:solidFill>
              <a:latin typeface="Times New Roman"/>
              <a:ea typeface="Times New Roman"/>
              <a:cs typeface="Times New Roman"/>
              <a:sym typeface="Times New Roman"/>
            </a:endParaRPr>
          </a:p>
        </p:txBody>
      </p:sp>
      <p:sp>
        <p:nvSpPr>
          <p:cNvPr id="3397" name="Google Shape;3397;p85"/>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grpSp>
        <p:nvGrpSpPr>
          <p:cNvPr id="3398" name="Google Shape;3398;p85"/>
          <p:cNvGrpSpPr/>
          <p:nvPr/>
        </p:nvGrpSpPr>
        <p:grpSpPr>
          <a:xfrm>
            <a:off x="4493982" y="1893714"/>
            <a:ext cx="7521653" cy="3994810"/>
            <a:chOff x="0" y="71217"/>
            <a:chExt cx="7521653" cy="3994810"/>
          </a:xfrm>
        </p:grpSpPr>
        <p:sp>
          <p:nvSpPr>
            <p:cNvPr id="3399" name="Google Shape;3399;p85"/>
            <p:cNvSpPr/>
            <p:nvPr/>
          </p:nvSpPr>
          <p:spPr>
            <a:xfrm>
              <a:off x="0" y="472506"/>
              <a:ext cx="7521653" cy="781200"/>
            </a:xfrm>
            <a:prstGeom prst="rect">
              <a:avLst/>
            </a:prstGeom>
            <a:solidFill>
              <a:schemeClr val="lt1">
                <a:alpha val="89803"/>
              </a:schemeClr>
            </a:solidFill>
            <a:ln cap="flat" cmpd="sng" w="12700">
              <a:solidFill>
                <a:srgbClr val="304D5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85"/>
            <p:cNvSpPr/>
            <p:nvPr/>
          </p:nvSpPr>
          <p:spPr>
            <a:xfrm>
              <a:off x="376082" y="71217"/>
              <a:ext cx="5311964" cy="915120"/>
            </a:xfrm>
            <a:prstGeom prst="roundRect">
              <a:avLst>
                <a:gd fmla="val 16667" name="adj"/>
              </a:avLst>
            </a:prstGeom>
            <a:solidFill>
              <a:srgbClr val="304D5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85"/>
            <p:cNvSpPr txBox="1"/>
            <p:nvPr/>
          </p:nvSpPr>
          <p:spPr>
            <a:xfrm>
              <a:off x="420754" y="115889"/>
              <a:ext cx="5222620" cy="825776"/>
            </a:xfrm>
            <a:prstGeom prst="rect">
              <a:avLst/>
            </a:prstGeom>
            <a:noFill/>
            <a:ln>
              <a:noFill/>
            </a:ln>
          </p:spPr>
          <p:txBody>
            <a:bodyPr anchorCtr="0" anchor="ctr" bIns="0" lIns="199000" spcFirstLastPara="1" rIns="199000" wrap="square" tIns="0">
              <a:noAutofit/>
            </a:bodyPr>
            <a:lstStyle/>
            <a:p>
              <a:pPr indent="0" lvl="0" marL="0" marR="0" rtl="0" algn="l">
                <a:lnSpc>
                  <a:spcPct val="90000"/>
                </a:lnSpc>
                <a:spcBef>
                  <a:spcPts val="0"/>
                </a:spcBef>
                <a:spcAft>
                  <a:spcPts val="0"/>
                </a:spcAft>
                <a:buClr>
                  <a:schemeClr val="lt1"/>
                </a:buClr>
                <a:buSzPts val="2800"/>
                <a:buFont typeface="Times New Roman"/>
                <a:buNone/>
              </a:pPr>
              <a:r>
                <a:rPr lang="en-US" sz="2800">
                  <a:solidFill>
                    <a:schemeClr val="lt1"/>
                  </a:solidFill>
                  <a:latin typeface="Times New Roman"/>
                  <a:ea typeface="Times New Roman"/>
                  <a:cs typeface="Times New Roman"/>
                  <a:sym typeface="Times New Roman"/>
                </a:rPr>
                <a:t>Qu'as-tu fait hier ?</a:t>
              </a:r>
              <a:endParaRPr sz="2800">
                <a:solidFill>
                  <a:schemeClr val="lt1"/>
                </a:solidFill>
                <a:latin typeface="Times New Roman"/>
                <a:ea typeface="Times New Roman"/>
                <a:cs typeface="Times New Roman"/>
                <a:sym typeface="Times New Roman"/>
              </a:endParaRPr>
            </a:p>
          </p:txBody>
        </p:sp>
        <p:sp>
          <p:nvSpPr>
            <p:cNvPr id="3402" name="Google Shape;3402;p85"/>
            <p:cNvSpPr/>
            <p:nvPr/>
          </p:nvSpPr>
          <p:spPr>
            <a:xfrm>
              <a:off x="0" y="1878667"/>
              <a:ext cx="7521653" cy="781200"/>
            </a:xfrm>
            <a:prstGeom prst="rect">
              <a:avLst/>
            </a:prstGeom>
            <a:solidFill>
              <a:schemeClr val="lt1">
                <a:alpha val="89803"/>
              </a:schemeClr>
            </a:solidFill>
            <a:ln cap="flat" cmpd="sng" w="12700">
              <a:solidFill>
                <a:srgbClr val="F07B3D"/>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85"/>
            <p:cNvSpPr/>
            <p:nvPr/>
          </p:nvSpPr>
          <p:spPr>
            <a:xfrm>
              <a:off x="376082" y="1421106"/>
              <a:ext cx="5317229" cy="915120"/>
            </a:xfrm>
            <a:prstGeom prst="roundRect">
              <a:avLst>
                <a:gd fmla="val 16667" name="adj"/>
              </a:avLst>
            </a:prstGeom>
            <a:solidFill>
              <a:srgbClr val="F07B3D"/>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85"/>
            <p:cNvSpPr txBox="1"/>
            <p:nvPr/>
          </p:nvSpPr>
          <p:spPr>
            <a:xfrm>
              <a:off x="420754" y="1465778"/>
              <a:ext cx="5227885" cy="825776"/>
            </a:xfrm>
            <a:prstGeom prst="rect">
              <a:avLst/>
            </a:prstGeom>
            <a:noFill/>
            <a:ln>
              <a:noFill/>
            </a:ln>
          </p:spPr>
          <p:txBody>
            <a:bodyPr anchorCtr="0" anchor="ctr" bIns="0" lIns="199000" spcFirstLastPara="1" rIns="199000" wrap="square" tIns="0">
              <a:noAutofit/>
            </a:bodyPr>
            <a:lstStyle/>
            <a:p>
              <a:pPr indent="0" lvl="0" marL="0" marR="0" rtl="0" algn="l">
                <a:lnSpc>
                  <a:spcPct val="90000"/>
                </a:lnSpc>
                <a:spcBef>
                  <a:spcPts val="0"/>
                </a:spcBef>
                <a:spcAft>
                  <a:spcPts val="0"/>
                </a:spcAft>
                <a:buClr>
                  <a:schemeClr val="lt1"/>
                </a:buClr>
                <a:buSzPts val="2800"/>
                <a:buFont typeface="Times New Roman"/>
                <a:buNone/>
              </a:pPr>
              <a:r>
                <a:rPr lang="en-US" sz="2800">
                  <a:solidFill>
                    <a:schemeClr val="lt1"/>
                  </a:solidFill>
                  <a:latin typeface="Times New Roman"/>
                  <a:ea typeface="Times New Roman"/>
                  <a:cs typeface="Times New Roman"/>
                  <a:sym typeface="Times New Roman"/>
                </a:rPr>
                <a:t>Que vas-tu faire aujourd'hui ?</a:t>
              </a:r>
              <a:endParaRPr sz="2800">
                <a:solidFill>
                  <a:schemeClr val="lt1"/>
                </a:solidFill>
                <a:latin typeface="Times New Roman"/>
                <a:ea typeface="Times New Roman"/>
                <a:cs typeface="Times New Roman"/>
                <a:sym typeface="Times New Roman"/>
              </a:endParaRPr>
            </a:p>
          </p:txBody>
        </p:sp>
        <p:sp>
          <p:nvSpPr>
            <p:cNvPr id="3405" name="Google Shape;3405;p85"/>
            <p:cNvSpPr/>
            <p:nvPr/>
          </p:nvSpPr>
          <p:spPr>
            <a:xfrm>
              <a:off x="0" y="3284827"/>
              <a:ext cx="7521653" cy="781200"/>
            </a:xfrm>
            <a:prstGeom prst="rect">
              <a:avLst/>
            </a:prstGeom>
            <a:solidFill>
              <a:schemeClr val="lt1">
                <a:alpha val="89803"/>
              </a:schemeClr>
            </a:solidFill>
            <a:ln cap="flat" cmpd="sng" w="12700">
              <a:solidFill>
                <a:srgbClr val="7AB218"/>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85"/>
            <p:cNvSpPr/>
            <p:nvPr/>
          </p:nvSpPr>
          <p:spPr>
            <a:xfrm>
              <a:off x="376082" y="2827267"/>
              <a:ext cx="5352821" cy="915120"/>
            </a:xfrm>
            <a:prstGeom prst="roundRect">
              <a:avLst>
                <a:gd fmla="val 16667" name="adj"/>
              </a:avLst>
            </a:prstGeom>
            <a:solidFill>
              <a:srgbClr val="7AB21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85"/>
            <p:cNvSpPr txBox="1"/>
            <p:nvPr/>
          </p:nvSpPr>
          <p:spPr>
            <a:xfrm>
              <a:off x="420754" y="2871939"/>
              <a:ext cx="5263477" cy="825776"/>
            </a:xfrm>
            <a:prstGeom prst="rect">
              <a:avLst/>
            </a:prstGeom>
            <a:noFill/>
            <a:ln>
              <a:noFill/>
            </a:ln>
          </p:spPr>
          <p:txBody>
            <a:bodyPr anchorCtr="0" anchor="ctr" bIns="0" lIns="199000" spcFirstLastPara="1" rIns="199000" wrap="square" tIns="0">
              <a:noAutofit/>
            </a:bodyPr>
            <a:lstStyle/>
            <a:p>
              <a:pPr indent="0" lvl="0" marL="0" marR="0" rtl="0" algn="l">
                <a:lnSpc>
                  <a:spcPct val="90000"/>
                </a:lnSpc>
                <a:spcBef>
                  <a:spcPts val="0"/>
                </a:spcBef>
                <a:spcAft>
                  <a:spcPts val="0"/>
                </a:spcAft>
                <a:buClr>
                  <a:schemeClr val="lt1"/>
                </a:buClr>
                <a:buSzPts val="2800"/>
                <a:buFont typeface="Times New Roman"/>
                <a:buNone/>
              </a:pPr>
              <a:r>
                <a:rPr lang="en-US" sz="2800">
                  <a:solidFill>
                    <a:schemeClr val="lt1"/>
                  </a:solidFill>
                  <a:latin typeface="Times New Roman"/>
                  <a:ea typeface="Times New Roman"/>
                  <a:cs typeface="Times New Roman"/>
                  <a:sym typeface="Times New Roman"/>
                </a:rPr>
                <a:t>Y a t-il un obstacle qui te freine ?</a:t>
              </a:r>
              <a:endParaRPr sz="2800">
                <a:solidFill>
                  <a:schemeClr val="lt1"/>
                </a:solidFill>
                <a:latin typeface="Times New Roman"/>
                <a:ea typeface="Times New Roman"/>
                <a:cs typeface="Times New Roman"/>
                <a:sym typeface="Times New Roman"/>
              </a:endParaRPr>
            </a:p>
          </p:txBody>
        </p:sp>
      </p:grpSp>
      <p:sp>
        <p:nvSpPr>
          <p:cNvPr id="3408" name="Google Shape;3408;p85"/>
          <p:cNvSpPr txBox="1"/>
          <p:nvPr/>
        </p:nvSpPr>
        <p:spPr>
          <a:xfrm>
            <a:off x="4731657" y="292396"/>
            <a:ext cx="6522497" cy="671513"/>
          </a:xfrm>
          <a:prstGeom prst="rect">
            <a:avLst/>
          </a:prstGeom>
          <a:noFill/>
          <a:ln>
            <a:noFill/>
          </a:ln>
        </p:spPr>
        <p:txBody>
          <a:bodyPr anchorCtr="0" anchor="b" bIns="38150" lIns="38150" spcFirstLastPara="1" rIns="38150" wrap="square" tIns="126600">
            <a:normAutofit fontScale="97500"/>
          </a:bodyPr>
          <a:lstStyle/>
          <a:p>
            <a:pPr indent="0" lvl="0" marL="0" marR="0" rtl="0" algn="l">
              <a:lnSpc>
                <a:spcPct val="87000"/>
              </a:lnSpc>
              <a:spcBef>
                <a:spcPts val="0"/>
              </a:spcBef>
              <a:spcAft>
                <a:spcPts val="0"/>
              </a:spcAft>
              <a:buClr>
                <a:schemeClr val="dk1"/>
              </a:buClr>
              <a:buSzPct val="100000"/>
              <a:buFont typeface="Times New Roman"/>
              <a:buNone/>
            </a:pPr>
            <a:r>
              <a:rPr lang="en-US" sz="3600">
                <a:solidFill>
                  <a:schemeClr val="dk1"/>
                </a:solidFill>
                <a:latin typeface="Times New Roman"/>
                <a:ea typeface="Times New Roman"/>
                <a:cs typeface="Times New Roman"/>
                <a:sym typeface="Times New Roman"/>
              </a:rPr>
              <a:t>Chacun répond à 3 questions</a:t>
            </a:r>
            <a:endParaRPr sz="4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3" name="Shape 3413"/>
        <p:cNvGrpSpPr/>
        <p:nvPr/>
      </p:nvGrpSpPr>
      <p:grpSpPr>
        <a:xfrm>
          <a:off x="0" y="0"/>
          <a:ext cx="0" cy="0"/>
          <a:chOff x="0" y="0"/>
          <a:chExt cx="0" cy="0"/>
        </a:xfrm>
      </p:grpSpPr>
      <p:sp>
        <p:nvSpPr>
          <p:cNvPr id="3414" name="Google Shape;3414;p86"/>
          <p:cNvSpPr/>
          <p:nvPr/>
        </p:nvSpPr>
        <p:spPr>
          <a:xfrm>
            <a:off x="6096" y="-4691"/>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415" name="Google Shape;3415;p8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16" name="Google Shape;3416;p86"/>
          <p:cNvSpPr txBox="1"/>
          <p:nvPr>
            <p:ph type="title"/>
          </p:nvPr>
        </p:nvSpPr>
        <p:spPr>
          <a:xfrm>
            <a:off x="246743" y="3034615"/>
            <a:ext cx="4137367" cy="178651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Les cérémonials</a:t>
            </a:r>
            <a:endParaRPr b="1">
              <a:solidFill>
                <a:srgbClr val="FFFFFF"/>
              </a:solidFill>
              <a:latin typeface="Times New Roman"/>
              <a:ea typeface="Times New Roman"/>
              <a:cs typeface="Times New Roman"/>
              <a:sym typeface="Times New Roman"/>
            </a:endParaRPr>
          </a:p>
        </p:txBody>
      </p:sp>
      <p:sp>
        <p:nvSpPr>
          <p:cNvPr id="3417" name="Google Shape;3417;p86"/>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418" name="Google Shape;3418;p86"/>
          <p:cNvSpPr txBox="1"/>
          <p:nvPr/>
        </p:nvSpPr>
        <p:spPr>
          <a:xfrm>
            <a:off x="7144205" y="320231"/>
            <a:ext cx="4025544" cy="566738"/>
          </a:xfrm>
          <a:prstGeom prst="rect">
            <a:avLst/>
          </a:prstGeom>
          <a:noFill/>
          <a:ln>
            <a:noFill/>
          </a:ln>
        </p:spPr>
        <p:txBody>
          <a:bodyPr anchorCtr="0" anchor="b" bIns="38150" lIns="38150" spcFirstLastPara="1" rIns="38150" wrap="square" tIns="142975">
            <a:noAutofit/>
          </a:bodyPr>
          <a:lstStyle/>
          <a:p>
            <a:pPr indent="0" lvl="0" marL="0" marR="0" rtl="0" algn="l">
              <a:lnSpc>
                <a:spcPct val="87000"/>
              </a:lnSpc>
              <a:spcBef>
                <a:spcPts val="0"/>
              </a:spcBef>
              <a:spcAft>
                <a:spcPts val="0"/>
              </a:spcAft>
              <a:buClr>
                <a:srgbClr val="6A9BCC"/>
              </a:buClr>
              <a:buSzPts val="2800"/>
              <a:buFont typeface="Times New Roman"/>
              <a:buNone/>
            </a:pPr>
            <a:r>
              <a:rPr b="1" lang="en-US" sz="2800">
                <a:solidFill>
                  <a:srgbClr val="6A9BCC"/>
                </a:solidFill>
                <a:latin typeface="Times New Roman"/>
                <a:ea typeface="Times New Roman"/>
                <a:cs typeface="Times New Roman"/>
                <a:sym typeface="Times New Roman"/>
              </a:rPr>
              <a:t>Revue de sprint</a:t>
            </a:r>
            <a:endParaRPr/>
          </a:p>
        </p:txBody>
      </p:sp>
      <p:sp>
        <p:nvSpPr>
          <p:cNvPr id="3419" name="Google Shape;3419;p86"/>
          <p:cNvSpPr/>
          <p:nvPr/>
        </p:nvSpPr>
        <p:spPr>
          <a:xfrm>
            <a:off x="5120642" y="1622437"/>
            <a:ext cx="6668087" cy="463203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5F7BAE"/>
              </a:buClr>
              <a:buSzPts val="4200"/>
              <a:buFont typeface="Merriweather Sans"/>
              <a:buNone/>
            </a:pPr>
            <a:r>
              <a:t/>
            </a:r>
            <a:endParaRPr sz="2800">
              <a:solidFill>
                <a:schemeClr val="dk1"/>
              </a:solidFill>
              <a:latin typeface="Times New Roman"/>
              <a:ea typeface="Times New Roman"/>
              <a:cs typeface="Times New Roman"/>
              <a:sym typeface="Times New Roman"/>
            </a:endParaRPr>
          </a:p>
          <a:p>
            <a:pPr indent="-228600" lvl="0" marL="0" marR="0" rtl="0" algn="just">
              <a:spcBef>
                <a:spcPts val="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L'équipe présente ce qu'elle a fait pendant le sprint</a:t>
            </a:r>
            <a:endParaRPr/>
          </a:p>
          <a:p>
            <a:pPr indent="-228600" lvl="0" marL="0" marR="0" rtl="0" algn="just">
              <a:spcBef>
                <a:spcPts val="150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Se fait avec une démo des nouvelles fonctionnalités ou de l'architecture</a:t>
            </a:r>
            <a:endParaRPr sz="2400">
              <a:solidFill>
                <a:schemeClr val="dk1"/>
              </a:solidFill>
              <a:latin typeface="Times New Roman"/>
              <a:ea typeface="Times New Roman"/>
              <a:cs typeface="Times New Roman"/>
              <a:sym typeface="Times New Roman"/>
            </a:endParaRPr>
          </a:p>
          <a:p>
            <a:pPr indent="-228600" lvl="0" marL="0" marR="0" rtl="0" algn="just">
              <a:spcBef>
                <a:spcPts val="150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Informel</a:t>
            </a:r>
            <a:endParaRPr sz="2400">
              <a:solidFill>
                <a:schemeClr val="dk1"/>
              </a:solidFill>
              <a:latin typeface="Times New Roman"/>
              <a:ea typeface="Times New Roman"/>
              <a:cs typeface="Times New Roman"/>
              <a:sym typeface="Times New Roman"/>
            </a:endParaRPr>
          </a:p>
          <a:p>
            <a:pPr indent="-190500" lvl="1" marL="457200" marR="0" rtl="0" algn="just">
              <a:spcBef>
                <a:spcPts val="1500"/>
              </a:spcBef>
              <a:spcAft>
                <a:spcPts val="0"/>
              </a:spcAft>
              <a:buClr>
                <a:schemeClr val="accent1"/>
              </a:buClr>
              <a:buSzPts val="3000"/>
              <a:buFont typeface="Merriweather Sans"/>
              <a:buChar char="•"/>
            </a:pPr>
            <a:r>
              <a:rPr b="0" i="0" lang="en-US" sz="2000" u="none" cap="none" strike="noStrike">
                <a:solidFill>
                  <a:schemeClr val="dk1"/>
                </a:solidFill>
                <a:latin typeface="Times New Roman"/>
                <a:ea typeface="Times New Roman"/>
                <a:cs typeface="Times New Roman"/>
                <a:sym typeface="Times New Roman"/>
              </a:rPr>
              <a:t>Préparation &lt; 2h</a:t>
            </a:r>
            <a:endParaRPr/>
          </a:p>
          <a:p>
            <a:pPr indent="-190500" lvl="1" marL="457200" marR="0" rtl="0" algn="just">
              <a:spcBef>
                <a:spcPts val="1500"/>
              </a:spcBef>
              <a:spcAft>
                <a:spcPts val="0"/>
              </a:spcAft>
              <a:buClr>
                <a:schemeClr val="accent1"/>
              </a:buClr>
              <a:buSzPts val="3000"/>
              <a:buFont typeface="Merriweather Sans"/>
              <a:buChar char="•"/>
            </a:pPr>
            <a:r>
              <a:rPr b="0" i="0" lang="en-US" sz="2000" u="none" cap="none" strike="noStrike">
                <a:solidFill>
                  <a:schemeClr val="dk1"/>
                </a:solidFill>
                <a:latin typeface="Times New Roman"/>
                <a:ea typeface="Times New Roman"/>
                <a:cs typeface="Times New Roman"/>
                <a:sym typeface="Times New Roman"/>
              </a:rPr>
              <a:t>Pas de slides</a:t>
            </a:r>
            <a:endParaRPr/>
          </a:p>
          <a:p>
            <a:pPr indent="-228600" lvl="0" marL="0" marR="0" rtl="0" algn="just">
              <a:spcBef>
                <a:spcPts val="150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Toute l'équipe participe</a:t>
            </a:r>
            <a:endParaRPr sz="2400">
              <a:solidFill>
                <a:schemeClr val="dk1"/>
              </a:solidFill>
              <a:latin typeface="Times New Roman"/>
              <a:ea typeface="Times New Roman"/>
              <a:cs typeface="Times New Roman"/>
              <a:sym typeface="Times New Roman"/>
            </a:endParaRPr>
          </a:p>
          <a:p>
            <a:pPr indent="-228600" lvl="0" marL="0" marR="0" rtl="0" algn="just">
              <a:spcBef>
                <a:spcPts val="1500"/>
              </a:spcBef>
              <a:spcAft>
                <a:spcPts val="0"/>
              </a:spcAft>
              <a:buClr>
                <a:srgbClr val="5F7BAE"/>
              </a:buClr>
              <a:buSzPts val="3600"/>
              <a:buFont typeface="Merriweather Sans"/>
              <a:buChar char="•"/>
            </a:pPr>
            <a:r>
              <a:rPr lang="en-US" sz="2400">
                <a:solidFill>
                  <a:schemeClr val="dk1"/>
                </a:solidFill>
                <a:latin typeface="Times New Roman"/>
                <a:ea typeface="Times New Roman"/>
                <a:cs typeface="Times New Roman"/>
                <a:sym typeface="Times New Roman"/>
              </a:rPr>
              <a:t>On invite du monde</a:t>
            </a:r>
            <a:endParaRPr sz="2400">
              <a:solidFill>
                <a:schemeClr val="dk1"/>
              </a:solidFill>
              <a:latin typeface="Times New Roman"/>
              <a:ea typeface="Times New Roman"/>
              <a:cs typeface="Times New Roman"/>
              <a:sym typeface="Times New Roman"/>
            </a:endParaRPr>
          </a:p>
        </p:txBody>
      </p:sp>
      <p:pic>
        <p:nvPicPr>
          <p:cNvPr id="3420" name="Google Shape;3420;p86"/>
          <p:cNvPicPr preferRelativeResize="0"/>
          <p:nvPr/>
        </p:nvPicPr>
        <p:blipFill rotWithShape="1">
          <a:blip r:embed="rId4">
            <a:alphaModFix/>
          </a:blip>
          <a:srcRect b="0" l="0" r="0" t="0"/>
          <a:stretch/>
        </p:blipFill>
        <p:spPr>
          <a:xfrm>
            <a:off x="4642339" y="124697"/>
            <a:ext cx="2422150" cy="1746306"/>
          </a:xfrm>
          <a:prstGeom prst="rect">
            <a:avLst/>
          </a:prstGeom>
          <a:noFill/>
          <a:ln>
            <a:noFill/>
          </a:ln>
        </p:spPr>
      </p:pic>
      <p:pic>
        <p:nvPicPr>
          <p:cNvPr id="3421" name="Google Shape;3421;p86"/>
          <p:cNvPicPr preferRelativeResize="0"/>
          <p:nvPr/>
        </p:nvPicPr>
        <p:blipFill rotWithShape="1">
          <a:blip r:embed="rId5">
            <a:alphaModFix/>
          </a:blip>
          <a:srcRect b="0" l="0" r="0" t="0"/>
          <a:stretch/>
        </p:blipFill>
        <p:spPr>
          <a:xfrm>
            <a:off x="8888535" y="3589277"/>
            <a:ext cx="2787650" cy="18605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26" name="Shape 3426"/>
        <p:cNvGrpSpPr/>
        <p:nvPr/>
      </p:nvGrpSpPr>
      <p:grpSpPr>
        <a:xfrm>
          <a:off x="0" y="0"/>
          <a:ext cx="0" cy="0"/>
          <a:chOff x="0" y="0"/>
          <a:chExt cx="0" cy="0"/>
        </a:xfrm>
      </p:grpSpPr>
      <p:sp>
        <p:nvSpPr>
          <p:cNvPr id="3427" name="Google Shape;3427;p87"/>
          <p:cNvSpPr/>
          <p:nvPr/>
        </p:nvSpPr>
        <p:spPr>
          <a:xfrm>
            <a:off x="6096" y="-4691"/>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428" name="Google Shape;3428;p8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29" name="Google Shape;3429;p87"/>
          <p:cNvSpPr txBox="1"/>
          <p:nvPr>
            <p:ph type="title"/>
          </p:nvPr>
        </p:nvSpPr>
        <p:spPr>
          <a:xfrm>
            <a:off x="246743" y="3034615"/>
            <a:ext cx="4137367" cy="178651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Les cérémonials</a:t>
            </a:r>
            <a:endParaRPr b="1">
              <a:solidFill>
                <a:srgbClr val="FFFFFF"/>
              </a:solidFill>
              <a:latin typeface="Times New Roman"/>
              <a:ea typeface="Times New Roman"/>
              <a:cs typeface="Times New Roman"/>
              <a:sym typeface="Times New Roman"/>
            </a:endParaRPr>
          </a:p>
        </p:txBody>
      </p:sp>
      <p:sp>
        <p:nvSpPr>
          <p:cNvPr id="3430" name="Google Shape;3430;p87"/>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431" name="Google Shape;3431;p87"/>
          <p:cNvSpPr txBox="1"/>
          <p:nvPr/>
        </p:nvSpPr>
        <p:spPr>
          <a:xfrm>
            <a:off x="5109029" y="27449"/>
            <a:ext cx="6002265" cy="569238"/>
          </a:xfrm>
          <a:prstGeom prst="rect">
            <a:avLst/>
          </a:prstGeom>
          <a:noFill/>
          <a:ln>
            <a:noFill/>
          </a:ln>
        </p:spPr>
        <p:txBody>
          <a:bodyPr anchorCtr="0" anchor="b" bIns="38150" lIns="38150" spcFirstLastPara="1" rIns="38150" wrap="square" tIns="142975">
            <a:noAutofit/>
          </a:bodyPr>
          <a:lstStyle/>
          <a:p>
            <a:pPr indent="0" lvl="0" marL="0" marR="0" rtl="0" algn="l">
              <a:lnSpc>
                <a:spcPct val="87000"/>
              </a:lnSpc>
              <a:spcBef>
                <a:spcPts val="0"/>
              </a:spcBef>
              <a:spcAft>
                <a:spcPts val="0"/>
              </a:spcAft>
              <a:buClr>
                <a:srgbClr val="6A9BCC"/>
              </a:buClr>
              <a:buSzPts val="2800"/>
              <a:buFont typeface="Times New Roman"/>
              <a:buNone/>
            </a:pPr>
            <a:r>
              <a:rPr b="1" lang="en-US" sz="2800">
                <a:solidFill>
                  <a:srgbClr val="6A9BCC"/>
                </a:solidFill>
                <a:latin typeface="Times New Roman"/>
                <a:ea typeface="Times New Roman"/>
                <a:cs typeface="Times New Roman"/>
                <a:sym typeface="Times New Roman"/>
              </a:rPr>
              <a:t>Rétrospective du sprint</a:t>
            </a:r>
            <a:endParaRPr/>
          </a:p>
        </p:txBody>
      </p:sp>
      <p:sp>
        <p:nvSpPr>
          <p:cNvPr id="3432" name="Google Shape;3432;p87"/>
          <p:cNvSpPr/>
          <p:nvPr/>
        </p:nvSpPr>
        <p:spPr>
          <a:xfrm>
            <a:off x="4895558" y="1087864"/>
            <a:ext cx="6865035" cy="4755469"/>
          </a:xfrm>
          <a:prstGeom prst="rect">
            <a:avLst/>
          </a:prstGeom>
          <a:noFill/>
          <a:ln>
            <a:noFill/>
          </a:ln>
        </p:spPr>
        <p:txBody>
          <a:bodyPr anchorCtr="0" anchor="t" bIns="45700" lIns="91425" spcFirstLastPara="1" rIns="91425" wrap="square" tIns="45700">
            <a:spAutoFit/>
          </a:bodyPr>
          <a:lstStyle/>
          <a:p>
            <a:pPr indent="-190500" lvl="0" marL="0" marR="0" rtl="0" algn="just">
              <a:lnSpc>
                <a:spcPct val="150000"/>
              </a:lnSpc>
              <a:spcBef>
                <a:spcPts val="0"/>
              </a:spcBef>
              <a:spcAft>
                <a:spcPts val="0"/>
              </a:spcAft>
              <a:buClr>
                <a:srgbClr val="5F7BAE"/>
              </a:buClr>
              <a:buSzPts val="3000"/>
              <a:buFont typeface="Merriweather Sans"/>
              <a:buChar char="•"/>
            </a:pPr>
            <a:r>
              <a:rPr lang="en-US" sz="2000">
                <a:solidFill>
                  <a:schemeClr val="dk1"/>
                </a:solidFill>
                <a:latin typeface="Times New Roman"/>
                <a:ea typeface="Times New Roman"/>
                <a:cs typeface="Times New Roman"/>
                <a:sym typeface="Times New Roman"/>
              </a:rPr>
              <a:t>Réfléchir régulièrement à ce qui marche et ce qui ne marche pas</a:t>
            </a:r>
            <a:endParaRPr/>
          </a:p>
          <a:p>
            <a:pPr indent="-190500" lvl="0" marL="0" marR="0" rtl="0" algn="just">
              <a:lnSpc>
                <a:spcPct val="150000"/>
              </a:lnSpc>
              <a:spcBef>
                <a:spcPts val="0"/>
              </a:spcBef>
              <a:spcAft>
                <a:spcPts val="0"/>
              </a:spcAft>
              <a:buClr>
                <a:srgbClr val="5F7BAE"/>
              </a:buClr>
              <a:buSzPts val="3000"/>
              <a:buFont typeface="Merriweather Sans"/>
              <a:buChar char="•"/>
            </a:pPr>
            <a:r>
              <a:rPr lang="en-US" sz="2000">
                <a:solidFill>
                  <a:schemeClr val="dk1"/>
                </a:solidFill>
                <a:latin typeface="Times New Roman"/>
                <a:ea typeface="Times New Roman"/>
                <a:cs typeface="Times New Roman"/>
                <a:sym typeface="Times New Roman"/>
              </a:rPr>
              <a:t>Dure en général de 15 à 30 minutes</a:t>
            </a:r>
            <a:endParaRPr/>
          </a:p>
          <a:p>
            <a:pPr indent="-190500" lvl="0" marL="0" marR="0" rtl="0" algn="just">
              <a:lnSpc>
                <a:spcPct val="150000"/>
              </a:lnSpc>
              <a:spcBef>
                <a:spcPts val="0"/>
              </a:spcBef>
              <a:spcAft>
                <a:spcPts val="0"/>
              </a:spcAft>
              <a:buClr>
                <a:srgbClr val="5F7BAE"/>
              </a:buClr>
              <a:buSzPts val="3000"/>
              <a:buFont typeface="Merriweather Sans"/>
              <a:buChar char="•"/>
            </a:pPr>
            <a:r>
              <a:rPr lang="en-US" sz="2000">
                <a:solidFill>
                  <a:schemeClr val="dk1"/>
                </a:solidFill>
                <a:latin typeface="Times New Roman"/>
                <a:ea typeface="Times New Roman"/>
                <a:cs typeface="Times New Roman"/>
                <a:sym typeface="Times New Roman"/>
              </a:rPr>
              <a:t>Fait à la fin de chaque sprint</a:t>
            </a:r>
            <a:endParaRPr/>
          </a:p>
          <a:p>
            <a:pPr indent="-190500" lvl="0" marL="0" marR="0" rtl="0" algn="just">
              <a:lnSpc>
                <a:spcPct val="150000"/>
              </a:lnSpc>
              <a:spcBef>
                <a:spcPts val="0"/>
              </a:spcBef>
              <a:spcAft>
                <a:spcPts val="0"/>
              </a:spcAft>
              <a:buClr>
                <a:srgbClr val="5F7BAE"/>
              </a:buClr>
              <a:buSzPts val="3000"/>
              <a:buFont typeface="Merriweather Sans"/>
              <a:buChar char="•"/>
            </a:pPr>
            <a:r>
              <a:rPr lang="en-US" sz="2000">
                <a:solidFill>
                  <a:schemeClr val="dk1"/>
                </a:solidFill>
                <a:latin typeface="Times New Roman"/>
                <a:ea typeface="Times New Roman"/>
                <a:cs typeface="Times New Roman"/>
                <a:sym typeface="Times New Roman"/>
              </a:rPr>
              <a:t>Toute l'équipe participe</a:t>
            </a:r>
            <a:endParaRPr sz="2000">
              <a:solidFill>
                <a:schemeClr val="dk1"/>
              </a:solidFill>
              <a:latin typeface="Times New Roman"/>
              <a:ea typeface="Times New Roman"/>
              <a:cs typeface="Times New Roman"/>
              <a:sym typeface="Times New Roman"/>
            </a:endParaRPr>
          </a:p>
          <a:p>
            <a:pPr indent="-228600" lvl="1" marL="457200" marR="0" rtl="0" algn="just">
              <a:lnSpc>
                <a:spcPct val="150000"/>
              </a:lnSpc>
              <a:spcBef>
                <a:spcPts val="1300"/>
              </a:spcBef>
              <a:spcAft>
                <a:spcPts val="0"/>
              </a:spcAft>
              <a:buClr>
                <a:schemeClr val="accent1"/>
              </a:buClr>
              <a:buSzPts val="3600"/>
              <a:buFont typeface="Merriweather Sans"/>
              <a:buChar char="•"/>
            </a:pPr>
            <a:r>
              <a:rPr b="0" i="0" lang="en-US" sz="2400" u="none" cap="none" strike="noStrike">
                <a:solidFill>
                  <a:schemeClr val="dk1"/>
                </a:solidFill>
                <a:latin typeface="Times New Roman"/>
                <a:ea typeface="Times New Roman"/>
                <a:cs typeface="Times New Roman"/>
                <a:sym typeface="Times New Roman"/>
              </a:rPr>
              <a:t>ScrumMaster</a:t>
            </a:r>
            <a:endParaRPr/>
          </a:p>
          <a:p>
            <a:pPr indent="-228600" lvl="1" marL="457200" marR="0" rtl="0" algn="just">
              <a:lnSpc>
                <a:spcPct val="150000"/>
              </a:lnSpc>
              <a:spcBef>
                <a:spcPts val="1300"/>
              </a:spcBef>
              <a:spcAft>
                <a:spcPts val="0"/>
              </a:spcAft>
              <a:buClr>
                <a:schemeClr val="accent1"/>
              </a:buClr>
              <a:buSzPts val="3600"/>
              <a:buFont typeface="Merriweather Sans"/>
              <a:buChar char="•"/>
            </a:pPr>
            <a:r>
              <a:rPr b="0" i="0" lang="en-US" sz="2400" u="none" cap="none" strike="noStrike">
                <a:solidFill>
                  <a:schemeClr val="dk1"/>
                </a:solidFill>
                <a:latin typeface="Times New Roman"/>
                <a:ea typeface="Times New Roman"/>
                <a:cs typeface="Times New Roman"/>
                <a:sym typeface="Times New Roman"/>
              </a:rPr>
              <a:t>Product Owner</a:t>
            </a:r>
            <a:endParaRPr/>
          </a:p>
          <a:p>
            <a:pPr indent="-228600" lvl="1" marL="457200" marR="0" rtl="0" algn="just">
              <a:lnSpc>
                <a:spcPct val="150000"/>
              </a:lnSpc>
              <a:spcBef>
                <a:spcPts val="1300"/>
              </a:spcBef>
              <a:spcAft>
                <a:spcPts val="0"/>
              </a:spcAft>
              <a:buClr>
                <a:schemeClr val="accent1"/>
              </a:buClr>
              <a:buSzPts val="3600"/>
              <a:buFont typeface="Merriweather Sans"/>
              <a:buChar char="•"/>
            </a:pPr>
            <a:r>
              <a:rPr b="0" i="0" lang="en-US" sz="2400" u="none" cap="none" strike="noStrike">
                <a:solidFill>
                  <a:schemeClr val="dk1"/>
                </a:solidFill>
                <a:latin typeface="Times New Roman"/>
                <a:ea typeface="Times New Roman"/>
                <a:cs typeface="Times New Roman"/>
                <a:sym typeface="Times New Roman"/>
              </a:rPr>
              <a:t>Equipe</a:t>
            </a:r>
            <a:endParaRPr b="0" i="0" sz="2400" u="none" cap="none" strike="noStrike">
              <a:solidFill>
                <a:schemeClr val="dk1"/>
              </a:solidFill>
              <a:latin typeface="Times New Roman"/>
              <a:ea typeface="Times New Roman"/>
              <a:cs typeface="Times New Roman"/>
              <a:sym typeface="Times New Roman"/>
            </a:endParaRPr>
          </a:p>
          <a:p>
            <a:pPr indent="-228600" lvl="1" marL="457200" marR="0" rtl="0" algn="just">
              <a:lnSpc>
                <a:spcPct val="150000"/>
              </a:lnSpc>
              <a:spcBef>
                <a:spcPts val="1300"/>
              </a:spcBef>
              <a:spcAft>
                <a:spcPts val="0"/>
              </a:spcAft>
              <a:buClr>
                <a:schemeClr val="accent1"/>
              </a:buClr>
              <a:buSzPts val="3600"/>
              <a:buFont typeface="Merriweather Sans"/>
              <a:buChar char="•"/>
            </a:pPr>
            <a:r>
              <a:rPr b="0" i="0" lang="en-US" sz="2400" u="none" cap="none" strike="noStrike">
                <a:solidFill>
                  <a:schemeClr val="dk1"/>
                </a:solidFill>
                <a:latin typeface="Times New Roman"/>
                <a:ea typeface="Times New Roman"/>
                <a:cs typeface="Times New Roman"/>
                <a:sym typeface="Times New Roman"/>
              </a:rPr>
              <a:t>Eventuellement clients et autres intervenants</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7" name="Shape 3437"/>
        <p:cNvGrpSpPr/>
        <p:nvPr/>
      </p:nvGrpSpPr>
      <p:grpSpPr>
        <a:xfrm>
          <a:off x="0" y="0"/>
          <a:ext cx="0" cy="0"/>
          <a:chOff x="0" y="0"/>
          <a:chExt cx="0" cy="0"/>
        </a:xfrm>
      </p:grpSpPr>
      <p:sp>
        <p:nvSpPr>
          <p:cNvPr id="3438" name="Google Shape;3438;p88"/>
          <p:cNvSpPr/>
          <p:nvPr/>
        </p:nvSpPr>
        <p:spPr>
          <a:xfrm>
            <a:off x="475488" y="0"/>
            <a:ext cx="10910292"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439" name="Google Shape;3439;p8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40" name="Google Shape;3440;p88"/>
          <p:cNvSpPr txBox="1"/>
          <p:nvPr>
            <p:ph type="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4700"/>
              <a:buFont typeface="Calibri"/>
              <a:buNone/>
            </a:pPr>
            <a:r>
              <a:rPr lang="en-US" sz="4700">
                <a:solidFill>
                  <a:srgbClr val="FFFFFF"/>
                </a:solidFill>
                <a:latin typeface="Calibri"/>
                <a:ea typeface="Calibri"/>
                <a:cs typeface="Calibri"/>
                <a:sym typeface="Calibri"/>
              </a:rPr>
              <a:t>Burndown charts</a:t>
            </a:r>
            <a:br>
              <a:rPr lang="en-US" sz="4700">
                <a:solidFill>
                  <a:srgbClr val="FFFFFF"/>
                </a:solidFill>
                <a:latin typeface="Calibri"/>
                <a:ea typeface="Calibri"/>
                <a:cs typeface="Calibri"/>
                <a:sym typeface="Calibri"/>
              </a:rPr>
            </a:br>
            <a:r>
              <a:rPr lang="en-US" sz="4700">
                <a:solidFill>
                  <a:srgbClr val="FFFFFF"/>
                </a:solidFill>
                <a:latin typeface="Calibri"/>
                <a:ea typeface="Calibri"/>
                <a:cs typeface="Calibri"/>
                <a:sym typeface="Calibri"/>
              </a:rPr>
              <a:t>  (graphiques d’avancements)</a:t>
            </a:r>
            <a:endParaRPr b="1" sz="4700">
              <a:solidFill>
                <a:srgbClr val="FFFFFF"/>
              </a:solidFill>
              <a:latin typeface="Calibri"/>
              <a:ea typeface="Calibri"/>
              <a:cs typeface="Calibri"/>
              <a:sym typeface="Calibri"/>
            </a:endParaRPr>
          </a:p>
        </p:txBody>
      </p:sp>
      <p:sp>
        <p:nvSpPr>
          <p:cNvPr id="3441" name="Google Shape;3441;p8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5" name="Shape 3445"/>
        <p:cNvGrpSpPr/>
        <p:nvPr/>
      </p:nvGrpSpPr>
      <p:grpSpPr>
        <a:xfrm>
          <a:off x="0" y="0"/>
          <a:ext cx="0" cy="0"/>
          <a:chOff x="0" y="0"/>
          <a:chExt cx="0" cy="0"/>
        </a:xfrm>
      </p:grpSpPr>
      <p:sp>
        <p:nvSpPr>
          <p:cNvPr id="3446" name="Google Shape;3446;p89"/>
          <p:cNvSpPr/>
          <p:nvPr/>
        </p:nvSpPr>
        <p:spPr>
          <a:xfrm>
            <a:off x="1" y="3726"/>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447" name="Google Shape;3447;p8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48" name="Google Shape;3448;p89"/>
          <p:cNvSpPr txBox="1"/>
          <p:nvPr>
            <p:ph type="title"/>
          </p:nvPr>
        </p:nvSpPr>
        <p:spPr>
          <a:xfrm>
            <a:off x="5000438" y="135299"/>
            <a:ext cx="6567448" cy="14540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Release Burndown Chart</a:t>
            </a:r>
            <a:endParaRPr>
              <a:solidFill>
                <a:srgbClr val="004A66"/>
              </a:solidFill>
              <a:latin typeface="Times New Roman"/>
              <a:ea typeface="Times New Roman"/>
              <a:cs typeface="Times New Roman"/>
              <a:sym typeface="Times New Roman"/>
            </a:endParaRPr>
          </a:p>
        </p:txBody>
      </p:sp>
      <p:sp>
        <p:nvSpPr>
          <p:cNvPr id="3449" name="Google Shape;3449;p89"/>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cap="flat" cmpd="sng" w="12700">
            <a:solidFill>
              <a:srgbClr val="85D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burndown" id="3450" name="Google Shape;3450;p89"/>
          <p:cNvPicPr preferRelativeResize="0"/>
          <p:nvPr/>
        </p:nvPicPr>
        <p:blipFill rotWithShape="1">
          <a:blip r:embed="rId4">
            <a:alphaModFix/>
          </a:blip>
          <a:srcRect b="0" l="0" r="0" t="0"/>
          <a:stretch/>
        </p:blipFill>
        <p:spPr>
          <a:xfrm>
            <a:off x="753608" y="1629089"/>
            <a:ext cx="3013313" cy="3620021"/>
          </a:xfrm>
          <a:prstGeom prst="rect">
            <a:avLst/>
          </a:prstGeom>
          <a:noFill/>
          <a:ln>
            <a:noFill/>
          </a:ln>
        </p:spPr>
      </p:pic>
      <p:sp>
        <p:nvSpPr>
          <p:cNvPr id="3451" name="Google Shape;3451;p89"/>
          <p:cNvSpPr txBox="1"/>
          <p:nvPr>
            <p:ph idx="1" type="body"/>
          </p:nvPr>
        </p:nvSpPr>
        <p:spPr>
          <a:xfrm>
            <a:off x="5637734" y="1400930"/>
            <a:ext cx="5574217" cy="4676313"/>
          </a:xfrm>
          <a:prstGeom prst="rect">
            <a:avLst/>
          </a:prstGeom>
          <a:noFill/>
          <a:ln>
            <a:noFill/>
          </a:ln>
        </p:spPr>
        <p:txBody>
          <a:bodyPr anchorCtr="0" anchor="ctr" bIns="45700" lIns="91425" spcFirstLastPara="1" rIns="91425" wrap="square" tIns="45700">
            <a:normAutofit/>
          </a:bodyPr>
          <a:lstStyle/>
          <a:p>
            <a:pPr indent="-228600" lvl="0" marL="228600" rtl="0" algn="just">
              <a:lnSpc>
                <a:spcPct val="150000"/>
              </a:lnSpc>
              <a:spcBef>
                <a:spcPts val="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Les Burndowns montrent ce qu'il reste à faire en terme d'estimation en nombre d'histoire à réaliser sur la release.</a:t>
            </a:r>
            <a:endParaRPr/>
          </a:p>
          <a:p>
            <a:pPr indent="-228600" lvl="0" marL="228600" rtl="0" algn="just">
              <a:lnSpc>
                <a:spcPct val="15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Ce burndown montre qu'il y a 200 histoires (fonctionnalités) à réaliser. Au fur et à mesure du temps, on voit le nombre baisser mais il peut augmenter si de nouvelles fonctionnalités ont été ajoutées.</a:t>
            </a:r>
            <a:endParaRPr/>
          </a:p>
        </p:txBody>
      </p:sp>
      <p:sp>
        <p:nvSpPr>
          <p:cNvPr id="3452" name="Google Shape;3452;p89"/>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6" name="Shape 3456"/>
        <p:cNvGrpSpPr/>
        <p:nvPr/>
      </p:nvGrpSpPr>
      <p:grpSpPr>
        <a:xfrm>
          <a:off x="0" y="0"/>
          <a:ext cx="0" cy="0"/>
          <a:chOff x="0" y="0"/>
          <a:chExt cx="0" cy="0"/>
        </a:xfrm>
      </p:grpSpPr>
      <p:sp>
        <p:nvSpPr>
          <p:cNvPr id="3457" name="Google Shape;3457;p90"/>
          <p:cNvSpPr/>
          <p:nvPr/>
        </p:nvSpPr>
        <p:spPr>
          <a:xfrm>
            <a:off x="1" y="3726"/>
            <a:ext cx="5614875" cy="6858000"/>
          </a:xfrm>
          <a:prstGeom prst="rect">
            <a:avLst/>
          </a:prstGeom>
          <a:gradFill>
            <a:gsLst>
              <a:gs pos="0">
                <a:srgbClr val="0095CD">
                  <a:alpha val="81960"/>
                </a:srgbClr>
              </a:gs>
              <a:gs pos="25000">
                <a:srgbClr val="0095CD">
                  <a:alpha val="60000"/>
                </a:srgbClr>
              </a:gs>
              <a:gs pos="94000">
                <a:srgbClr val="647681"/>
              </a:gs>
              <a:gs pos="100000">
                <a:srgbClr val="64768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458" name="Google Shape;3458;p9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59" name="Google Shape;3459;p90"/>
          <p:cNvSpPr txBox="1"/>
          <p:nvPr>
            <p:ph type="title"/>
          </p:nvPr>
        </p:nvSpPr>
        <p:spPr>
          <a:xfrm>
            <a:off x="5000438" y="135299"/>
            <a:ext cx="6567448" cy="14540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4400"/>
              <a:buFont typeface="Times New Roman"/>
              <a:buNone/>
            </a:pPr>
            <a:r>
              <a:rPr b="1" lang="en-US">
                <a:solidFill>
                  <a:srgbClr val="004A66"/>
                </a:solidFill>
                <a:latin typeface="Times New Roman"/>
                <a:ea typeface="Times New Roman"/>
                <a:cs typeface="Times New Roman"/>
                <a:sym typeface="Times New Roman"/>
              </a:rPr>
              <a:t>Burndown de release</a:t>
            </a:r>
            <a:endParaRPr>
              <a:solidFill>
                <a:srgbClr val="004A66"/>
              </a:solidFill>
              <a:latin typeface="Times New Roman"/>
              <a:ea typeface="Times New Roman"/>
              <a:cs typeface="Times New Roman"/>
              <a:sym typeface="Times New Roman"/>
            </a:endParaRPr>
          </a:p>
        </p:txBody>
      </p:sp>
      <p:sp>
        <p:nvSpPr>
          <p:cNvPr id="3460" name="Google Shape;3460;p90"/>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cap="flat" cmpd="sng" w="12700">
            <a:solidFill>
              <a:srgbClr val="85D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burndown" id="3461" name="Google Shape;3461;p90"/>
          <p:cNvPicPr preferRelativeResize="0"/>
          <p:nvPr/>
        </p:nvPicPr>
        <p:blipFill rotWithShape="1">
          <a:blip r:embed="rId4">
            <a:alphaModFix/>
          </a:blip>
          <a:srcRect b="0" l="0" r="0" t="0"/>
          <a:stretch/>
        </p:blipFill>
        <p:spPr>
          <a:xfrm>
            <a:off x="753608" y="1629089"/>
            <a:ext cx="3013313" cy="3620021"/>
          </a:xfrm>
          <a:prstGeom prst="rect">
            <a:avLst/>
          </a:prstGeom>
          <a:noFill/>
          <a:ln>
            <a:noFill/>
          </a:ln>
        </p:spPr>
      </p:pic>
      <p:sp>
        <p:nvSpPr>
          <p:cNvPr id="3462" name="Google Shape;3462;p90"/>
          <p:cNvSpPr txBox="1"/>
          <p:nvPr>
            <p:ph idx="1" type="body"/>
          </p:nvPr>
        </p:nvSpPr>
        <p:spPr>
          <a:xfrm>
            <a:off x="5637734" y="1400930"/>
            <a:ext cx="5574217" cy="4676313"/>
          </a:xfrm>
          <a:prstGeom prst="rect">
            <a:avLst/>
          </a:prstGeom>
          <a:noFill/>
          <a:ln>
            <a:noFill/>
          </a:ln>
        </p:spPr>
        <p:txBody>
          <a:bodyPr anchorCtr="0" anchor="ctr" bIns="45700" lIns="91425" spcFirstLastPara="1" rIns="91425" wrap="square" tIns="45700">
            <a:normAutofit/>
          </a:bodyPr>
          <a:lstStyle/>
          <a:p>
            <a:pPr indent="-228600" lvl="0" marL="228600" rtl="0" algn="just">
              <a:lnSpc>
                <a:spcPct val="150000"/>
              </a:lnSpc>
              <a:spcBef>
                <a:spcPts val="0"/>
              </a:spcBef>
              <a:spcAft>
                <a:spcPts val="0"/>
              </a:spcAft>
              <a:buClr>
                <a:schemeClr val="dk1"/>
              </a:buClr>
              <a:buSzPts val="2400"/>
              <a:buNone/>
            </a:pPr>
            <a:r>
              <a:rPr lang="en-US" sz="2400">
                <a:latin typeface="Times New Roman"/>
                <a:ea typeface="Times New Roman"/>
                <a:cs typeface="Times New Roman"/>
                <a:sym typeface="Times New Roman"/>
              </a:rPr>
              <a:t>La quantité totale de points restant à faire dans la release au fil des sprints.</a:t>
            </a:r>
            <a:endParaRPr/>
          </a:p>
          <a:p>
            <a:pPr indent="-228600" lvl="0" marL="228600" rtl="0" algn="just">
              <a:lnSpc>
                <a:spcPct val="150000"/>
              </a:lnSpc>
              <a:spcBef>
                <a:spcPts val="0"/>
              </a:spcBef>
              <a:spcAft>
                <a:spcPts val="0"/>
              </a:spcAft>
              <a:buClr>
                <a:schemeClr val="dk1"/>
              </a:buClr>
              <a:buSzPts val="2400"/>
              <a:buNone/>
            </a:pPr>
            <a:r>
              <a:t/>
            </a:r>
            <a:endParaRPr sz="2400">
              <a:latin typeface="Times New Roman"/>
              <a:ea typeface="Times New Roman"/>
              <a:cs typeface="Times New Roman"/>
              <a:sym typeface="Times New Roman"/>
            </a:endParaRPr>
          </a:p>
          <a:p>
            <a:pPr indent="-228600" lvl="0" marL="228600" rtl="0" algn="just">
              <a:lnSpc>
                <a:spcPct val="150000"/>
              </a:lnSpc>
              <a:spcBef>
                <a:spcPts val="0"/>
              </a:spcBef>
              <a:spcAft>
                <a:spcPts val="0"/>
              </a:spcAft>
              <a:buClr>
                <a:schemeClr val="dk1"/>
              </a:buClr>
              <a:buSzPts val="2400"/>
              <a:buNone/>
            </a:pPr>
            <a:r>
              <a:t/>
            </a:r>
            <a:endParaRPr sz="2400">
              <a:latin typeface="Times New Roman"/>
              <a:ea typeface="Times New Roman"/>
              <a:cs typeface="Times New Roman"/>
              <a:sym typeface="Times New Roman"/>
            </a:endParaRPr>
          </a:p>
          <a:p>
            <a:pPr indent="-228600" lvl="0" marL="228600" rtl="0" algn="just">
              <a:lnSpc>
                <a:spcPct val="150000"/>
              </a:lnSpc>
              <a:spcBef>
                <a:spcPts val="0"/>
              </a:spcBef>
              <a:spcAft>
                <a:spcPts val="0"/>
              </a:spcAft>
              <a:buClr>
                <a:schemeClr val="dk1"/>
              </a:buClr>
              <a:buSzPts val="2400"/>
              <a:buNone/>
            </a:pPr>
            <a:r>
              <a:rPr lang="en-US" sz="2400">
                <a:latin typeface="Times New Roman"/>
                <a:ea typeface="Times New Roman"/>
                <a:cs typeface="Times New Roman"/>
                <a:sym typeface="Times New Roman"/>
              </a:rPr>
              <a:t>             </a:t>
            </a:r>
            <a:r>
              <a:rPr lang="en-US" sz="2400">
                <a:solidFill>
                  <a:srgbClr val="8D370A"/>
                </a:solidFill>
                <a:latin typeface="Times New Roman"/>
                <a:ea typeface="Times New Roman"/>
                <a:cs typeface="Times New Roman"/>
                <a:sym typeface="Times New Roman"/>
              </a:rPr>
              <a:t>Vue sur l’avancement de la release.</a:t>
            </a:r>
            <a:endParaRPr/>
          </a:p>
        </p:txBody>
      </p:sp>
      <p:sp>
        <p:nvSpPr>
          <p:cNvPr id="3463" name="Google Shape;3463;p90"/>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100">
                <a:solidFill>
                  <a:srgbClr val="898989"/>
                </a:solidFill>
              </a:rPr>
              <a:t>‹#›</a:t>
            </a:fld>
            <a:endParaRPr sz="1100">
              <a:solidFill>
                <a:srgbClr val="898989"/>
              </a:solidFill>
            </a:endParaRPr>
          </a:p>
        </p:txBody>
      </p:sp>
      <p:sp>
        <p:nvSpPr>
          <p:cNvPr id="3464" name="Google Shape;3464;p90"/>
          <p:cNvSpPr/>
          <p:nvPr/>
        </p:nvSpPr>
        <p:spPr>
          <a:xfrm>
            <a:off x="6176914" y="4820676"/>
            <a:ext cx="500062" cy="214313"/>
          </a:xfrm>
          <a:prstGeom prst="rightArrow">
            <a:avLst>
              <a:gd fmla="val 50000" name="adj1"/>
              <a:gd fmla="val 50000" name="adj2"/>
            </a:avLst>
          </a:prstGeom>
          <a:solidFill>
            <a:schemeClr val="accent1"/>
          </a:solidFill>
          <a:ln cap="flat" cmpd="sng" w="12700">
            <a:solidFill>
              <a:srgbClr val="006C9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68" name="Shape 3468"/>
        <p:cNvGrpSpPr/>
        <p:nvPr/>
      </p:nvGrpSpPr>
      <p:grpSpPr>
        <a:xfrm>
          <a:off x="0" y="0"/>
          <a:ext cx="0" cy="0"/>
          <a:chOff x="0" y="0"/>
          <a:chExt cx="0" cy="0"/>
        </a:xfrm>
      </p:grpSpPr>
      <p:sp>
        <p:nvSpPr>
          <p:cNvPr id="3469" name="Google Shape;3469;p91"/>
          <p:cNvSpPr/>
          <p:nvPr/>
        </p:nvSpPr>
        <p:spPr>
          <a:xfrm>
            <a:off x="0" y="5320142"/>
            <a:ext cx="12192000" cy="736551"/>
          </a:xfrm>
          <a:prstGeom prst="rect">
            <a:avLst/>
          </a:prstGeom>
          <a:solidFill>
            <a:schemeClr val="lt1">
              <a:alpha val="9294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470" name="Google Shape;3470;p91"/>
          <p:cNvCxnSpPr/>
          <p:nvPr/>
        </p:nvCxnSpPr>
        <p:spPr>
          <a:xfrm>
            <a:off x="0" y="5241983"/>
            <a:ext cx="12192000" cy="0"/>
          </a:xfrm>
          <a:prstGeom prst="straightConnector1">
            <a:avLst/>
          </a:prstGeom>
          <a:noFill/>
          <a:ln cap="flat" cmpd="sng" w="41275">
            <a:solidFill>
              <a:schemeClr val="lt1">
                <a:alpha val="89803"/>
              </a:schemeClr>
            </a:solidFill>
            <a:prstDash val="solid"/>
            <a:miter lim="800000"/>
            <a:headEnd len="sm" w="sm" type="none"/>
            <a:tailEnd len="sm" w="sm" type="none"/>
          </a:ln>
        </p:spPr>
      </p:cxnSp>
      <p:cxnSp>
        <p:nvCxnSpPr>
          <p:cNvPr id="3471" name="Google Shape;3471;p91"/>
          <p:cNvCxnSpPr/>
          <p:nvPr/>
        </p:nvCxnSpPr>
        <p:spPr>
          <a:xfrm>
            <a:off x="0" y="6134852"/>
            <a:ext cx="12192000" cy="0"/>
          </a:xfrm>
          <a:prstGeom prst="straightConnector1">
            <a:avLst/>
          </a:prstGeom>
          <a:noFill/>
          <a:ln cap="flat" cmpd="sng" w="41275">
            <a:solidFill>
              <a:schemeClr val="lt1">
                <a:alpha val="89803"/>
              </a:schemeClr>
            </a:solidFill>
            <a:prstDash val="solid"/>
            <a:miter lim="800000"/>
            <a:headEnd len="sm" w="sm" type="none"/>
            <a:tailEnd len="sm" w="sm" type="none"/>
          </a:ln>
        </p:spPr>
      </p:cxnSp>
      <p:pic>
        <p:nvPicPr>
          <p:cNvPr descr="Une image contenant capture d’écran&#10;&#10;Description générée avec un niveau de confiance très élevé" id="3472" name="Google Shape;3472;p91"/>
          <p:cNvPicPr preferRelativeResize="0"/>
          <p:nvPr/>
        </p:nvPicPr>
        <p:blipFill rotWithShape="1">
          <a:blip r:embed="rId3">
            <a:alphaModFix/>
          </a:blip>
          <a:srcRect b="0" l="0" r="0" t="0"/>
          <a:stretch/>
        </p:blipFill>
        <p:spPr>
          <a:xfrm>
            <a:off x="-1" y="-1"/>
            <a:ext cx="12192000" cy="6857999"/>
          </a:xfrm>
          <a:prstGeom prst="rect">
            <a:avLst/>
          </a:prstGeom>
          <a:noFill/>
          <a:ln>
            <a:noFill/>
          </a:ln>
        </p:spPr>
      </p:pic>
      <p:sp>
        <p:nvSpPr>
          <p:cNvPr id="3473" name="Google Shape;3473;p91"/>
          <p:cNvSpPr txBox="1"/>
          <p:nvPr>
            <p:ph type="title"/>
          </p:nvPr>
        </p:nvSpPr>
        <p:spPr>
          <a:xfrm>
            <a:off x="436099" y="222796"/>
            <a:ext cx="5922499" cy="59391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A66"/>
              </a:buClr>
              <a:buSzPts val="3600"/>
              <a:buFont typeface="Times New Roman"/>
              <a:buNone/>
            </a:pPr>
            <a:r>
              <a:rPr b="1" lang="en-US" sz="3600">
                <a:solidFill>
                  <a:srgbClr val="004A66"/>
                </a:solidFill>
                <a:latin typeface="Times New Roman"/>
                <a:ea typeface="Times New Roman"/>
                <a:cs typeface="Times New Roman"/>
                <a:sym typeface="Times New Roman"/>
              </a:rPr>
              <a:t>Fonctionnement</a:t>
            </a:r>
            <a:endParaRPr sz="3600">
              <a:solidFill>
                <a:srgbClr val="004A66"/>
              </a:solidFill>
              <a:latin typeface="Times New Roman"/>
              <a:ea typeface="Times New Roman"/>
              <a:cs typeface="Times New Roman"/>
              <a:sym typeface="Times New Roman"/>
            </a:endParaRPr>
          </a:p>
        </p:txBody>
      </p:sp>
      <p:sp>
        <p:nvSpPr>
          <p:cNvPr id="3474" name="Google Shape;3474;p91"/>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78" name="Shape 3478"/>
        <p:cNvGrpSpPr/>
        <p:nvPr/>
      </p:nvGrpSpPr>
      <p:grpSpPr>
        <a:xfrm>
          <a:off x="0" y="0"/>
          <a:ext cx="0" cy="0"/>
          <a:chOff x="0" y="0"/>
          <a:chExt cx="0" cy="0"/>
        </a:xfrm>
      </p:grpSpPr>
      <p:sp>
        <p:nvSpPr>
          <p:cNvPr id="3479" name="Google Shape;3479;p9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0" name="Google Shape;3480;p92"/>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481" name="Google Shape;3481;p9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82" name="Google Shape;3482;p92"/>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800"/>
              <a:buFont typeface="Times New Roman"/>
              <a:buNone/>
            </a:pPr>
            <a:r>
              <a:rPr b="1" lang="en-US" sz="4800">
                <a:solidFill>
                  <a:srgbClr val="FFFFFF"/>
                </a:solidFill>
                <a:latin typeface="Times New Roman"/>
                <a:ea typeface="Times New Roman"/>
                <a:cs typeface="Times New Roman"/>
                <a:sym typeface="Times New Roman"/>
              </a:rPr>
              <a:t>Scrum</a:t>
            </a:r>
            <a:endParaRPr b="1" sz="4800">
              <a:solidFill>
                <a:srgbClr val="FFFFFF"/>
              </a:solidFill>
              <a:latin typeface="Times New Roman"/>
              <a:ea typeface="Times New Roman"/>
              <a:cs typeface="Times New Roman"/>
              <a:sym typeface="Times New Roman"/>
            </a:endParaRPr>
          </a:p>
        </p:txBody>
      </p:sp>
      <p:sp>
        <p:nvSpPr>
          <p:cNvPr id="3483" name="Google Shape;3483;p92"/>
          <p:cNvSpPr txBox="1"/>
          <p:nvPr>
            <p:ph idx="1" type="body"/>
          </p:nvPr>
        </p:nvSpPr>
        <p:spPr>
          <a:xfrm>
            <a:off x="5065486" y="320231"/>
            <a:ext cx="6331172" cy="5712269"/>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750D11"/>
              </a:buClr>
              <a:buSzPts val="2200"/>
              <a:buNone/>
            </a:pPr>
            <a:r>
              <a:rPr b="1" lang="en-US" sz="2200">
                <a:solidFill>
                  <a:srgbClr val="750D11"/>
                </a:solidFill>
                <a:latin typeface="Times New Roman"/>
                <a:ea typeface="Times New Roman"/>
                <a:cs typeface="Times New Roman"/>
                <a:sym typeface="Times New Roman"/>
              </a:rPr>
              <a:t>Avantages</a:t>
            </a:r>
            <a:endParaRPr/>
          </a:p>
          <a:p>
            <a:pPr indent="0" lvl="0" marL="0" rtl="0" algn="just">
              <a:lnSpc>
                <a:spcPct val="100000"/>
              </a:lnSpc>
              <a:spcBef>
                <a:spcPts val="1000"/>
              </a:spcBef>
              <a:spcAft>
                <a:spcPts val="0"/>
              </a:spcAft>
              <a:buClr>
                <a:schemeClr val="dk1"/>
              </a:buClr>
              <a:buSzPts val="2200"/>
              <a:buNone/>
            </a:pPr>
            <a:r>
              <a:t/>
            </a:r>
            <a:endParaRPr sz="2200">
              <a:solidFill>
                <a:srgbClr val="000000"/>
              </a:solidFill>
              <a:latin typeface="Times New Roman"/>
              <a:ea typeface="Times New Roman"/>
              <a:cs typeface="Times New Roman"/>
              <a:sym typeface="Times New Roman"/>
            </a:endParaRPr>
          </a:p>
          <a:p>
            <a:pPr indent="-229235" lvl="0" marL="250190" rtl="0" algn="just">
              <a:lnSpc>
                <a:spcPct val="100000"/>
              </a:lnSpc>
              <a:spcBef>
                <a:spcPts val="5"/>
              </a:spcBef>
              <a:spcAft>
                <a:spcPts val="0"/>
              </a:spcAft>
              <a:buClr>
                <a:srgbClr val="6D9FAF"/>
              </a:buClr>
              <a:buSzPts val="2200"/>
              <a:buFont typeface="Noto Sans Symbols"/>
              <a:buChar char="◼"/>
            </a:pPr>
            <a:r>
              <a:rPr lang="en-US" sz="2200">
                <a:solidFill>
                  <a:srgbClr val="000000"/>
                </a:solidFill>
                <a:latin typeface="Times New Roman"/>
                <a:ea typeface="Times New Roman"/>
                <a:cs typeface="Times New Roman"/>
                <a:sym typeface="Times New Roman"/>
              </a:rPr>
              <a:t>Méthode très simple et très  efficace</a:t>
            </a:r>
            <a:endParaRPr sz="2200">
              <a:solidFill>
                <a:srgbClr val="000000"/>
              </a:solidFill>
              <a:latin typeface="Times New Roman"/>
              <a:ea typeface="Times New Roman"/>
              <a:cs typeface="Times New Roman"/>
              <a:sym typeface="Times New Roman"/>
            </a:endParaRPr>
          </a:p>
          <a:p>
            <a:pPr indent="-229235" lvl="0" marL="250190" rtl="0" algn="just">
              <a:lnSpc>
                <a:spcPct val="100000"/>
              </a:lnSpc>
              <a:spcBef>
                <a:spcPts val="680"/>
              </a:spcBef>
              <a:spcAft>
                <a:spcPts val="0"/>
              </a:spcAft>
              <a:buClr>
                <a:srgbClr val="6D9FAF"/>
              </a:buClr>
              <a:buSzPts val="2200"/>
              <a:buFont typeface="Noto Sans Symbols"/>
              <a:buChar char="◼"/>
            </a:pPr>
            <a:r>
              <a:rPr lang="en-US" sz="2200">
                <a:solidFill>
                  <a:srgbClr val="000000"/>
                </a:solidFill>
                <a:latin typeface="Times New Roman"/>
                <a:ea typeface="Times New Roman"/>
                <a:cs typeface="Times New Roman"/>
                <a:sym typeface="Times New Roman"/>
              </a:rPr>
              <a:t>Adoptée par les géants du marché :  Microsoft, Google,  Nokia..</a:t>
            </a:r>
            <a:endParaRPr sz="2200">
              <a:solidFill>
                <a:srgbClr val="000000"/>
              </a:solidFill>
              <a:latin typeface="Times New Roman"/>
              <a:ea typeface="Times New Roman"/>
              <a:cs typeface="Times New Roman"/>
              <a:sym typeface="Times New Roman"/>
            </a:endParaRPr>
          </a:p>
          <a:p>
            <a:pPr indent="-229235" lvl="0" marL="250190" marR="1238250" rtl="0" algn="just">
              <a:lnSpc>
                <a:spcPct val="100000"/>
              </a:lnSpc>
              <a:spcBef>
                <a:spcPts val="480"/>
              </a:spcBef>
              <a:spcAft>
                <a:spcPts val="0"/>
              </a:spcAft>
              <a:buClr>
                <a:srgbClr val="6D9FAF"/>
              </a:buClr>
              <a:buSzPts val="2200"/>
              <a:buFont typeface="Noto Sans Symbols"/>
              <a:buChar char="◼"/>
            </a:pPr>
            <a:r>
              <a:rPr lang="en-US" sz="2200">
                <a:solidFill>
                  <a:srgbClr val="000000"/>
                </a:solidFill>
                <a:latin typeface="Times New Roman"/>
                <a:ea typeface="Times New Roman"/>
                <a:cs typeface="Times New Roman"/>
                <a:sym typeface="Times New Roman"/>
              </a:rPr>
              <a:t>Orientée projet contrairement à XP qui est orientée  développement</a:t>
            </a:r>
            <a:endParaRPr sz="2200">
              <a:solidFill>
                <a:srgbClr val="000000"/>
              </a:solidFill>
              <a:latin typeface="Times New Roman"/>
              <a:ea typeface="Times New Roman"/>
              <a:cs typeface="Times New Roman"/>
              <a:sym typeface="Times New Roman"/>
            </a:endParaRPr>
          </a:p>
          <a:p>
            <a:pPr indent="-229235" lvl="0" marL="250190" marR="115570" rtl="0" algn="just">
              <a:lnSpc>
                <a:spcPct val="100000"/>
              </a:lnSpc>
              <a:spcBef>
                <a:spcPts val="480"/>
              </a:spcBef>
              <a:spcAft>
                <a:spcPts val="0"/>
              </a:spcAft>
              <a:buClr>
                <a:srgbClr val="6D9FAF"/>
              </a:buClr>
              <a:buSzPts val="2200"/>
              <a:buFont typeface="Noto Sans Symbols"/>
              <a:buChar char="◼"/>
            </a:pPr>
            <a:r>
              <a:rPr lang="en-US" sz="2200">
                <a:solidFill>
                  <a:srgbClr val="000000"/>
                </a:solidFill>
                <a:latin typeface="Times New Roman"/>
                <a:ea typeface="Times New Roman"/>
                <a:cs typeface="Times New Roman"/>
                <a:sym typeface="Times New Roman"/>
              </a:rPr>
              <a:t>Peut inclure d’autres activité venant d’autres méthodologies  (surtout XP)</a:t>
            </a:r>
            <a:endParaRPr sz="2200">
              <a:solidFill>
                <a:srgbClr val="000000"/>
              </a:solidFill>
              <a:latin typeface="Times New Roman"/>
              <a:ea typeface="Times New Roman"/>
              <a:cs typeface="Times New Roman"/>
              <a:sym typeface="Times New Roman"/>
            </a:endParaRPr>
          </a:p>
          <a:p>
            <a:pPr indent="0" lvl="0" marL="0" rtl="0" algn="just">
              <a:lnSpc>
                <a:spcPct val="100000"/>
              </a:lnSpc>
              <a:spcBef>
                <a:spcPts val="1000"/>
              </a:spcBef>
              <a:spcAft>
                <a:spcPts val="0"/>
              </a:spcAft>
              <a:buClr>
                <a:srgbClr val="750D11"/>
              </a:buClr>
              <a:buSzPts val="2200"/>
              <a:buNone/>
            </a:pPr>
            <a:r>
              <a:rPr b="1" lang="en-US" sz="2200">
                <a:solidFill>
                  <a:srgbClr val="750D11"/>
                </a:solidFill>
                <a:latin typeface="Times New Roman"/>
                <a:ea typeface="Times New Roman"/>
                <a:cs typeface="Times New Roman"/>
                <a:sym typeface="Times New Roman"/>
              </a:rPr>
              <a:t>Inconvénients</a:t>
            </a:r>
            <a:endParaRPr/>
          </a:p>
          <a:p>
            <a:pPr indent="0" lvl="0" marL="0" rtl="0" algn="just">
              <a:lnSpc>
                <a:spcPct val="100000"/>
              </a:lnSpc>
              <a:spcBef>
                <a:spcPts val="1000"/>
              </a:spcBef>
              <a:spcAft>
                <a:spcPts val="0"/>
              </a:spcAft>
              <a:buClr>
                <a:schemeClr val="dk1"/>
              </a:buClr>
              <a:buSzPts val="2200"/>
              <a:buNone/>
            </a:pPr>
            <a:r>
              <a:t/>
            </a:r>
            <a:endParaRPr sz="2200">
              <a:solidFill>
                <a:srgbClr val="000000"/>
              </a:solidFill>
              <a:latin typeface="Times New Roman"/>
              <a:ea typeface="Times New Roman"/>
              <a:cs typeface="Times New Roman"/>
              <a:sym typeface="Times New Roman"/>
            </a:endParaRPr>
          </a:p>
          <a:p>
            <a:pPr indent="-229234" lvl="0" marL="483869" rtl="0" algn="just">
              <a:lnSpc>
                <a:spcPct val="100000"/>
              </a:lnSpc>
              <a:spcBef>
                <a:spcPts val="5"/>
              </a:spcBef>
              <a:spcAft>
                <a:spcPts val="0"/>
              </a:spcAft>
              <a:buClr>
                <a:srgbClr val="6D9FAF"/>
              </a:buClr>
              <a:buSzPts val="2200"/>
              <a:buFont typeface="Noto Sans Symbols"/>
              <a:buChar char="◼"/>
            </a:pPr>
            <a:r>
              <a:rPr lang="en-US" sz="2200">
                <a:solidFill>
                  <a:srgbClr val="000000"/>
                </a:solidFill>
                <a:latin typeface="Times New Roman"/>
                <a:ea typeface="Times New Roman"/>
                <a:cs typeface="Times New Roman"/>
                <a:sym typeface="Times New Roman"/>
              </a:rPr>
              <a:t>N’est pas 100% spécifique au  GL</a:t>
            </a:r>
            <a:endParaRPr sz="2200">
              <a:solidFill>
                <a:srgbClr val="000000"/>
              </a:solidFill>
              <a:latin typeface="Times New Roman"/>
              <a:ea typeface="Times New Roman"/>
              <a:cs typeface="Times New Roman"/>
              <a:sym typeface="Times New Roman"/>
            </a:endParaRPr>
          </a:p>
          <a:p>
            <a:pPr indent="-229234" lvl="0" marL="483869" rtl="0" algn="just">
              <a:lnSpc>
                <a:spcPct val="100000"/>
              </a:lnSpc>
              <a:spcBef>
                <a:spcPts val="680"/>
              </a:spcBef>
              <a:spcAft>
                <a:spcPts val="0"/>
              </a:spcAft>
              <a:buClr>
                <a:srgbClr val="6D9FAF"/>
              </a:buClr>
              <a:buSzPts val="2200"/>
              <a:buFont typeface="Noto Sans Symbols"/>
              <a:buChar char="◼"/>
            </a:pPr>
            <a:r>
              <a:rPr lang="en-US" sz="2200">
                <a:solidFill>
                  <a:srgbClr val="000000"/>
                </a:solidFill>
                <a:latin typeface="Times New Roman"/>
                <a:ea typeface="Times New Roman"/>
                <a:cs typeface="Times New Roman"/>
                <a:sym typeface="Times New Roman"/>
              </a:rPr>
              <a:t>Difficulté de budgétiser un  projet</a:t>
            </a:r>
            <a:endParaRPr sz="2200">
              <a:solidFill>
                <a:srgbClr val="000000"/>
              </a:solidFill>
              <a:latin typeface="Times New Roman"/>
              <a:ea typeface="Times New Roman"/>
              <a:cs typeface="Times New Roman"/>
              <a:sym typeface="Times New Roman"/>
            </a:endParaRPr>
          </a:p>
          <a:p>
            <a:pPr indent="-88900" lvl="0" marL="228600" rtl="0" algn="just">
              <a:lnSpc>
                <a:spcPct val="100000"/>
              </a:lnSpc>
              <a:spcBef>
                <a:spcPts val="1000"/>
              </a:spcBef>
              <a:spcAft>
                <a:spcPts val="0"/>
              </a:spcAft>
              <a:buClr>
                <a:schemeClr val="dk1"/>
              </a:buClr>
              <a:buSzPts val="2200"/>
              <a:buNone/>
            </a:pPr>
            <a:r>
              <a:t/>
            </a:r>
            <a:endParaRPr sz="2200">
              <a:solidFill>
                <a:srgbClr val="000000"/>
              </a:solidFill>
              <a:latin typeface="Times New Roman"/>
              <a:ea typeface="Times New Roman"/>
              <a:cs typeface="Times New Roman"/>
              <a:sym typeface="Times New Roman"/>
            </a:endParaRPr>
          </a:p>
        </p:txBody>
      </p:sp>
      <p:sp>
        <p:nvSpPr>
          <p:cNvPr id="3484" name="Google Shape;3484;p92"/>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04040"/>
        </a:solidFill>
      </p:bgPr>
    </p:bg>
    <p:spTree>
      <p:nvGrpSpPr>
        <p:cNvPr id="3489" name="Shape 3489"/>
        <p:cNvGrpSpPr/>
        <p:nvPr/>
      </p:nvGrpSpPr>
      <p:grpSpPr>
        <a:xfrm>
          <a:off x="0" y="0"/>
          <a:ext cx="0" cy="0"/>
          <a:chOff x="0" y="0"/>
          <a:chExt cx="0" cy="0"/>
        </a:xfrm>
      </p:grpSpPr>
      <p:sp>
        <p:nvSpPr>
          <p:cNvPr id="3490" name="Google Shape;3490;p93"/>
          <p:cNvSpPr/>
          <p:nvPr/>
        </p:nvSpPr>
        <p:spPr>
          <a:xfrm>
            <a:off x="0" y="-3324"/>
            <a:ext cx="12192000" cy="6861324"/>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1" name="Google Shape;3491;p93"/>
          <p:cNvSpPr/>
          <p:nvPr/>
        </p:nvSpPr>
        <p:spPr>
          <a:xfrm>
            <a:off x="0" y="0"/>
            <a:ext cx="11786754" cy="6858000"/>
          </a:xfrm>
          <a:custGeom>
            <a:rect b="b" l="l" r="r" t="t"/>
            <a:pathLst>
              <a:path extrusionOk="0" h="6858000" w="11786754">
                <a:moveTo>
                  <a:pt x="0" y="0"/>
                </a:moveTo>
                <a:lnTo>
                  <a:pt x="8610600" y="0"/>
                </a:lnTo>
                <a:lnTo>
                  <a:pt x="11786754" y="6858000"/>
                </a:lnTo>
                <a:lnTo>
                  <a:pt x="0" y="6858000"/>
                </a:lnTo>
                <a:close/>
              </a:path>
            </a:pathLst>
          </a:custGeom>
          <a:solidFill>
            <a:schemeClr val="dk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2" name="Google Shape;3492;p93"/>
          <p:cNvSpPr/>
          <p:nvPr/>
        </p:nvSpPr>
        <p:spPr>
          <a:xfrm>
            <a:off x="0" y="0"/>
            <a:ext cx="3581400" cy="6858000"/>
          </a:xfrm>
          <a:custGeom>
            <a:rect b="b" l="l" r="r" t="t"/>
            <a:pathLst>
              <a:path extrusionOk="0" h="6858000" w="3581400">
                <a:moveTo>
                  <a:pt x="0" y="0"/>
                </a:moveTo>
                <a:lnTo>
                  <a:pt x="405246" y="0"/>
                </a:lnTo>
                <a:lnTo>
                  <a:pt x="3581400" y="6858000"/>
                </a:lnTo>
                <a:lnTo>
                  <a:pt x="0" y="6858000"/>
                </a:lnTo>
                <a:close/>
              </a:path>
            </a:pathLst>
          </a:custGeom>
          <a:solidFill>
            <a:schemeClr val="dk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3" name="Google Shape;3493;p93"/>
          <p:cNvSpPr txBox="1"/>
          <p:nvPr/>
        </p:nvSpPr>
        <p:spPr>
          <a:xfrm>
            <a:off x="633026" y="168810"/>
            <a:ext cx="10520702" cy="102681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400"/>
              <a:buFont typeface="Times New Roman"/>
              <a:buNone/>
            </a:pPr>
            <a:r>
              <a:rPr b="1" lang="en-US" sz="4400">
                <a:solidFill>
                  <a:schemeClr val="lt1"/>
                </a:solidFill>
                <a:latin typeface="Times New Roman"/>
                <a:ea typeface="Times New Roman"/>
                <a:cs typeface="Times New Roman"/>
                <a:sym typeface="Times New Roman"/>
              </a:rPr>
              <a:t>Conclusion</a:t>
            </a:r>
            <a:endParaRPr/>
          </a:p>
        </p:txBody>
      </p:sp>
      <p:sp>
        <p:nvSpPr>
          <p:cNvPr id="3494" name="Google Shape;3494;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grpSp>
        <p:nvGrpSpPr>
          <p:cNvPr id="3495" name="Google Shape;3495;p93"/>
          <p:cNvGrpSpPr/>
          <p:nvPr/>
        </p:nvGrpSpPr>
        <p:grpSpPr>
          <a:xfrm>
            <a:off x="707553" y="1691245"/>
            <a:ext cx="10652253" cy="4485159"/>
            <a:chOff x="302308" y="557"/>
            <a:chExt cx="10652253" cy="4485159"/>
          </a:xfrm>
        </p:grpSpPr>
        <p:sp>
          <p:nvSpPr>
            <p:cNvPr id="3496" name="Google Shape;3496;p93"/>
            <p:cNvSpPr/>
            <p:nvPr/>
          </p:nvSpPr>
          <p:spPr>
            <a:xfrm>
              <a:off x="1849212" y="557"/>
              <a:ext cx="5180835" cy="1681934"/>
            </a:xfrm>
            <a:prstGeom prst="roundRect">
              <a:avLst>
                <a:gd fmla="val 10000" name="adj"/>
              </a:avLst>
            </a:prstGeom>
            <a:solidFill>
              <a:srgbClr val="304D5E"/>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93"/>
            <p:cNvSpPr txBox="1"/>
            <p:nvPr/>
          </p:nvSpPr>
          <p:spPr>
            <a:xfrm>
              <a:off x="1898474" y="49819"/>
              <a:ext cx="5082311" cy="1583410"/>
            </a:xfrm>
            <a:prstGeom prst="rect">
              <a:avLst/>
            </a:prstGeom>
            <a:noFill/>
            <a:ln>
              <a:noFill/>
            </a:ln>
          </p:spPr>
          <p:txBody>
            <a:bodyPr anchorCtr="0" anchor="ctr" bIns="87625" lIns="87625" spcFirstLastPara="1" rIns="87625" wrap="square" tIns="87625">
              <a:noAutofit/>
            </a:bodyPr>
            <a:lstStyle/>
            <a:p>
              <a:pPr indent="0" lvl="0" marL="0" marR="0" rtl="0" algn="ctr">
                <a:lnSpc>
                  <a:spcPct val="100000"/>
                </a:lnSpc>
                <a:spcBef>
                  <a:spcPts val="0"/>
                </a:spcBef>
                <a:spcAft>
                  <a:spcPts val="0"/>
                </a:spcAft>
                <a:buClr>
                  <a:schemeClr val="lt1"/>
                </a:buClr>
                <a:buSzPts val="2300"/>
                <a:buFont typeface="Times New Roman"/>
                <a:buNone/>
              </a:pPr>
              <a:r>
                <a:rPr lang="en-US" sz="2300">
                  <a:solidFill>
                    <a:schemeClr val="lt1"/>
                  </a:solidFill>
                  <a:latin typeface="Times New Roman"/>
                  <a:ea typeface="Times New Roman"/>
                  <a:cs typeface="Times New Roman"/>
                  <a:sym typeface="Times New Roman"/>
                </a:rPr>
                <a:t>La méthode </a:t>
              </a:r>
              <a:r>
                <a:rPr b="1" lang="en-US" sz="2300">
                  <a:solidFill>
                    <a:schemeClr val="lt1"/>
                  </a:solidFill>
                  <a:latin typeface="Times New Roman"/>
                  <a:ea typeface="Times New Roman"/>
                  <a:cs typeface="Times New Roman"/>
                  <a:sym typeface="Times New Roman"/>
                </a:rPr>
                <a:t>SCRUM</a:t>
              </a:r>
              <a:r>
                <a:rPr lang="en-US" sz="2300">
                  <a:solidFill>
                    <a:schemeClr val="lt1"/>
                  </a:solidFill>
                  <a:latin typeface="Times New Roman"/>
                  <a:ea typeface="Times New Roman"/>
                  <a:cs typeface="Times New Roman"/>
                  <a:sym typeface="Times New Roman"/>
                </a:rPr>
                <a:t> affirme sa différence dans des pratiques de courtes réunions quotidiennes. Ces temps de travail commun ont pour objectifs :</a:t>
              </a:r>
              <a:endParaRPr/>
            </a:p>
          </p:txBody>
        </p:sp>
        <p:sp>
          <p:nvSpPr>
            <p:cNvPr id="3498" name="Google Shape;3498;p93"/>
            <p:cNvSpPr/>
            <p:nvPr/>
          </p:nvSpPr>
          <p:spPr>
            <a:xfrm>
              <a:off x="7276731" y="493925"/>
              <a:ext cx="594283" cy="695199"/>
            </a:xfrm>
            <a:prstGeom prst="rightArrow">
              <a:avLst>
                <a:gd fmla="val 60000" name="adj1"/>
                <a:gd fmla="val 50000" name="adj2"/>
              </a:avLst>
            </a:prstGeom>
            <a:solidFill>
              <a:srgbClr val="304D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93"/>
            <p:cNvSpPr txBox="1"/>
            <p:nvPr/>
          </p:nvSpPr>
          <p:spPr>
            <a:xfrm>
              <a:off x="7276731" y="632965"/>
              <a:ext cx="415998" cy="41711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1800"/>
                <a:buFont typeface="Calibri"/>
                <a:buNone/>
              </a:pPr>
              <a:r>
                <a:t/>
              </a:r>
              <a:endParaRPr sz="1800">
                <a:solidFill>
                  <a:schemeClr val="lt1"/>
                </a:solidFill>
                <a:latin typeface="Times New Roman"/>
                <a:ea typeface="Times New Roman"/>
                <a:cs typeface="Times New Roman"/>
                <a:sym typeface="Times New Roman"/>
              </a:endParaRPr>
            </a:p>
          </p:txBody>
        </p:sp>
        <p:sp>
          <p:nvSpPr>
            <p:cNvPr id="3500" name="Google Shape;3500;p93"/>
            <p:cNvSpPr/>
            <p:nvPr/>
          </p:nvSpPr>
          <p:spPr>
            <a:xfrm>
              <a:off x="8151337" y="557"/>
              <a:ext cx="2803224" cy="1681934"/>
            </a:xfrm>
            <a:prstGeom prst="roundRect">
              <a:avLst>
                <a:gd fmla="val 10000" name="adj"/>
              </a:avLst>
            </a:prstGeom>
            <a:solidFill>
              <a:srgbClr val="318465"/>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93"/>
            <p:cNvSpPr txBox="1"/>
            <p:nvPr/>
          </p:nvSpPr>
          <p:spPr>
            <a:xfrm>
              <a:off x="8200599" y="49819"/>
              <a:ext cx="2704700" cy="1583410"/>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Times New Roman"/>
                <a:buNone/>
              </a:pPr>
              <a:r>
                <a:rPr lang="en-US" sz="2300">
                  <a:solidFill>
                    <a:schemeClr val="lt1"/>
                  </a:solidFill>
                  <a:latin typeface="Times New Roman"/>
                  <a:ea typeface="Times New Roman"/>
                  <a:cs typeface="Times New Roman"/>
                  <a:sym typeface="Times New Roman"/>
                </a:rPr>
                <a:t>Améliorer la motivation des participants</a:t>
              </a:r>
              <a:endParaRPr/>
            </a:p>
          </p:txBody>
        </p:sp>
        <p:sp>
          <p:nvSpPr>
            <p:cNvPr id="3502" name="Google Shape;3502;p93"/>
            <p:cNvSpPr/>
            <p:nvPr/>
          </p:nvSpPr>
          <p:spPr>
            <a:xfrm rot="5400000">
              <a:off x="9255808" y="1878718"/>
              <a:ext cx="594283" cy="695199"/>
            </a:xfrm>
            <a:prstGeom prst="rightArrow">
              <a:avLst>
                <a:gd fmla="val 60000" name="adj1"/>
                <a:gd fmla="val 50000" name="adj2"/>
              </a:avLst>
            </a:prstGeom>
            <a:solidFill>
              <a:srgbClr val="3093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93"/>
            <p:cNvSpPr txBox="1"/>
            <p:nvPr/>
          </p:nvSpPr>
          <p:spPr>
            <a:xfrm>
              <a:off x="9344391" y="1929176"/>
              <a:ext cx="417119" cy="41599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1800"/>
                <a:buFont typeface="Calibri"/>
                <a:buNone/>
              </a:pPr>
              <a:r>
                <a:t/>
              </a:r>
              <a:endParaRPr sz="1800">
                <a:solidFill>
                  <a:schemeClr val="lt1"/>
                </a:solidFill>
                <a:latin typeface="Times New Roman"/>
                <a:ea typeface="Times New Roman"/>
                <a:cs typeface="Times New Roman"/>
                <a:sym typeface="Times New Roman"/>
              </a:endParaRPr>
            </a:p>
          </p:txBody>
        </p:sp>
        <p:sp>
          <p:nvSpPr>
            <p:cNvPr id="3504" name="Google Shape;3504;p93"/>
            <p:cNvSpPr/>
            <p:nvPr/>
          </p:nvSpPr>
          <p:spPr>
            <a:xfrm>
              <a:off x="8151337" y="2803782"/>
              <a:ext cx="2803224" cy="1681934"/>
            </a:xfrm>
            <a:prstGeom prst="roundRect">
              <a:avLst>
                <a:gd fmla="val 10000" name="adj"/>
              </a:avLst>
            </a:prstGeom>
            <a:solidFill>
              <a:srgbClr val="3EB02D"/>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93"/>
            <p:cNvSpPr txBox="1"/>
            <p:nvPr/>
          </p:nvSpPr>
          <p:spPr>
            <a:xfrm>
              <a:off x="8200599" y="2853044"/>
              <a:ext cx="2704700" cy="1583410"/>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Times New Roman"/>
                <a:buNone/>
              </a:pPr>
              <a:r>
                <a:rPr lang="en-US" sz="2300">
                  <a:solidFill>
                    <a:schemeClr val="lt1"/>
                  </a:solidFill>
                  <a:latin typeface="Times New Roman"/>
                  <a:ea typeface="Times New Roman"/>
                  <a:cs typeface="Times New Roman"/>
                  <a:sym typeface="Times New Roman"/>
                </a:rPr>
                <a:t>Synchroniser les taches</a:t>
              </a:r>
              <a:endParaRPr/>
            </a:p>
          </p:txBody>
        </p:sp>
        <p:sp>
          <p:nvSpPr>
            <p:cNvPr id="3506" name="Google Shape;3506;p93"/>
            <p:cNvSpPr/>
            <p:nvPr/>
          </p:nvSpPr>
          <p:spPr>
            <a:xfrm rot="10800000">
              <a:off x="7310370" y="3297149"/>
              <a:ext cx="594283" cy="695199"/>
            </a:xfrm>
            <a:prstGeom prst="rightArrow">
              <a:avLst>
                <a:gd fmla="val 60000" name="adj1"/>
                <a:gd fmla="val 50000" name="adj2"/>
              </a:avLst>
            </a:prstGeom>
            <a:solidFill>
              <a:srgbClr val="94D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93"/>
            <p:cNvSpPr txBox="1"/>
            <p:nvPr/>
          </p:nvSpPr>
          <p:spPr>
            <a:xfrm>
              <a:off x="7488655" y="3436189"/>
              <a:ext cx="415998" cy="41711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1800"/>
                <a:buFont typeface="Calibri"/>
                <a:buNone/>
              </a:pPr>
              <a:r>
                <a:t/>
              </a:r>
              <a:endParaRPr sz="1800">
                <a:solidFill>
                  <a:schemeClr val="lt1"/>
                </a:solidFill>
                <a:latin typeface="Times New Roman"/>
                <a:ea typeface="Times New Roman"/>
                <a:cs typeface="Times New Roman"/>
                <a:sym typeface="Times New Roman"/>
              </a:endParaRPr>
            </a:p>
          </p:txBody>
        </p:sp>
        <p:sp>
          <p:nvSpPr>
            <p:cNvPr id="3508" name="Google Shape;3508;p93"/>
            <p:cNvSpPr/>
            <p:nvPr/>
          </p:nvSpPr>
          <p:spPr>
            <a:xfrm>
              <a:off x="4226823" y="2803782"/>
              <a:ext cx="2803224" cy="1681934"/>
            </a:xfrm>
            <a:prstGeom prst="roundRect">
              <a:avLst>
                <a:gd fmla="val 10000" name="adj"/>
              </a:avLst>
            </a:prstGeom>
            <a:solidFill>
              <a:srgbClr val="CADD2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93"/>
            <p:cNvSpPr txBox="1"/>
            <p:nvPr/>
          </p:nvSpPr>
          <p:spPr>
            <a:xfrm>
              <a:off x="4276085" y="2853044"/>
              <a:ext cx="2704700" cy="1583410"/>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Times New Roman"/>
                <a:buNone/>
              </a:pPr>
              <a:r>
                <a:rPr lang="en-US" sz="2300">
                  <a:solidFill>
                    <a:schemeClr val="lt1"/>
                  </a:solidFill>
                  <a:latin typeface="Times New Roman"/>
                  <a:ea typeface="Times New Roman"/>
                  <a:cs typeface="Times New Roman"/>
                  <a:sym typeface="Times New Roman"/>
                </a:rPr>
                <a:t>Débloquer les situations difficiles </a:t>
              </a:r>
              <a:endParaRPr/>
            </a:p>
          </p:txBody>
        </p:sp>
        <p:sp>
          <p:nvSpPr>
            <p:cNvPr id="3510" name="Google Shape;3510;p93"/>
            <p:cNvSpPr/>
            <p:nvPr/>
          </p:nvSpPr>
          <p:spPr>
            <a:xfrm rot="10800000">
              <a:off x="3385855" y="3297149"/>
              <a:ext cx="594283" cy="695199"/>
            </a:xfrm>
            <a:prstGeom prst="rightArrow">
              <a:avLst>
                <a:gd fmla="val 60000" name="adj1"/>
                <a:gd fmla="val 50000" name="adj2"/>
              </a:avLst>
            </a:prstGeom>
            <a:solidFill>
              <a:srgbClr val="F17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93"/>
            <p:cNvSpPr txBox="1"/>
            <p:nvPr/>
          </p:nvSpPr>
          <p:spPr>
            <a:xfrm>
              <a:off x="3564140" y="3436189"/>
              <a:ext cx="415998" cy="41711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1800"/>
                <a:buFont typeface="Calibri"/>
                <a:buNone/>
              </a:pPr>
              <a:r>
                <a:t/>
              </a:r>
              <a:endParaRPr sz="1800">
                <a:solidFill>
                  <a:schemeClr val="lt1"/>
                </a:solidFill>
                <a:latin typeface="Times New Roman"/>
                <a:ea typeface="Times New Roman"/>
                <a:cs typeface="Times New Roman"/>
                <a:sym typeface="Times New Roman"/>
              </a:endParaRPr>
            </a:p>
          </p:txBody>
        </p:sp>
        <p:sp>
          <p:nvSpPr>
            <p:cNvPr id="3512" name="Google Shape;3512;p93"/>
            <p:cNvSpPr/>
            <p:nvPr/>
          </p:nvSpPr>
          <p:spPr>
            <a:xfrm>
              <a:off x="302308" y="2803782"/>
              <a:ext cx="2803224" cy="1681934"/>
            </a:xfrm>
            <a:prstGeom prst="roundRect">
              <a:avLst>
                <a:gd fmla="val 10000" name="adj"/>
              </a:avLst>
            </a:prstGeom>
            <a:solidFill>
              <a:srgbClr val="F17C3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93"/>
            <p:cNvSpPr txBox="1"/>
            <p:nvPr/>
          </p:nvSpPr>
          <p:spPr>
            <a:xfrm>
              <a:off x="351570" y="2853044"/>
              <a:ext cx="2704700" cy="1583410"/>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Times New Roman"/>
                <a:buNone/>
              </a:pPr>
              <a:r>
                <a:rPr lang="en-US" sz="2300">
                  <a:solidFill>
                    <a:schemeClr val="lt1"/>
                  </a:solidFill>
                  <a:latin typeface="Times New Roman"/>
                  <a:ea typeface="Times New Roman"/>
                  <a:cs typeface="Times New Roman"/>
                  <a:sym typeface="Times New Roman"/>
                </a:rPr>
                <a:t>Accroître le partage de la connaissance. </a:t>
              </a:r>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17" name="Shape 3517"/>
        <p:cNvGrpSpPr/>
        <p:nvPr/>
      </p:nvGrpSpPr>
      <p:grpSpPr>
        <a:xfrm>
          <a:off x="0" y="0"/>
          <a:ext cx="0" cy="0"/>
          <a:chOff x="0" y="0"/>
          <a:chExt cx="0" cy="0"/>
        </a:xfrm>
      </p:grpSpPr>
      <p:sp>
        <p:nvSpPr>
          <p:cNvPr id="3518" name="Google Shape;3518;p94"/>
          <p:cNvSpPr/>
          <p:nvPr/>
        </p:nvSpPr>
        <p:spPr>
          <a:xfrm>
            <a:off x="475488" y="0"/>
            <a:ext cx="10910292"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9" name="Google Shape;3519;p94"/>
          <p:cNvSpPr txBox="1"/>
          <p:nvPr>
            <p:ph type="ctrTitle"/>
          </p:nvPr>
        </p:nvSpPr>
        <p:spPr>
          <a:xfrm>
            <a:off x="3045368" y="2043663"/>
            <a:ext cx="6105194" cy="2031055"/>
          </a:xfrm>
          <a:prstGeom prst="rect">
            <a:avLst/>
          </a:prstGeom>
          <a:noFill/>
          <a:ln>
            <a:noFill/>
          </a:ln>
        </p:spPr>
        <p:txBody>
          <a:bodyPr anchorCtr="1"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4700"/>
              <a:buFont typeface="Cambria"/>
              <a:buNone/>
            </a:pPr>
            <a:r>
              <a:rPr b="1" lang="en-US" sz="4700">
                <a:solidFill>
                  <a:srgbClr val="FFFFFF"/>
                </a:solidFill>
                <a:latin typeface="Cambria"/>
                <a:ea typeface="Cambria"/>
                <a:cs typeface="Cambria"/>
                <a:sym typeface="Cambria"/>
              </a:rPr>
              <a:t>LA METHODE EXTRÊME PROGRAMMING XP</a:t>
            </a:r>
            <a:endParaRPr b="1" sz="4700">
              <a:solidFill>
                <a:srgbClr val="FFFFFF"/>
              </a:solidFill>
              <a:latin typeface="Cambria"/>
              <a:ea typeface="Cambria"/>
              <a:cs typeface="Cambria"/>
              <a:sym typeface="Cambria"/>
            </a:endParaRPr>
          </a:p>
        </p:txBody>
      </p:sp>
      <p:pic>
        <p:nvPicPr>
          <p:cNvPr id="3520" name="Google Shape;3520;p9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21" name="Google Shape;3521;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25" name="Shape 3525"/>
        <p:cNvGrpSpPr/>
        <p:nvPr/>
      </p:nvGrpSpPr>
      <p:grpSpPr>
        <a:xfrm>
          <a:off x="0" y="0"/>
          <a:ext cx="0" cy="0"/>
          <a:chOff x="0" y="0"/>
          <a:chExt cx="0" cy="0"/>
        </a:xfrm>
      </p:grpSpPr>
      <p:sp>
        <p:nvSpPr>
          <p:cNvPr id="3526" name="Google Shape;3526;p9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27" name="Google Shape;3527;p95"/>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28" name="Google Shape;3528;p9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29" name="Google Shape;3529;p9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Définitions</a:t>
            </a:r>
            <a:endParaRPr/>
          </a:p>
        </p:txBody>
      </p:sp>
      <p:sp>
        <p:nvSpPr>
          <p:cNvPr id="3530" name="Google Shape;3530;p95"/>
          <p:cNvSpPr txBox="1"/>
          <p:nvPr>
            <p:ph idx="1" type="body"/>
          </p:nvPr>
        </p:nvSpPr>
        <p:spPr>
          <a:xfrm>
            <a:off x="5050302" y="548640"/>
            <a:ext cx="6346356" cy="5936566"/>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750D11"/>
              </a:buClr>
              <a:buSzPts val="2400"/>
              <a:buNone/>
            </a:pPr>
            <a:r>
              <a:rPr b="1" lang="en-US" sz="2400">
                <a:solidFill>
                  <a:srgbClr val="750D11"/>
                </a:solidFill>
                <a:latin typeface="Cambria"/>
                <a:ea typeface="Cambria"/>
                <a:cs typeface="Cambria"/>
                <a:sym typeface="Cambria"/>
              </a:rPr>
              <a:t>XP (Extreme Programming)</a:t>
            </a:r>
            <a:endParaRPr/>
          </a:p>
          <a:p>
            <a:pPr indent="0" lvl="0" marL="0" rtl="0" algn="just">
              <a:lnSpc>
                <a:spcPct val="100000"/>
              </a:lnSpc>
              <a:spcBef>
                <a:spcPts val="1000"/>
              </a:spcBef>
              <a:spcAft>
                <a:spcPts val="0"/>
              </a:spcAft>
              <a:buClr>
                <a:schemeClr val="dk1"/>
              </a:buClr>
              <a:buSzPts val="2400"/>
              <a:buNone/>
            </a:pPr>
            <a:r>
              <a:t/>
            </a:r>
            <a:endParaRPr b="1" sz="2400">
              <a:solidFill>
                <a:srgbClr val="750D11"/>
              </a:solidFill>
              <a:latin typeface="Cambria"/>
              <a:ea typeface="Cambria"/>
              <a:cs typeface="Cambria"/>
              <a:sym typeface="Cambria"/>
            </a:endParaRPr>
          </a:p>
          <a:p>
            <a:pPr indent="-228600" lvl="0" marL="228600" rtl="0" algn="just">
              <a:lnSpc>
                <a:spcPct val="100000"/>
              </a:lnSpc>
              <a:spcBef>
                <a:spcPts val="1000"/>
              </a:spcBef>
              <a:spcAft>
                <a:spcPts val="0"/>
              </a:spcAft>
              <a:buClr>
                <a:srgbClr val="000000"/>
              </a:buClr>
              <a:buSzPts val="2200"/>
              <a:buFont typeface="Noto Sans Symbols"/>
              <a:buChar char="⮚"/>
            </a:pPr>
            <a:r>
              <a:rPr lang="en-US" sz="2200">
                <a:solidFill>
                  <a:srgbClr val="000000"/>
                </a:solidFill>
                <a:latin typeface="Cambria"/>
                <a:ea typeface="Cambria"/>
                <a:cs typeface="Cambria"/>
                <a:sym typeface="Cambria"/>
              </a:rPr>
              <a:t> est une méthodologie agile plus radicale, se concentrant plus sur le processus d'ingénierie logicielle et en abordant les phases d'analyse, de développement et de test avec des approches novatrices qui font une différence substantielle à la qualité du produit final.</a:t>
            </a:r>
            <a:endParaRPr/>
          </a:p>
          <a:p>
            <a:pPr indent="-228600" lvl="0" marL="228600" rtl="0" algn="just">
              <a:lnSpc>
                <a:spcPct val="100000"/>
              </a:lnSpc>
              <a:spcBef>
                <a:spcPts val="1000"/>
              </a:spcBef>
              <a:spcAft>
                <a:spcPts val="0"/>
              </a:spcAft>
              <a:buClr>
                <a:srgbClr val="000000"/>
              </a:buClr>
              <a:buSzPts val="2200"/>
              <a:buFont typeface="Noto Sans Symbols"/>
              <a:buChar char="⮚"/>
            </a:pPr>
            <a:r>
              <a:rPr lang="en-US" sz="2200">
                <a:solidFill>
                  <a:srgbClr val="000000"/>
                </a:solidFill>
                <a:latin typeface="Cambria"/>
                <a:ea typeface="Cambria"/>
                <a:cs typeface="Cambria"/>
                <a:sym typeface="Cambria"/>
              </a:rPr>
              <a:t>est une approche pragmatique du développement de programmes qui met l'accent sur les résultats d'affaires d'abord et prend une approche incrémentielle, get-something-started à la construction du produit, en utilisant des tests continus et de révision.</a:t>
            </a:r>
            <a:endParaRPr/>
          </a:p>
          <a:p>
            <a:pPr indent="-88900" lvl="0" marL="228600" rtl="0" algn="just">
              <a:lnSpc>
                <a:spcPct val="100000"/>
              </a:lnSpc>
              <a:spcBef>
                <a:spcPts val="1000"/>
              </a:spcBef>
              <a:spcAft>
                <a:spcPts val="0"/>
              </a:spcAft>
              <a:buClr>
                <a:schemeClr val="dk1"/>
              </a:buClr>
              <a:buSzPts val="2200"/>
              <a:buNone/>
            </a:pPr>
            <a:r>
              <a:t/>
            </a:r>
            <a:endParaRPr sz="2200">
              <a:solidFill>
                <a:srgbClr val="000000"/>
              </a:solidFill>
              <a:latin typeface="Cambria"/>
              <a:ea typeface="Cambria"/>
              <a:cs typeface="Cambria"/>
              <a:sym typeface="Cambria"/>
            </a:endParaRPr>
          </a:p>
        </p:txBody>
      </p:sp>
      <p:sp>
        <p:nvSpPr>
          <p:cNvPr id="3531" name="Google Shape;3531;p9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35" name="Shape 3535"/>
        <p:cNvGrpSpPr/>
        <p:nvPr/>
      </p:nvGrpSpPr>
      <p:grpSpPr>
        <a:xfrm>
          <a:off x="0" y="0"/>
          <a:ext cx="0" cy="0"/>
          <a:chOff x="0" y="0"/>
          <a:chExt cx="0" cy="0"/>
        </a:xfrm>
      </p:grpSpPr>
      <p:sp>
        <p:nvSpPr>
          <p:cNvPr id="3536" name="Google Shape;3536;p9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7" name="Google Shape;3537;p96"/>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38" name="Google Shape;3538;p9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39" name="Google Shape;3539;p9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Origine</a:t>
            </a:r>
            <a:endParaRPr/>
          </a:p>
        </p:txBody>
      </p:sp>
      <p:sp>
        <p:nvSpPr>
          <p:cNvPr id="3540" name="Google Shape;3540;p96"/>
          <p:cNvSpPr txBox="1"/>
          <p:nvPr>
            <p:ph idx="1" type="body"/>
          </p:nvPr>
        </p:nvSpPr>
        <p:spPr>
          <a:xfrm>
            <a:off x="4949318" y="478302"/>
            <a:ext cx="6447340" cy="5987810"/>
          </a:xfrm>
          <a:prstGeom prst="rect">
            <a:avLst/>
          </a:prstGeom>
          <a:noFill/>
          <a:ln>
            <a:noFill/>
          </a:ln>
        </p:spPr>
        <p:txBody>
          <a:bodyPr anchorCtr="0" anchor="ctr" bIns="45700" lIns="91425" spcFirstLastPara="1" rIns="91425" wrap="square" tIns="45700">
            <a:normAutofit fontScale="92500"/>
          </a:bodyPr>
          <a:lstStyle/>
          <a:p>
            <a:pPr indent="0" lvl="0" marL="0" rtl="0" algn="just">
              <a:lnSpc>
                <a:spcPct val="150000"/>
              </a:lnSpc>
              <a:spcBef>
                <a:spcPts val="0"/>
              </a:spcBef>
              <a:spcAft>
                <a:spcPts val="0"/>
              </a:spcAft>
              <a:buClr>
                <a:srgbClr val="000000"/>
              </a:buClr>
              <a:buSzPct val="100000"/>
              <a:buNone/>
            </a:pPr>
            <a:r>
              <a:rPr lang="en-US" sz="2000">
                <a:solidFill>
                  <a:srgbClr val="000000"/>
                </a:solidFill>
                <a:latin typeface="Cambria"/>
                <a:ea typeface="Cambria"/>
                <a:cs typeface="Cambria"/>
                <a:sym typeface="Cambria"/>
              </a:rPr>
              <a:t>Le développement de logiciels dans les années 1990 a été influencé par deux influences majeures : </a:t>
            </a:r>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sz="2000">
                <a:solidFill>
                  <a:srgbClr val="000000"/>
                </a:solidFill>
                <a:latin typeface="Cambria"/>
                <a:ea typeface="Cambria"/>
                <a:cs typeface="Cambria"/>
                <a:sym typeface="Cambria"/>
              </a:rPr>
              <a:t>A l'interne, la programmation orientée objet a remplacé la programmation procédurale comme le paradigme de programmation privilégié par certains dans l'industrie ;</a:t>
            </a:r>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sz="2000">
                <a:solidFill>
                  <a:srgbClr val="000000"/>
                </a:solidFill>
                <a:latin typeface="Cambria"/>
                <a:ea typeface="Cambria"/>
                <a:cs typeface="Cambria"/>
                <a:sym typeface="Cambria"/>
              </a:rPr>
              <a:t> À l'extérieur, la montée de l'Internet et le boom des points-com ont mis l'accent sur la rapidité de mise sur le marché et la croissance de l'entreprise en tant que facteurs commerciaux concurrentiels.</a:t>
            </a:r>
            <a:endParaRPr/>
          </a:p>
          <a:p>
            <a:pPr indent="0" lvl="0" marL="0" rtl="0" algn="just">
              <a:lnSpc>
                <a:spcPct val="150000"/>
              </a:lnSpc>
              <a:spcBef>
                <a:spcPts val="1000"/>
              </a:spcBef>
              <a:spcAft>
                <a:spcPts val="0"/>
              </a:spcAft>
              <a:buClr>
                <a:srgbClr val="000000"/>
              </a:buClr>
              <a:buSzPct val="100000"/>
              <a:buNone/>
            </a:pPr>
            <a:r>
              <a:rPr lang="en-US" sz="2000">
                <a:solidFill>
                  <a:srgbClr val="000000"/>
                </a:solidFill>
                <a:latin typeface="Cambria"/>
                <a:ea typeface="Cambria"/>
                <a:cs typeface="Cambria"/>
                <a:sym typeface="Cambria"/>
              </a:rPr>
              <a:t>L'évolution rapide des exigences exigeait des cycles de vie des produits plus courts et était souvent incompatible avec les méthodes traditionnelles de développement de logiciels. </a:t>
            </a:r>
            <a:endParaRPr/>
          </a:p>
        </p:txBody>
      </p:sp>
      <p:sp>
        <p:nvSpPr>
          <p:cNvPr id="3541" name="Google Shape;3541;p9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45" name="Shape 3545"/>
        <p:cNvGrpSpPr/>
        <p:nvPr/>
      </p:nvGrpSpPr>
      <p:grpSpPr>
        <a:xfrm>
          <a:off x="0" y="0"/>
          <a:ext cx="0" cy="0"/>
          <a:chOff x="0" y="0"/>
          <a:chExt cx="0" cy="0"/>
        </a:xfrm>
      </p:grpSpPr>
      <p:sp>
        <p:nvSpPr>
          <p:cNvPr id="3546" name="Google Shape;3546;p9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7" name="Google Shape;3547;p9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48" name="Google Shape;3548;p9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49" name="Google Shape;3549;p9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Origine</a:t>
            </a:r>
            <a:endParaRPr/>
          </a:p>
        </p:txBody>
      </p:sp>
      <p:sp>
        <p:nvSpPr>
          <p:cNvPr id="3550" name="Google Shape;3550;p97"/>
          <p:cNvSpPr txBox="1"/>
          <p:nvPr>
            <p:ph idx="1" type="body"/>
          </p:nvPr>
        </p:nvSpPr>
        <p:spPr>
          <a:xfrm>
            <a:off x="4811151" y="464240"/>
            <a:ext cx="6740770" cy="6001872"/>
          </a:xfrm>
          <a:prstGeom prst="rect">
            <a:avLst/>
          </a:prstGeom>
          <a:noFill/>
          <a:ln>
            <a:noFill/>
          </a:ln>
        </p:spPr>
        <p:txBody>
          <a:bodyPr anchorCtr="0" anchor="ctr" bIns="45700" lIns="91425" spcFirstLastPara="1" rIns="91425" wrap="square" tIns="45700">
            <a:normAutofit/>
          </a:bodyPr>
          <a:lstStyle/>
          <a:p>
            <a:pPr indent="-228600" lvl="0" marL="228600" rtl="0" algn="just">
              <a:lnSpc>
                <a:spcPct val="150000"/>
              </a:lnSpc>
              <a:spcBef>
                <a:spcPts val="0"/>
              </a:spcBef>
              <a:spcAft>
                <a:spcPts val="0"/>
              </a:spcAft>
              <a:buClr>
                <a:srgbClr val="000000"/>
              </a:buClr>
              <a:buSzPts val="1700"/>
              <a:buFont typeface="Noto Sans Symbols"/>
              <a:buChar char="⮚"/>
            </a:pPr>
            <a:r>
              <a:rPr lang="en-US" sz="1700">
                <a:solidFill>
                  <a:srgbClr val="000000"/>
                </a:solidFill>
                <a:latin typeface="Cambria"/>
                <a:ea typeface="Cambria"/>
                <a:cs typeface="Cambria"/>
                <a:sym typeface="Cambria"/>
              </a:rPr>
              <a:t>Le système Chrysler Comprehensive Compensation (C3) a été lancé afin de déterminer la meilleure façon d'utiliser les </a:t>
            </a:r>
            <a:r>
              <a:rPr b="1" lang="en-US" sz="1700">
                <a:solidFill>
                  <a:srgbClr val="000000"/>
                </a:solidFill>
                <a:latin typeface="Cambria"/>
                <a:ea typeface="Cambria"/>
                <a:cs typeface="Cambria"/>
                <a:sym typeface="Cambria"/>
              </a:rPr>
              <a:t>technologies d'objet</a:t>
            </a:r>
            <a:r>
              <a:rPr lang="en-US" sz="1700">
                <a:solidFill>
                  <a:srgbClr val="000000"/>
                </a:solidFill>
                <a:latin typeface="Cambria"/>
                <a:ea typeface="Cambria"/>
                <a:cs typeface="Cambria"/>
                <a:sym typeface="Cambria"/>
              </a:rPr>
              <a:t>, en utilisant les systèmes de paie de Chrysler comme l'objet de la recherche, avec </a:t>
            </a:r>
            <a:r>
              <a:rPr b="1" lang="en-US" sz="1700">
                <a:solidFill>
                  <a:srgbClr val="000000"/>
                </a:solidFill>
                <a:latin typeface="Cambria"/>
                <a:ea typeface="Cambria"/>
                <a:cs typeface="Cambria"/>
                <a:sym typeface="Cambria"/>
              </a:rPr>
              <a:t>Smalltalk</a:t>
            </a:r>
            <a:r>
              <a:rPr lang="en-US" sz="1700">
                <a:solidFill>
                  <a:srgbClr val="000000"/>
                </a:solidFill>
                <a:latin typeface="Cambria"/>
                <a:ea typeface="Cambria"/>
                <a:cs typeface="Cambria"/>
                <a:sym typeface="Cambria"/>
              </a:rPr>
              <a:t> comme langue et </a:t>
            </a:r>
            <a:r>
              <a:rPr b="1" lang="en-US" sz="1700">
                <a:solidFill>
                  <a:srgbClr val="000000"/>
                </a:solidFill>
                <a:latin typeface="Cambria"/>
                <a:ea typeface="Cambria"/>
                <a:cs typeface="Cambria"/>
                <a:sym typeface="Cambria"/>
              </a:rPr>
              <a:t>GemStone</a:t>
            </a:r>
            <a:r>
              <a:rPr lang="en-US" sz="1700">
                <a:solidFill>
                  <a:srgbClr val="000000"/>
                </a:solidFill>
                <a:latin typeface="Cambria"/>
                <a:ea typeface="Cambria"/>
                <a:cs typeface="Cambria"/>
                <a:sym typeface="Cambria"/>
              </a:rPr>
              <a:t> comme couche d'accès aux données. </a:t>
            </a:r>
            <a:endParaRPr/>
          </a:p>
          <a:p>
            <a:pPr indent="-228600" lvl="0" marL="228600" rtl="0" algn="just">
              <a:lnSpc>
                <a:spcPct val="150000"/>
              </a:lnSpc>
              <a:spcBef>
                <a:spcPts val="1000"/>
              </a:spcBef>
              <a:spcAft>
                <a:spcPts val="0"/>
              </a:spcAft>
              <a:buClr>
                <a:srgbClr val="000000"/>
              </a:buClr>
              <a:buSzPts val="1700"/>
              <a:buFont typeface="Noto Sans Symbols"/>
              <a:buChar char="⮚"/>
            </a:pPr>
            <a:r>
              <a:rPr lang="en-US" sz="1700">
                <a:solidFill>
                  <a:srgbClr val="000000"/>
                </a:solidFill>
                <a:latin typeface="Cambria"/>
                <a:ea typeface="Cambria"/>
                <a:cs typeface="Cambria"/>
                <a:sym typeface="Cambria"/>
              </a:rPr>
              <a:t>Ils ont amené </a:t>
            </a:r>
            <a:r>
              <a:rPr b="1" lang="en-US" sz="1700">
                <a:solidFill>
                  <a:srgbClr val="000000"/>
                </a:solidFill>
                <a:latin typeface="Cambria"/>
                <a:ea typeface="Cambria"/>
                <a:cs typeface="Cambria"/>
                <a:sym typeface="Cambria"/>
              </a:rPr>
              <a:t>Kent Beck</a:t>
            </a:r>
            <a:r>
              <a:rPr lang="en-US" sz="1700">
                <a:solidFill>
                  <a:srgbClr val="000000"/>
                </a:solidFill>
                <a:latin typeface="Cambria"/>
                <a:ea typeface="Cambria"/>
                <a:cs typeface="Cambria"/>
                <a:sym typeface="Cambria"/>
              </a:rPr>
              <a:t>, un pratiquant de Smalltalk, pour faire l'ajustement des performances sur le système, mais son rôle a augmenté comme il a noté plusieurs problèmes qu'ils ont eu avec leur processus de développement. </a:t>
            </a:r>
            <a:endParaRPr/>
          </a:p>
          <a:p>
            <a:pPr indent="-228600" lvl="0" marL="228600" rtl="0" algn="just">
              <a:lnSpc>
                <a:spcPct val="150000"/>
              </a:lnSpc>
              <a:spcBef>
                <a:spcPts val="1000"/>
              </a:spcBef>
              <a:spcAft>
                <a:spcPts val="0"/>
              </a:spcAft>
              <a:buClr>
                <a:srgbClr val="000000"/>
              </a:buClr>
              <a:buSzPts val="1700"/>
              <a:buFont typeface="Noto Sans Symbols"/>
              <a:buChar char="⮚"/>
            </a:pPr>
            <a:r>
              <a:rPr lang="en-US" sz="1700">
                <a:solidFill>
                  <a:srgbClr val="000000"/>
                </a:solidFill>
                <a:latin typeface="Cambria"/>
                <a:ea typeface="Cambria"/>
                <a:cs typeface="Cambria"/>
                <a:sym typeface="Cambria"/>
              </a:rPr>
              <a:t>Il a profité de cette occasion pour </a:t>
            </a:r>
            <a:r>
              <a:rPr lang="en-US" sz="1700" u="sng">
                <a:solidFill>
                  <a:srgbClr val="000000"/>
                </a:solidFill>
                <a:latin typeface="Cambria"/>
                <a:ea typeface="Cambria"/>
                <a:cs typeface="Cambria"/>
                <a:sym typeface="Cambria"/>
              </a:rPr>
              <a:t>proposer et mettre en œuvre certains changements</a:t>
            </a:r>
            <a:r>
              <a:rPr lang="en-US" sz="1700">
                <a:solidFill>
                  <a:srgbClr val="000000"/>
                </a:solidFill>
                <a:latin typeface="Cambria"/>
                <a:ea typeface="Cambria"/>
                <a:cs typeface="Cambria"/>
                <a:sym typeface="Cambria"/>
              </a:rPr>
              <a:t> dans ses pratiques basées sur son travail avec son collaborateur fréquent, </a:t>
            </a:r>
            <a:r>
              <a:rPr b="1" lang="en-US" sz="1700">
                <a:solidFill>
                  <a:srgbClr val="000000"/>
                </a:solidFill>
                <a:latin typeface="Cambria"/>
                <a:ea typeface="Cambria"/>
                <a:cs typeface="Cambria"/>
                <a:sym typeface="Cambria"/>
              </a:rPr>
              <a:t>Ward Cunningham</a:t>
            </a:r>
            <a:r>
              <a:rPr lang="en-US" sz="1700">
                <a:solidFill>
                  <a:srgbClr val="000000"/>
                </a:solidFill>
                <a:latin typeface="Cambria"/>
                <a:ea typeface="Cambria"/>
                <a:cs typeface="Cambria"/>
                <a:sym typeface="Cambria"/>
              </a:rPr>
              <a:t>. Beck décrit la conception précoce des méthodes :</a:t>
            </a:r>
            <a:endParaRPr/>
          </a:p>
        </p:txBody>
      </p:sp>
      <p:sp>
        <p:nvSpPr>
          <p:cNvPr id="3551" name="Google Shape;3551;p9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55" name="Shape 3555"/>
        <p:cNvGrpSpPr/>
        <p:nvPr/>
      </p:nvGrpSpPr>
      <p:grpSpPr>
        <a:xfrm>
          <a:off x="0" y="0"/>
          <a:ext cx="0" cy="0"/>
          <a:chOff x="0" y="0"/>
          <a:chExt cx="0" cy="0"/>
        </a:xfrm>
      </p:grpSpPr>
      <p:sp>
        <p:nvSpPr>
          <p:cNvPr id="3556" name="Google Shape;3556;p9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7" name="Google Shape;3557;p98"/>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58" name="Google Shape;3558;p9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59" name="Google Shape;3559;p98"/>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Origine</a:t>
            </a:r>
            <a:endParaRPr/>
          </a:p>
        </p:txBody>
      </p:sp>
      <p:sp>
        <p:nvSpPr>
          <p:cNvPr id="3560" name="Google Shape;3560;p98"/>
          <p:cNvSpPr txBox="1"/>
          <p:nvPr>
            <p:ph idx="1" type="body"/>
          </p:nvPr>
        </p:nvSpPr>
        <p:spPr>
          <a:xfrm>
            <a:off x="5092505" y="478301"/>
            <a:ext cx="6304153" cy="5877359"/>
          </a:xfrm>
          <a:prstGeom prst="rect">
            <a:avLst/>
          </a:prstGeom>
          <a:noFill/>
          <a:ln>
            <a:noFill/>
          </a:ln>
        </p:spPr>
        <p:txBody>
          <a:bodyPr anchorCtr="0" anchor="ctr" bIns="45700" lIns="91425" spcFirstLastPara="1" rIns="91425" wrap="square" tIns="45700">
            <a:normAutofit fontScale="85000" lnSpcReduction="10000"/>
          </a:bodyPr>
          <a:lstStyle/>
          <a:p>
            <a:pPr indent="-228600" lvl="0" marL="228600" rtl="0" algn="just">
              <a:lnSpc>
                <a:spcPct val="150000"/>
              </a:lnSpc>
              <a:spcBef>
                <a:spcPts val="0"/>
              </a:spcBef>
              <a:spcAft>
                <a:spcPts val="0"/>
              </a:spcAft>
              <a:buClr>
                <a:srgbClr val="000000"/>
              </a:buClr>
              <a:buSzPct val="100000"/>
              <a:buFont typeface="Noto Sans Symbols"/>
              <a:buChar char="⮚"/>
            </a:pPr>
            <a:r>
              <a:rPr lang="en-US" sz="2600">
                <a:solidFill>
                  <a:srgbClr val="000000"/>
                </a:solidFill>
                <a:latin typeface="Cambria"/>
                <a:ea typeface="Cambria"/>
                <a:cs typeface="Cambria"/>
                <a:sym typeface="Cambria"/>
              </a:rPr>
              <a:t>La première fois qu'on m'a demandé de diriger une équipe, j’ai leur demandé de faire un peu des choses, j’ai pensé qu'ils étaient raisonnables, comme des </a:t>
            </a:r>
            <a:r>
              <a:rPr b="1" lang="en-US" sz="2600" u="sng">
                <a:solidFill>
                  <a:srgbClr val="000000"/>
                </a:solidFill>
                <a:latin typeface="Cambria"/>
                <a:ea typeface="Cambria"/>
                <a:cs typeface="Cambria"/>
                <a:sym typeface="Cambria"/>
              </a:rPr>
              <a:t>tests et des examens</a:t>
            </a:r>
            <a:r>
              <a:rPr b="1" lang="en-US" sz="2600">
                <a:solidFill>
                  <a:srgbClr val="000000"/>
                </a:solidFill>
                <a:latin typeface="Cambria"/>
                <a:ea typeface="Cambria"/>
                <a:cs typeface="Cambria"/>
                <a:sym typeface="Cambria"/>
              </a:rPr>
              <a:t>.</a:t>
            </a:r>
            <a:endParaRPr/>
          </a:p>
          <a:p>
            <a:pPr indent="-228600" lvl="0" marL="228600" rtl="0" algn="just">
              <a:lnSpc>
                <a:spcPct val="150000"/>
              </a:lnSpc>
              <a:spcBef>
                <a:spcPts val="1000"/>
              </a:spcBef>
              <a:spcAft>
                <a:spcPts val="0"/>
              </a:spcAft>
              <a:buClr>
                <a:srgbClr val="000000"/>
              </a:buClr>
              <a:buSzPct val="100000"/>
              <a:buFont typeface="Noto Sans Symbols"/>
              <a:buChar char="⮚"/>
            </a:pPr>
            <a:r>
              <a:rPr lang="en-US" sz="2600">
                <a:solidFill>
                  <a:srgbClr val="000000"/>
                </a:solidFill>
                <a:latin typeface="Cambria"/>
                <a:ea typeface="Cambria"/>
                <a:cs typeface="Cambria"/>
                <a:sym typeface="Cambria"/>
              </a:rPr>
              <a:t>La deuxième fois il y avait beaucoup plus sur la ligne. J'ai demandé à l'équipe de mettre en marche tous </a:t>
            </a:r>
            <a:r>
              <a:rPr b="1" lang="en-US" sz="2600" u="sng">
                <a:solidFill>
                  <a:srgbClr val="000000"/>
                </a:solidFill>
                <a:latin typeface="Cambria"/>
                <a:ea typeface="Cambria"/>
                <a:cs typeface="Cambria"/>
                <a:sym typeface="Cambria"/>
              </a:rPr>
              <a:t>sur les choses que je croyais essentielles et laisser de côté tout le reste</a:t>
            </a:r>
            <a:r>
              <a:rPr lang="en-US" sz="2600">
                <a:solidFill>
                  <a:srgbClr val="000000"/>
                </a:solidFill>
                <a:latin typeface="Cambria"/>
                <a:ea typeface="Cambria"/>
                <a:cs typeface="Cambria"/>
                <a:sym typeface="Cambria"/>
              </a:rPr>
              <a:t>.</a:t>
            </a:r>
            <a:endParaRPr/>
          </a:p>
          <a:p>
            <a:pPr indent="-228600" lvl="0" marL="228600" rtl="0" algn="just">
              <a:lnSpc>
                <a:spcPct val="150000"/>
              </a:lnSpc>
              <a:spcBef>
                <a:spcPts val="1000"/>
              </a:spcBef>
              <a:spcAft>
                <a:spcPts val="0"/>
              </a:spcAft>
              <a:buClr>
                <a:srgbClr val="000000"/>
              </a:buClr>
              <a:buSzPct val="100000"/>
              <a:buFont typeface="Noto Sans Symbols"/>
              <a:buChar char="⮚"/>
            </a:pPr>
            <a:r>
              <a:rPr lang="en-US" sz="2200">
                <a:solidFill>
                  <a:srgbClr val="000000"/>
                </a:solidFill>
                <a:latin typeface="Cambria"/>
                <a:ea typeface="Cambria"/>
                <a:cs typeface="Cambria"/>
                <a:sym typeface="Cambria"/>
              </a:rPr>
              <a:t>Beck a invité </a:t>
            </a:r>
            <a:r>
              <a:rPr b="1" lang="en-US" sz="2200">
                <a:solidFill>
                  <a:srgbClr val="000000"/>
                </a:solidFill>
                <a:latin typeface="Cambria"/>
                <a:ea typeface="Cambria"/>
                <a:cs typeface="Cambria"/>
                <a:sym typeface="Cambria"/>
              </a:rPr>
              <a:t>Ron Jeffries </a:t>
            </a:r>
            <a:r>
              <a:rPr lang="en-US" sz="2200">
                <a:solidFill>
                  <a:srgbClr val="000000"/>
                </a:solidFill>
                <a:latin typeface="Cambria"/>
                <a:ea typeface="Cambria"/>
                <a:cs typeface="Cambria"/>
                <a:sym typeface="Cambria"/>
              </a:rPr>
              <a:t>au projet pour aider à développer et affiner ces méthodes. Jeffries a ensuite agi comme un coach pour instiller les pratiques comme habitudes dans l'équipe C3.</a:t>
            </a:r>
            <a:endParaRPr/>
          </a:p>
        </p:txBody>
      </p:sp>
      <p:sp>
        <p:nvSpPr>
          <p:cNvPr id="3561" name="Google Shape;3561;p9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65" name="Shape 3565"/>
        <p:cNvGrpSpPr/>
        <p:nvPr/>
      </p:nvGrpSpPr>
      <p:grpSpPr>
        <a:xfrm>
          <a:off x="0" y="0"/>
          <a:ext cx="0" cy="0"/>
          <a:chOff x="0" y="0"/>
          <a:chExt cx="0" cy="0"/>
        </a:xfrm>
      </p:grpSpPr>
      <p:sp>
        <p:nvSpPr>
          <p:cNvPr id="3566" name="Google Shape;3566;p99"/>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7" name="Google Shape;3567;p99"/>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68" name="Google Shape;3568;p9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69" name="Google Shape;3569;p99"/>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Origine</a:t>
            </a:r>
            <a:endParaRPr/>
          </a:p>
        </p:txBody>
      </p:sp>
      <p:sp>
        <p:nvSpPr>
          <p:cNvPr id="3570" name="Google Shape;3570;p99"/>
          <p:cNvSpPr txBox="1"/>
          <p:nvPr>
            <p:ph idx="1" type="body"/>
          </p:nvPr>
        </p:nvSpPr>
        <p:spPr>
          <a:xfrm>
            <a:off x="5314548" y="801866"/>
            <a:ext cx="6082110" cy="5230634"/>
          </a:xfrm>
          <a:prstGeom prst="rect">
            <a:avLst/>
          </a:prstGeom>
          <a:noFill/>
          <a:ln>
            <a:noFill/>
          </a:ln>
        </p:spPr>
        <p:txBody>
          <a:bodyPr anchorCtr="1" anchor="ctr" bIns="45700" lIns="91425" spcFirstLastPara="1" rIns="91425" wrap="square" tIns="45700">
            <a:normAutofit/>
          </a:bodyPr>
          <a:lstStyle/>
          <a:p>
            <a:pPr indent="0" lvl="1" marL="201168" rtl="0" algn="just">
              <a:lnSpc>
                <a:spcPct val="150000"/>
              </a:lnSpc>
              <a:spcBef>
                <a:spcPts val="0"/>
              </a:spcBef>
              <a:spcAft>
                <a:spcPts val="0"/>
              </a:spcAft>
              <a:buClr>
                <a:srgbClr val="000000"/>
              </a:buClr>
              <a:buSzPts val="2400"/>
              <a:buNone/>
            </a:pPr>
            <a:r>
              <a:rPr b="1" lang="en-US">
                <a:solidFill>
                  <a:srgbClr val="000000"/>
                </a:solidFill>
                <a:latin typeface="Cambria"/>
                <a:ea typeface="Cambria"/>
                <a:cs typeface="Cambria"/>
                <a:sym typeface="Cambria"/>
              </a:rPr>
              <a:t>La méthode Extreme Programming </a:t>
            </a:r>
            <a:r>
              <a:rPr lang="en-US">
                <a:solidFill>
                  <a:srgbClr val="000000"/>
                </a:solidFill>
                <a:latin typeface="Cambria"/>
                <a:ea typeface="Cambria"/>
                <a:cs typeface="Cambria"/>
                <a:sym typeface="Cambria"/>
              </a:rPr>
              <a:t>a été inventée par Kent Beck, Ward Cunningham et Ron Jeffries</a:t>
            </a:r>
            <a:endParaRPr/>
          </a:p>
        </p:txBody>
      </p:sp>
      <p:sp>
        <p:nvSpPr>
          <p:cNvPr id="3571" name="Google Shape;3571;p99"/>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75" name="Shape 3575"/>
        <p:cNvGrpSpPr/>
        <p:nvPr/>
      </p:nvGrpSpPr>
      <p:grpSpPr>
        <a:xfrm>
          <a:off x="0" y="0"/>
          <a:ext cx="0" cy="0"/>
          <a:chOff x="0" y="0"/>
          <a:chExt cx="0" cy="0"/>
        </a:xfrm>
      </p:grpSpPr>
      <p:sp>
        <p:nvSpPr>
          <p:cNvPr id="3576" name="Google Shape;3576;p100"/>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7" name="Google Shape;3577;p100"/>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78" name="Google Shape;3578;p10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79" name="Google Shape;3579;p100"/>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But de la méthode</a:t>
            </a:r>
            <a:endParaRPr/>
          </a:p>
        </p:txBody>
      </p:sp>
      <p:sp>
        <p:nvSpPr>
          <p:cNvPr id="3580" name="Google Shape;3580;p100"/>
          <p:cNvSpPr txBox="1"/>
          <p:nvPr>
            <p:ph idx="1" type="body"/>
          </p:nvPr>
        </p:nvSpPr>
        <p:spPr>
          <a:xfrm>
            <a:off x="4949318" y="801866"/>
            <a:ext cx="6760083" cy="5230634"/>
          </a:xfrm>
          <a:prstGeom prst="rect">
            <a:avLst/>
          </a:prstGeom>
          <a:noFill/>
          <a:ln>
            <a:noFill/>
          </a:ln>
        </p:spPr>
        <p:txBody>
          <a:bodyPr anchorCtr="0" anchor="ctr" bIns="45700" lIns="91425" spcFirstLastPara="1" rIns="91425" wrap="square" tIns="45700">
            <a:normAutofit fontScale="85000" lnSpcReduction="10000"/>
          </a:bodyPr>
          <a:lstStyle/>
          <a:p>
            <a:pPr indent="0" lvl="0" marL="0" rtl="0" algn="just">
              <a:lnSpc>
                <a:spcPct val="150000"/>
              </a:lnSpc>
              <a:spcBef>
                <a:spcPts val="0"/>
              </a:spcBef>
              <a:spcAft>
                <a:spcPts val="0"/>
              </a:spcAft>
              <a:buClr>
                <a:srgbClr val="000000"/>
              </a:buClr>
              <a:buSzPct val="100000"/>
              <a:buNone/>
            </a:pPr>
            <a:r>
              <a:rPr lang="en-US" sz="2400">
                <a:solidFill>
                  <a:srgbClr val="000000"/>
                </a:solidFill>
                <a:latin typeface="Cambria"/>
                <a:ea typeface="Cambria"/>
                <a:cs typeface="Cambria"/>
                <a:sym typeface="Cambria"/>
              </a:rPr>
              <a:t>La méthode Extreme Programming est décrit comme étant :</a:t>
            </a:r>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a:solidFill>
                  <a:srgbClr val="000000"/>
                </a:solidFill>
                <a:latin typeface="Cambria"/>
                <a:ea typeface="Cambria"/>
                <a:cs typeface="Cambria"/>
                <a:sym typeface="Cambria"/>
              </a:rPr>
              <a:t>Une tentative de concilier humanité et productivité</a:t>
            </a:r>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a:solidFill>
                  <a:srgbClr val="000000"/>
                </a:solidFill>
                <a:latin typeface="Cambria"/>
                <a:ea typeface="Cambria"/>
                <a:cs typeface="Cambria"/>
                <a:sym typeface="Cambria"/>
              </a:rPr>
              <a:t>Un mécanisme de changement social</a:t>
            </a:r>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a:solidFill>
                  <a:srgbClr val="000000"/>
                </a:solidFill>
                <a:latin typeface="Cambria"/>
                <a:ea typeface="Cambria"/>
                <a:cs typeface="Cambria"/>
                <a:sym typeface="Cambria"/>
              </a:rPr>
              <a:t>Un chemin vers l'amélioration</a:t>
            </a:r>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a:solidFill>
                  <a:srgbClr val="000000"/>
                </a:solidFill>
                <a:latin typeface="Cambria"/>
                <a:ea typeface="Cambria"/>
                <a:cs typeface="Cambria"/>
                <a:sym typeface="Cambria"/>
              </a:rPr>
              <a:t>Un style de développement</a:t>
            </a:r>
            <a:endParaRPr/>
          </a:p>
          <a:p>
            <a:pPr indent="-228600" lvl="1" marL="685800" rtl="0" algn="just">
              <a:lnSpc>
                <a:spcPct val="150000"/>
              </a:lnSpc>
              <a:spcBef>
                <a:spcPts val="500"/>
              </a:spcBef>
              <a:spcAft>
                <a:spcPts val="0"/>
              </a:spcAft>
              <a:buClr>
                <a:srgbClr val="000000"/>
              </a:buClr>
              <a:buSzPct val="100000"/>
              <a:buFont typeface="Noto Sans Symbols"/>
              <a:buChar char="⮚"/>
            </a:pPr>
            <a:r>
              <a:rPr lang="en-US">
                <a:solidFill>
                  <a:srgbClr val="000000"/>
                </a:solidFill>
                <a:latin typeface="Cambria"/>
                <a:ea typeface="Cambria"/>
                <a:cs typeface="Cambria"/>
                <a:sym typeface="Cambria"/>
              </a:rPr>
              <a:t>Une discipline de développement logiciel</a:t>
            </a:r>
            <a:endParaRPr/>
          </a:p>
          <a:p>
            <a:pPr indent="0" lvl="0" marL="0" rtl="0" algn="just">
              <a:lnSpc>
                <a:spcPct val="150000"/>
              </a:lnSpc>
              <a:spcBef>
                <a:spcPts val="1000"/>
              </a:spcBef>
              <a:spcAft>
                <a:spcPts val="0"/>
              </a:spcAft>
              <a:buClr>
                <a:schemeClr val="dk1"/>
              </a:buClr>
              <a:buSzPct val="100000"/>
              <a:buNone/>
            </a:pPr>
            <a:r>
              <a:t/>
            </a:r>
            <a:endParaRPr b="1" sz="2400">
              <a:solidFill>
                <a:srgbClr val="000000"/>
              </a:solidFill>
              <a:latin typeface="Cambria"/>
              <a:ea typeface="Cambria"/>
              <a:cs typeface="Cambria"/>
              <a:sym typeface="Cambria"/>
            </a:endParaRPr>
          </a:p>
          <a:p>
            <a:pPr indent="0" lvl="0" marL="0" rtl="0" algn="just">
              <a:lnSpc>
                <a:spcPct val="150000"/>
              </a:lnSpc>
              <a:spcBef>
                <a:spcPts val="1000"/>
              </a:spcBef>
              <a:spcAft>
                <a:spcPts val="0"/>
              </a:spcAft>
              <a:buClr>
                <a:srgbClr val="750D11"/>
              </a:buClr>
              <a:buSzPct val="100000"/>
              <a:buNone/>
            </a:pPr>
            <a:r>
              <a:rPr b="1" lang="en-US" sz="2400">
                <a:solidFill>
                  <a:srgbClr val="750D11"/>
                </a:solidFill>
                <a:latin typeface="Cambria"/>
                <a:ea typeface="Cambria"/>
                <a:cs typeface="Cambria"/>
                <a:sym typeface="Cambria"/>
              </a:rPr>
              <a:t>L'objectif principal de XP est de réduire le coût du changement.</a:t>
            </a:r>
            <a:endParaRPr/>
          </a:p>
        </p:txBody>
      </p:sp>
      <p:sp>
        <p:nvSpPr>
          <p:cNvPr id="3581" name="Google Shape;3581;p10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5" name="Shape 3585"/>
        <p:cNvGrpSpPr/>
        <p:nvPr/>
      </p:nvGrpSpPr>
      <p:grpSpPr>
        <a:xfrm>
          <a:off x="0" y="0"/>
          <a:ext cx="0" cy="0"/>
          <a:chOff x="0" y="0"/>
          <a:chExt cx="0" cy="0"/>
        </a:xfrm>
      </p:grpSpPr>
      <p:sp>
        <p:nvSpPr>
          <p:cNvPr id="3586" name="Google Shape;3586;p101"/>
          <p:cNvSpPr/>
          <p:nvPr/>
        </p:nvSpPr>
        <p:spPr>
          <a:xfrm>
            <a:off x="0" y="0"/>
            <a:ext cx="5446920"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87" name="Google Shape;3587;p10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88" name="Google Shape;3588;p101"/>
          <p:cNvSpPr txBox="1"/>
          <p:nvPr>
            <p:ph type="title"/>
          </p:nvPr>
        </p:nvSpPr>
        <p:spPr>
          <a:xfrm>
            <a:off x="640079" y="2023236"/>
            <a:ext cx="3659777" cy="28209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Valeurs de la méthode XP</a:t>
            </a:r>
            <a:endParaRPr/>
          </a:p>
        </p:txBody>
      </p:sp>
      <p:grpSp>
        <p:nvGrpSpPr>
          <p:cNvPr id="3589" name="Google Shape;3589;p101"/>
          <p:cNvGrpSpPr/>
          <p:nvPr/>
        </p:nvGrpSpPr>
        <p:grpSpPr>
          <a:xfrm>
            <a:off x="6091238" y="994161"/>
            <a:ext cx="5115491" cy="4870801"/>
            <a:chOff x="0" y="38508"/>
            <a:chExt cx="5115491" cy="4870801"/>
          </a:xfrm>
        </p:grpSpPr>
        <p:sp>
          <p:nvSpPr>
            <p:cNvPr id="3590" name="Google Shape;3590;p101"/>
            <p:cNvSpPr/>
            <p:nvPr/>
          </p:nvSpPr>
          <p:spPr>
            <a:xfrm>
              <a:off x="0" y="363228"/>
              <a:ext cx="5115491" cy="554400"/>
            </a:xfrm>
            <a:prstGeom prst="rect">
              <a:avLst/>
            </a:prstGeom>
            <a:solidFill>
              <a:schemeClr val="lt1">
                <a:alpha val="89803"/>
              </a:schemeClr>
            </a:solidFill>
            <a:ln cap="flat" cmpd="sng" w="9525">
              <a:solidFill>
                <a:srgbClr val="F07B3D"/>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01"/>
            <p:cNvSpPr/>
            <p:nvPr/>
          </p:nvSpPr>
          <p:spPr>
            <a:xfrm>
              <a:off x="255774" y="38508"/>
              <a:ext cx="3580843" cy="649440"/>
            </a:xfrm>
            <a:prstGeom prst="roundRect">
              <a:avLst>
                <a:gd fmla="val 16667" name="adj"/>
              </a:avLst>
            </a:prstGeom>
            <a:gradFill>
              <a:gsLst>
                <a:gs pos="0">
                  <a:srgbClr val="F3895B"/>
                </a:gs>
                <a:gs pos="50000">
                  <a:srgbClr val="F77834"/>
                </a:gs>
                <a:gs pos="100000">
                  <a:srgbClr val="E3662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01"/>
            <p:cNvSpPr txBox="1"/>
            <p:nvPr/>
          </p:nvSpPr>
          <p:spPr>
            <a:xfrm>
              <a:off x="287477" y="70211"/>
              <a:ext cx="3517437" cy="586034"/>
            </a:xfrm>
            <a:prstGeom prst="rect">
              <a:avLst/>
            </a:prstGeom>
            <a:noFill/>
            <a:ln>
              <a:noFill/>
            </a:ln>
          </p:spPr>
          <p:txBody>
            <a:bodyPr anchorCtr="0" anchor="ctr" bIns="0" lIns="135325" spcFirstLastPara="1" rIns="135325" wrap="square" tIns="0">
              <a:noAutofit/>
            </a:bodyPr>
            <a:lstStyle/>
            <a:p>
              <a:pPr indent="0" lvl="0" marL="0" marR="0" rtl="0" algn="l">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Communication</a:t>
              </a:r>
              <a:endParaRPr sz="2200">
                <a:solidFill>
                  <a:schemeClr val="lt1"/>
                </a:solidFill>
                <a:latin typeface="Calibri"/>
                <a:ea typeface="Calibri"/>
                <a:cs typeface="Calibri"/>
                <a:sym typeface="Calibri"/>
              </a:endParaRPr>
            </a:p>
          </p:txBody>
        </p:sp>
        <p:sp>
          <p:nvSpPr>
            <p:cNvPr id="3593" name="Google Shape;3593;p101"/>
            <p:cNvSpPr/>
            <p:nvPr/>
          </p:nvSpPr>
          <p:spPr>
            <a:xfrm>
              <a:off x="0" y="1361148"/>
              <a:ext cx="5115491" cy="554400"/>
            </a:xfrm>
            <a:prstGeom prst="rect">
              <a:avLst/>
            </a:prstGeom>
            <a:solidFill>
              <a:schemeClr val="lt1">
                <a:alpha val="89803"/>
              </a:schemeClr>
            </a:solidFill>
            <a:ln cap="flat" cmpd="sng" w="9525">
              <a:solidFill>
                <a:srgbClr val="F07B3D"/>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101"/>
            <p:cNvSpPr/>
            <p:nvPr/>
          </p:nvSpPr>
          <p:spPr>
            <a:xfrm>
              <a:off x="255774" y="1036429"/>
              <a:ext cx="3580843" cy="649440"/>
            </a:xfrm>
            <a:prstGeom prst="roundRect">
              <a:avLst>
                <a:gd fmla="val 16667" name="adj"/>
              </a:avLst>
            </a:prstGeom>
            <a:gradFill>
              <a:gsLst>
                <a:gs pos="0">
                  <a:srgbClr val="F3895B"/>
                </a:gs>
                <a:gs pos="50000">
                  <a:srgbClr val="F77834"/>
                </a:gs>
                <a:gs pos="100000">
                  <a:srgbClr val="E3662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01"/>
            <p:cNvSpPr txBox="1"/>
            <p:nvPr/>
          </p:nvSpPr>
          <p:spPr>
            <a:xfrm>
              <a:off x="287477" y="1068132"/>
              <a:ext cx="3517437" cy="586034"/>
            </a:xfrm>
            <a:prstGeom prst="rect">
              <a:avLst/>
            </a:prstGeom>
            <a:noFill/>
            <a:ln>
              <a:noFill/>
            </a:ln>
          </p:spPr>
          <p:txBody>
            <a:bodyPr anchorCtr="0" anchor="ctr" bIns="0" lIns="135325" spcFirstLastPara="1" rIns="135325" wrap="square" tIns="0">
              <a:noAutofit/>
            </a:bodyPr>
            <a:lstStyle/>
            <a:p>
              <a:pPr indent="0" lvl="0" marL="0" marR="0" rtl="0" algn="l">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Feedback</a:t>
              </a:r>
              <a:endParaRPr sz="2200">
                <a:solidFill>
                  <a:schemeClr val="lt1"/>
                </a:solidFill>
                <a:latin typeface="Calibri"/>
                <a:ea typeface="Calibri"/>
                <a:cs typeface="Calibri"/>
                <a:sym typeface="Calibri"/>
              </a:endParaRPr>
            </a:p>
          </p:txBody>
        </p:sp>
        <p:sp>
          <p:nvSpPr>
            <p:cNvPr id="3596" name="Google Shape;3596;p101"/>
            <p:cNvSpPr/>
            <p:nvPr/>
          </p:nvSpPr>
          <p:spPr>
            <a:xfrm>
              <a:off x="0" y="2359069"/>
              <a:ext cx="5115491" cy="554400"/>
            </a:xfrm>
            <a:prstGeom prst="rect">
              <a:avLst/>
            </a:prstGeom>
            <a:solidFill>
              <a:schemeClr val="lt1">
                <a:alpha val="89803"/>
              </a:schemeClr>
            </a:solidFill>
            <a:ln cap="flat" cmpd="sng" w="9525">
              <a:solidFill>
                <a:srgbClr val="F07B3D"/>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101"/>
            <p:cNvSpPr/>
            <p:nvPr/>
          </p:nvSpPr>
          <p:spPr>
            <a:xfrm>
              <a:off x="255774" y="2034348"/>
              <a:ext cx="3580843" cy="649440"/>
            </a:xfrm>
            <a:prstGeom prst="roundRect">
              <a:avLst>
                <a:gd fmla="val 16667" name="adj"/>
              </a:avLst>
            </a:prstGeom>
            <a:gradFill>
              <a:gsLst>
                <a:gs pos="0">
                  <a:srgbClr val="F3895B"/>
                </a:gs>
                <a:gs pos="50000">
                  <a:srgbClr val="F77834"/>
                </a:gs>
                <a:gs pos="100000">
                  <a:srgbClr val="E3662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01"/>
            <p:cNvSpPr txBox="1"/>
            <p:nvPr/>
          </p:nvSpPr>
          <p:spPr>
            <a:xfrm>
              <a:off x="287477" y="2066051"/>
              <a:ext cx="3517437" cy="586034"/>
            </a:xfrm>
            <a:prstGeom prst="rect">
              <a:avLst/>
            </a:prstGeom>
            <a:noFill/>
            <a:ln>
              <a:noFill/>
            </a:ln>
          </p:spPr>
          <p:txBody>
            <a:bodyPr anchorCtr="0" anchor="ctr" bIns="0" lIns="135325" spcFirstLastPara="1" rIns="135325" wrap="square" tIns="0">
              <a:noAutofit/>
            </a:bodyPr>
            <a:lstStyle/>
            <a:p>
              <a:pPr indent="0" lvl="0" marL="0" marR="0" rtl="0" algn="l">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Simplicité</a:t>
              </a:r>
              <a:endParaRPr sz="2200">
                <a:solidFill>
                  <a:schemeClr val="lt1"/>
                </a:solidFill>
                <a:latin typeface="Calibri"/>
                <a:ea typeface="Calibri"/>
                <a:cs typeface="Calibri"/>
                <a:sym typeface="Calibri"/>
              </a:endParaRPr>
            </a:p>
          </p:txBody>
        </p:sp>
        <p:sp>
          <p:nvSpPr>
            <p:cNvPr id="3599" name="Google Shape;3599;p101"/>
            <p:cNvSpPr/>
            <p:nvPr/>
          </p:nvSpPr>
          <p:spPr>
            <a:xfrm>
              <a:off x="0" y="3356989"/>
              <a:ext cx="5115491" cy="554400"/>
            </a:xfrm>
            <a:prstGeom prst="rect">
              <a:avLst/>
            </a:prstGeom>
            <a:solidFill>
              <a:schemeClr val="lt1">
                <a:alpha val="89803"/>
              </a:schemeClr>
            </a:solidFill>
            <a:ln cap="flat" cmpd="sng" w="9525">
              <a:solidFill>
                <a:srgbClr val="F07B3D"/>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01"/>
            <p:cNvSpPr/>
            <p:nvPr/>
          </p:nvSpPr>
          <p:spPr>
            <a:xfrm>
              <a:off x="255774" y="3032269"/>
              <a:ext cx="3580843" cy="649440"/>
            </a:xfrm>
            <a:prstGeom prst="roundRect">
              <a:avLst>
                <a:gd fmla="val 16667" name="adj"/>
              </a:avLst>
            </a:prstGeom>
            <a:gradFill>
              <a:gsLst>
                <a:gs pos="0">
                  <a:srgbClr val="F3895B"/>
                </a:gs>
                <a:gs pos="50000">
                  <a:srgbClr val="F77834"/>
                </a:gs>
                <a:gs pos="100000">
                  <a:srgbClr val="E3662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101"/>
            <p:cNvSpPr txBox="1"/>
            <p:nvPr/>
          </p:nvSpPr>
          <p:spPr>
            <a:xfrm>
              <a:off x="287477" y="3063972"/>
              <a:ext cx="3517437" cy="586034"/>
            </a:xfrm>
            <a:prstGeom prst="rect">
              <a:avLst/>
            </a:prstGeom>
            <a:noFill/>
            <a:ln>
              <a:noFill/>
            </a:ln>
          </p:spPr>
          <p:txBody>
            <a:bodyPr anchorCtr="0" anchor="ctr" bIns="0" lIns="135325" spcFirstLastPara="1" rIns="135325" wrap="square" tIns="0">
              <a:noAutofit/>
            </a:bodyPr>
            <a:lstStyle/>
            <a:p>
              <a:pPr indent="0" lvl="0" marL="0" marR="0" rtl="0" algn="l">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Courage</a:t>
              </a:r>
              <a:endParaRPr sz="2200">
                <a:solidFill>
                  <a:schemeClr val="lt1"/>
                </a:solidFill>
                <a:latin typeface="Calibri"/>
                <a:ea typeface="Calibri"/>
                <a:cs typeface="Calibri"/>
                <a:sym typeface="Calibri"/>
              </a:endParaRPr>
            </a:p>
          </p:txBody>
        </p:sp>
        <p:sp>
          <p:nvSpPr>
            <p:cNvPr id="3602" name="Google Shape;3602;p101"/>
            <p:cNvSpPr/>
            <p:nvPr/>
          </p:nvSpPr>
          <p:spPr>
            <a:xfrm>
              <a:off x="0" y="4354909"/>
              <a:ext cx="5115491" cy="554400"/>
            </a:xfrm>
            <a:prstGeom prst="rect">
              <a:avLst/>
            </a:prstGeom>
            <a:solidFill>
              <a:schemeClr val="lt1">
                <a:alpha val="89803"/>
              </a:schemeClr>
            </a:solidFill>
            <a:ln cap="flat" cmpd="sng" w="9525">
              <a:solidFill>
                <a:srgbClr val="F07B3D"/>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101"/>
            <p:cNvSpPr/>
            <p:nvPr/>
          </p:nvSpPr>
          <p:spPr>
            <a:xfrm>
              <a:off x="255774" y="4030189"/>
              <a:ext cx="3580843" cy="649440"/>
            </a:xfrm>
            <a:prstGeom prst="roundRect">
              <a:avLst>
                <a:gd fmla="val 16667" name="adj"/>
              </a:avLst>
            </a:prstGeom>
            <a:gradFill>
              <a:gsLst>
                <a:gs pos="0">
                  <a:srgbClr val="F3895B"/>
                </a:gs>
                <a:gs pos="50000">
                  <a:srgbClr val="F77834"/>
                </a:gs>
                <a:gs pos="100000">
                  <a:srgbClr val="E3662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101"/>
            <p:cNvSpPr txBox="1"/>
            <p:nvPr/>
          </p:nvSpPr>
          <p:spPr>
            <a:xfrm>
              <a:off x="287477" y="4061892"/>
              <a:ext cx="3517437" cy="586034"/>
            </a:xfrm>
            <a:prstGeom prst="rect">
              <a:avLst/>
            </a:prstGeom>
            <a:noFill/>
            <a:ln>
              <a:noFill/>
            </a:ln>
          </p:spPr>
          <p:txBody>
            <a:bodyPr anchorCtr="0" anchor="ctr" bIns="0" lIns="135325" spcFirstLastPara="1" rIns="135325" wrap="square" tIns="0">
              <a:noAutofit/>
            </a:bodyPr>
            <a:lstStyle/>
            <a:p>
              <a:pPr indent="0" lvl="0" marL="0" marR="0" rtl="0" algn="l">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Respect</a:t>
              </a:r>
              <a:endParaRPr sz="2200">
                <a:solidFill>
                  <a:schemeClr val="lt1"/>
                </a:solidFill>
                <a:latin typeface="Calibri"/>
                <a:ea typeface="Calibri"/>
                <a:cs typeface="Calibri"/>
                <a:sym typeface="Calibri"/>
              </a:endParaRPr>
            </a:p>
          </p:txBody>
        </p:sp>
      </p:grpSp>
      <p:sp>
        <p:nvSpPr>
          <p:cNvPr id="3605" name="Google Shape;3605;p101"/>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09" name="Shape 3609"/>
        <p:cNvGrpSpPr/>
        <p:nvPr/>
      </p:nvGrpSpPr>
      <p:grpSpPr>
        <a:xfrm>
          <a:off x="0" y="0"/>
          <a:ext cx="0" cy="0"/>
          <a:chOff x="0" y="0"/>
          <a:chExt cx="0" cy="0"/>
        </a:xfrm>
      </p:grpSpPr>
      <p:sp>
        <p:nvSpPr>
          <p:cNvPr id="3610" name="Google Shape;3610;p10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1" name="Google Shape;3611;p102"/>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12" name="Google Shape;3612;p10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13" name="Google Shape;3613;p102"/>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Valeurs de la méthode XP</a:t>
            </a:r>
            <a:endParaRPr/>
          </a:p>
        </p:txBody>
      </p:sp>
      <p:sp>
        <p:nvSpPr>
          <p:cNvPr id="3614" name="Google Shape;3614;p102"/>
          <p:cNvSpPr txBox="1"/>
          <p:nvPr>
            <p:ph idx="1" type="body"/>
          </p:nvPr>
        </p:nvSpPr>
        <p:spPr>
          <a:xfrm>
            <a:off x="4740265" y="82314"/>
            <a:ext cx="6944008" cy="6459161"/>
          </a:xfrm>
          <a:prstGeom prst="rect">
            <a:avLst/>
          </a:prstGeom>
          <a:noFill/>
          <a:ln>
            <a:noFill/>
          </a:ln>
        </p:spPr>
        <p:txBody>
          <a:bodyPr anchorCtr="0" anchor="ctr" bIns="45700" lIns="91425" spcFirstLastPara="1" rIns="91425" wrap="square" tIns="45700">
            <a:normAutofit fontScale="92500"/>
          </a:bodyPr>
          <a:lstStyle/>
          <a:p>
            <a:pPr indent="0" lvl="0" marL="0" rtl="0" algn="l">
              <a:lnSpc>
                <a:spcPct val="150000"/>
              </a:lnSpc>
              <a:spcBef>
                <a:spcPts val="0"/>
              </a:spcBef>
              <a:spcAft>
                <a:spcPts val="0"/>
              </a:spcAft>
              <a:buClr>
                <a:srgbClr val="004A66"/>
              </a:buClr>
              <a:buSzPct val="100000"/>
              <a:buNone/>
            </a:pPr>
            <a:r>
              <a:rPr b="1" lang="en-US" sz="2200">
                <a:solidFill>
                  <a:srgbClr val="004A66"/>
                </a:solidFill>
                <a:latin typeface="Times New Roman"/>
                <a:ea typeface="Times New Roman"/>
                <a:cs typeface="Times New Roman"/>
                <a:sym typeface="Times New Roman"/>
              </a:rPr>
              <a:t>Communication</a:t>
            </a:r>
            <a:endParaRPr/>
          </a:p>
          <a:p>
            <a:pPr indent="0" lvl="0" marL="0" rtl="0" algn="l">
              <a:lnSpc>
                <a:spcPct val="150000"/>
              </a:lnSpc>
              <a:spcBef>
                <a:spcPts val="1000"/>
              </a:spcBef>
              <a:spcAft>
                <a:spcPts val="0"/>
              </a:spcAft>
              <a:buClr>
                <a:schemeClr val="dk1"/>
              </a:buClr>
              <a:buSzPct val="100000"/>
              <a:buNone/>
            </a:pPr>
            <a:r>
              <a:t/>
            </a:r>
            <a:endParaRPr b="1" sz="2200">
              <a:solidFill>
                <a:srgbClr val="004A66"/>
              </a:solidFill>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100000"/>
              <a:buNone/>
            </a:pPr>
            <a:r>
              <a:t/>
            </a:r>
            <a:endParaRPr b="1" sz="1300">
              <a:solidFill>
                <a:srgbClr val="004A66"/>
              </a:solidFill>
              <a:latin typeface="Times New Roman"/>
              <a:ea typeface="Times New Roman"/>
              <a:cs typeface="Times New Roman"/>
              <a:sym typeface="Times New Roman"/>
            </a:endParaRPr>
          </a:p>
          <a:p>
            <a:pPr indent="0" lvl="0" marL="0" rtl="0" algn="l">
              <a:lnSpc>
                <a:spcPct val="110000"/>
              </a:lnSpc>
              <a:spcBef>
                <a:spcPts val="1000"/>
              </a:spcBef>
              <a:spcAft>
                <a:spcPts val="0"/>
              </a:spcAft>
              <a:buClr>
                <a:schemeClr val="dk1"/>
              </a:buClr>
              <a:buSzPct val="100000"/>
              <a:buNone/>
            </a:pPr>
            <a:r>
              <a:t/>
            </a:r>
            <a:endParaRPr b="1" sz="2200">
              <a:solidFill>
                <a:srgbClr val="004A66"/>
              </a:solidFill>
              <a:latin typeface="Times New Roman"/>
              <a:ea typeface="Times New Roman"/>
              <a:cs typeface="Times New Roman"/>
              <a:sym typeface="Times New Roman"/>
            </a:endParaRPr>
          </a:p>
          <a:p>
            <a:pPr indent="0" lvl="0" marL="0" rtl="0" algn="l">
              <a:lnSpc>
                <a:spcPct val="150000"/>
              </a:lnSpc>
              <a:spcBef>
                <a:spcPts val="1000"/>
              </a:spcBef>
              <a:spcAft>
                <a:spcPts val="0"/>
              </a:spcAft>
              <a:buClr>
                <a:srgbClr val="000000"/>
              </a:buClr>
              <a:buSzPct val="100000"/>
              <a:buNone/>
            </a:pPr>
            <a:r>
              <a:rPr lang="en-US" sz="2000">
                <a:solidFill>
                  <a:srgbClr val="000000"/>
                </a:solidFill>
                <a:latin typeface="Cambria"/>
                <a:ea typeface="Cambria"/>
                <a:cs typeface="Cambria"/>
                <a:sym typeface="Cambria"/>
              </a:rPr>
              <a:t>La communication dans XP est bidirectionnelle et repose sur un système de petites boucles de Retour d'information. Dans un projet XP, les règles de communication sont simples :</a:t>
            </a:r>
            <a:endParaRPr/>
          </a:p>
          <a:p>
            <a:pPr indent="-342900" lvl="1" marL="544068" rtl="0" algn="just">
              <a:lnSpc>
                <a:spcPct val="150000"/>
              </a:lnSpc>
              <a:spcBef>
                <a:spcPts val="500"/>
              </a:spcBef>
              <a:spcAft>
                <a:spcPts val="0"/>
              </a:spcAft>
              <a:buClr>
                <a:srgbClr val="000000"/>
              </a:buClr>
              <a:buSzPct val="100000"/>
              <a:buFont typeface="Noto Sans Symbols"/>
              <a:buChar char="⮚"/>
            </a:pPr>
            <a:r>
              <a:rPr lang="en-US" sz="2000">
                <a:solidFill>
                  <a:srgbClr val="000000"/>
                </a:solidFill>
                <a:latin typeface="Cambria"/>
                <a:ea typeface="Cambria"/>
                <a:cs typeface="Cambria"/>
                <a:sym typeface="Cambria"/>
              </a:rPr>
              <a:t>Tous les canaux sont ouverts en tout temps</a:t>
            </a:r>
            <a:endParaRPr/>
          </a:p>
          <a:p>
            <a:pPr indent="-342900" lvl="1" marL="544068" rtl="0" algn="just">
              <a:lnSpc>
                <a:spcPct val="150000"/>
              </a:lnSpc>
              <a:spcBef>
                <a:spcPts val="500"/>
              </a:spcBef>
              <a:spcAft>
                <a:spcPts val="0"/>
              </a:spcAft>
              <a:buClr>
                <a:srgbClr val="000000"/>
              </a:buClr>
              <a:buSzPct val="100000"/>
              <a:buFont typeface="Noto Sans Symbols"/>
              <a:buChar char="⮚"/>
            </a:pPr>
            <a:r>
              <a:rPr lang="en-US" sz="2000">
                <a:solidFill>
                  <a:srgbClr val="000000"/>
                </a:solidFill>
                <a:latin typeface="Cambria"/>
                <a:ea typeface="Cambria"/>
                <a:cs typeface="Cambria"/>
                <a:sym typeface="Cambria"/>
              </a:rPr>
              <a:t>Le client est libre de parler aux programmeurs.</a:t>
            </a:r>
            <a:endParaRPr/>
          </a:p>
          <a:p>
            <a:pPr indent="-342900" lvl="1" marL="544068" rtl="0" algn="just">
              <a:lnSpc>
                <a:spcPct val="150000"/>
              </a:lnSpc>
              <a:spcBef>
                <a:spcPts val="500"/>
              </a:spcBef>
              <a:spcAft>
                <a:spcPts val="0"/>
              </a:spcAft>
              <a:buClr>
                <a:srgbClr val="000000"/>
              </a:buClr>
              <a:buSzPct val="100000"/>
              <a:buFont typeface="Noto Sans Symbols"/>
              <a:buChar char="⮚"/>
            </a:pPr>
            <a:r>
              <a:rPr lang="en-US" sz="2000">
                <a:solidFill>
                  <a:srgbClr val="000000"/>
                </a:solidFill>
                <a:latin typeface="Cambria"/>
                <a:ea typeface="Cambria"/>
                <a:cs typeface="Cambria"/>
                <a:sym typeface="Cambria"/>
              </a:rPr>
              <a:t>Les programmeurs parlent au client et aux utilisateurs. </a:t>
            </a:r>
            <a:endParaRPr/>
          </a:p>
          <a:p>
            <a:pPr indent="-342900" lvl="1" marL="544068" rtl="0" algn="just">
              <a:lnSpc>
                <a:spcPct val="150000"/>
              </a:lnSpc>
              <a:spcBef>
                <a:spcPts val="500"/>
              </a:spcBef>
              <a:spcAft>
                <a:spcPts val="0"/>
              </a:spcAft>
              <a:buClr>
                <a:srgbClr val="000000"/>
              </a:buClr>
              <a:buSzPct val="100000"/>
              <a:buFont typeface="Noto Sans Symbols"/>
              <a:buChar char="⮚"/>
            </a:pPr>
            <a:r>
              <a:rPr lang="en-US" sz="2000">
                <a:solidFill>
                  <a:srgbClr val="000000"/>
                </a:solidFill>
                <a:latin typeface="Cambria"/>
                <a:ea typeface="Cambria"/>
                <a:cs typeface="Cambria"/>
                <a:sym typeface="Cambria"/>
              </a:rPr>
              <a:t>Une communication sans entrave atténue le risque de projet en réduisant les fausses attentes. Tous les intervenants savent ce qu'ils peuvent attendre du reste de l'équipe.</a:t>
            </a:r>
            <a:endParaRPr/>
          </a:p>
        </p:txBody>
      </p:sp>
      <p:pic>
        <p:nvPicPr>
          <p:cNvPr descr="Résultat de recherche d'images pour &quot;communication xp&quot;" id="3615" name="Google Shape;3615;p102"/>
          <p:cNvPicPr preferRelativeResize="0"/>
          <p:nvPr/>
        </p:nvPicPr>
        <p:blipFill rotWithShape="1">
          <a:blip r:embed="rId4">
            <a:alphaModFix/>
          </a:blip>
          <a:srcRect b="0" l="0" r="0" t="0"/>
          <a:stretch/>
        </p:blipFill>
        <p:spPr>
          <a:xfrm>
            <a:off x="9075737" y="110451"/>
            <a:ext cx="2524128" cy="1847846"/>
          </a:xfrm>
          <a:prstGeom prst="rect">
            <a:avLst/>
          </a:prstGeom>
          <a:noFill/>
          <a:ln>
            <a:noFill/>
          </a:ln>
        </p:spPr>
      </p:pic>
      <p:sp>
        <p:nvSpPr>
          <p:cNvPr id="3616" name="Google Shape;3616;p102"/>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0" name="Shape 3620"/>
        <p:cNvGrpSpPr/>
        <p:nvPr/>
      </p:nvGrpSpPr>
      <p:grpSpPr>
        <a:xfrm>
          <a:off x="0" y="0"/>
          <a:ext cx="0" cy="0"/>
          <a:chOff x="0" y="0"/>
          <a:chExt cx="0" cy="0"/>
        </a:xfrm>
      </p:grpSpPr>
      <p:sp>
        <p:nvSpPr>
          <p:cNvPr id="3621" name="Google Shape;3621;p10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2" name="Google Shape;3622;p103"/>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23" name="Google Shape;3623;p10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24" name="Google Shape;3624;p103"/>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Valeurs de la méthode XP</a:t>
            </a:r>
            <a:endParaRPr/>
          </a:p>
        </p:txBody>
      </p:sp>
      <p:sp>
        <p:nvSpPr>
          <p:cNvPr id="3625" name="Google Shape;3625;p103"/>
          <p:cNvSpPr txBox="1"/>
          <p:nvPr>
            <p:ph idx="1" type="body"/>
          </p:nvPr>
        </p:nvSpPr>
        <p:spPr>
          <a:xfrm>
            <a:off x="5065485" y="196947"/>
            <a:ext cx="6749143" cy="6344529"/>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004A66"/>
              </a:buClr>
              <a:buSzPts val="2000"/>
              <a:buNone/>
            </a:pPr>
            <a:r>
              <a:rPr lang="en-US" sz="2000">
                <a:solidFill>
                  <a:srgbClr val="004A66"/>
                </a:solidFill>
                <a:latin typeface="Times New Roman"/>
                <a:ea typeface="Times New Roman"/>
                <a:cs typeface="Times New Roman"/>
                <a:sym typeface="Times New Roman"/>
              </a:rPr>
              <a:t>Simplicité</a:t>
            </a:r>
            <a:endParaRPr/>
          </a:p>
          <a:p>
            <a:pPr indent="0" lvl="0" marL="0" rtl="0" algn="just">
              <a:lnSpc>
                <a:spcPct val="100000"/>
              </a:lnSpc>
              <a:spcBef>
                <a:spcPts val="1000"/>
              </a:spcBef>
              <a:spcAft>
                <a:spcPts val="0"/>
              </a:spcAft>
              <a:buClr>
                <a:schemeClr val="dk1"/>
              </a:buClr>
              <a:buSzPts val="1800"/>
              <a:buNone/>
            </a:pPr>
            <a:r>
              <a:t/>
            </a:r>
            <a:endParaRPr sz="1800">
              <a:solidFill>
                <a:srgbClr val="004A66"/>
              </a:solidFill>
              <a:latin typeface="Times New Roman"/>
              <a:ea typeface="Times New Roman"/>
              <a:cs typeface="Times New Roman"/>
              <a:sym typeface="Times New Roman"/>
            </a:endParaRPr>
          </a:p>
          <a:p>
            <a:pPr indent="-228600" lvl="0" marL="228600" rtl="0" algn="just">
              <a:lnSpc>
                <a:spcPct val="100000"/>
              </a:lnSpc>
              <a:spcBef>
                <a:spcPts val="1000"/>
              </a:spcBef>
              <a:spcAft>
                <a:spcPts val="0"/>
              </a:spcAft>
              <a:buClr>
                <a:srgbClr val="000000"/>
              </a:buClr>
              <a:buSzPts val="2000"/>
              <a:buFont typeface="Noto Sans Symbols"/>
              <a:buChar char="⮚"/>
            </a:pPr>
            <a:r>
              <a:rPr lang="en-US" sz="2000">
                <a:solidFill>
                  <a:srgbClr val="000000"/>
                </a:solidFill>
                <a:latin typeface="Times New Roman"/>
                <a:ea typeface="Times New Roman"/>
                <a:cs typeface="Times New Roman"/>
                <a:sym typeface="Times New Roman"/>
              </a:rPr>
              <a:t>XP favorise une approche détonante du code source (c'est-à-dire écrire, lancer, réécrire). </a:t>
            </a:r>
            <a:endParaRPr/>
          </a:p>
          <a:p>
            <a:pPr indent="-228600" lvl="0" marL="228600" rtl="0" algn="just">
              <a:lnSpc>
                <a:spcPct val="100000"/>
              </a:lnSpc>
              <a:spcBef>
                <a:spcPts val="1000"/>
              </a:spcBef>
              <a:spcAft>
                <a:spcPts val="0"/>
              </a:spcAft>
              <a:buClr>
                <a:srgbClr val="000000"/>
              </a:buClr>
              <a:buSzPts val="2000"/>
              <a:buFont typeface="Noto Sans Symbols"/>
              <a:buChar char="⮚"/>
            </a:pPr>
            <a:r>
              <a:rPr lang="en-US" sz="2000">
                <a:solidFill>
                  <a:srgbClr val="000000"/>
                </a:solidFill>
                <a:latin typeface="Times New Roman"/>
                <a:ea typeface="Times New Roman"/>
                <a:cs typeface="Times New Roman"/>
                <a:sym typeface="Times New Roman"/>
              </a:rPr>
              <a:t>Le plus simple fait partie de la solution ; Mais aussi le travail est le code qui a passé les tests est la première règle de la conception simple. Cela signifie également que chaque exigence, fonctionnelle ou non fonctionnelle, doit être exprimée comme un test.</a:t>
            </a:r>
            <a:endParaRPr/>
          </a:p>
          <a:p>
            <a:pPr indent="-101600" lvl="0" marL="228600" rtl="0" algn="just">
              <a:lnSpc>
                <a:spcPct val="100000"/>
              </a:lnSpc>
              <a:spcBef>
                <a:spcPts val="1000"/>
              </a:spcBef>
              <a:spcAft>
                <a:spcPts val="0"/>
              </a:spcAft>
              <a:buClr>
                <a:schemeClr val="dk1"/>
              </a:buClr>
              <a:buSzPts val="2000"/>
              <a:buFont typeface="Noto Sans Symbols"/>
              <a:buNone/>
            </a:pPr>
            <a:r>
              <a:t/>
            </a:r>
            <a:endParaRPr sz="2000">
              <a:solidFill>
                <a:srgbClr val="000000"/>
              </a:solidFill>
              <a:latin typeface="Times New Roman"/>
              <a:ea typeface="Times New Roman"/>
              <a:cs typeface="Times New Roman"/>
              <a:sym typeface="Times New Roman"/>
            </a:endParaRPr>
          </a:p>
          <a:p>
            <a:pPr indent="-101600" lvl="0" marL="228600" rtl="0" algn="just">
              <a:lnSpc>
                <a:spcPct val="100000"/>
              </a:lnSpc>
              <a:spcBef>
                <a:spcPts val="1000"/>
              </a:spcBef>
              <a:spcAft>
                <a:spcPts val="0"/>
              </a:spcAft>
              <a:buClr>
                <a:schemeClr val="dk1"/>
              </a:buClr>
              <a:buSzPts val="2000"/>
              <a:buNone/>
            </a:pPr>
            <a:r>
              <a:t/>
            </a:r>
            <a:endParaRPr sz="2000">
              <a:solidFill>
                <a:srgbClr val="000000"/>
              </a:solidFill>
              <a:latin typeface="Times New Roman"/>
              <a:ea typeface="Times New Roman"/>
              <a:cs typeface="Times New Roman"/>
              <a:sym typeface="Times New Roman"/>
            </a:endParaRPr>
          </a:p>
          <a:p>
            <a:pPr indent="-101600" lvl="0" marL="228600" rtl="0" algn="just">
              <a:lnSpc>
                <a:spcPct val="100000"/>
              </a:lnSpc>
              <a:spcBef>
                <a:spcPts val="1000"/>
              </a:spcBef>
              <a:spcAft>
                <a:spcPts val="0"/>
              </a:spcAft>
              <a:buClr>
                <a:schemeClr val="dk1"/>
              </a:buClr>
              <a:buSzPts val="2000"/>
              <a:buNone/>
            </a:pPr>
            <a:r>
              <a:t/>
            </a:r>
            <a:endParaRPr sz="2000">
              <a:solidFill>
                <a:srgbClr val="000000"/>
              </a:solidFill>
              <a:latin typeface="Times New Roman"/>
              <a:ea typeface="Times New Roman"/>
              <a:cs typeface="Times New Roman"/>
              <a:sym typeface="Times New Roman"/>
            </a:endParaRPr>
          </a:p>
          <a:p>
            <a:pPr indent="-101600" lvl="0" marL="228600" rtl="0" algn="just">
              <a:lnSpc>
                <a:spcPct val="100000"/>
              </a:lnSpc>
              <a:spcBef>
                <a:spcPts val="1000"/>
              </a:spcBef>
              <a:spcAft>
                <a:spcPts val="0"/>
              </a:spcAft>
              <a:buClr>
                <a:schemeClr val="dk1"/>
              </a:buClr>
              <a:buSzPts val="2000"/>
              <a:buNone/>
            </a:pPr>
            <a:r>
              <a:t/>
            </a:r>
            <a:endParaRPr sz="2000">
              <a:solidFill>
                <a:srgbClr val="000000"/>
              </a:solidFill>
              <a:latin typeface="Times New Roman"/>
              <a:ea typeface="Times New Roman"/>
              <a:cs typeface="Times New Roman"/>
              <a:sym typeface="Times New Roman"/>
            </a:endParaRPr>
          </a:p>
          <a:p>
            <a:pPr indent="0" lvl="0" marL="0" rtl="0" algn="ctr">
              <a:lnSpc>
                <a:spcPct val="100000"/>
              </a:lnSpc>
              <a:spcBef>
                <a:spcPts val="1000"/>
              </a:spcBef>
              <a:spcAft>
                <a:spcPts val="0"/>
              </a:spcAft>
              <a:buClr>
                <a:schemeClr val="dk1"/>
              </a:buClr>
              <a:buSzPts val="2000"/>
              <a:buNone/>
            </a:pPr>
            <a:r>
              <a:t/>
            </a:r>
            <a:endParaRPr sz="2000">
              <a:solidFill>
                <a:srgbClr val="750D11"/>
              </a:solidFill>
              <a:latin typeface="Times New Roman"/>
              <a:ea typeface="Times New Roman"/>
              <a:cs typeface="Times New Roman"/>
              <a:sym typeface="Times New Roman"/>
            </a:endParaRPr>
          </a:p>
          <a:p>
            <a:pPr indent="0" lvl="0" marL="0" rtl="0" algn="ctr">
              <a:lnSpc>
                <a:spcPct val="100000"/>
              </a:lnSpc>
              <a:spcBef>
                <a:spcPts val="1000"/>
              </a:spcBef>
              <a:spcAft>
                <a:spcPts val="0"/>
              </a:spcAft>
              <a:buClr>
                <a:srgbClr val="750D11"/>
              </a:buClr>
              <a:buSzPts val="2000"/>
              <a:buNone/>
            </a:pPr>
            <a:r>
              <a:rPr b="1" lang="en-US" sz="2000">
                <a:solidFill>
                  <a:srgbClr val="750D11"/>
                </a:solidFill>
                <a:latin typeface="Times New Roman"/>
                <a:ea typeface="Times New Roman"/>
                <a:cs typeface="Times New Roman"/>
                <a:sym typeface="Times New Roman"/>
              </a:rPr>
              <a:t>Sans tests, personne ne sait si la complexité ajoutée vaut la peine.</a:t>
            </a:r>
            <a:endParaRPr/>
          </a:p>
        </p:txBody>
      </p:sp>
      <p:pic>
        <p:nvPicPr>
          <p:cNvPr descr="Picture" id="3626" name="Google Shape;3626;p103"/>
          <p:cNvPicPr preferRelativeResize="0"/>
          <p:nvPr/>
        </p:nvPicPr>
        <p:blipFill rotWithShape="1">
          <a:blip r:embed="rId4">
            <a:alphaModFix/>
          </a:blip>
          <a:srcRect b="0" l="0" r="0" t="0"/>
          <a:stretch/>
        </p:blipFill>
        <p:spPr>
          <a:xfrm>
            <a:off x="5486496" y="3600993"/>
            <a:ext cx="5705395" cy="1913542"/>
          </a:xfrm>
          <a:prstGeom prst="rect">
            <a:avLst/>
          </a:prstGeom>
          <a:noFill/>
          <a:ln>
            <a:noFill/>
          </a:ln>
        </p:spPr>
      </p:pic>
      <p:sp>
        <p:nvSpPr>
          <p:cNvPr id="3627" name="Google Shape;3627;p103"/>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1" name="Shape 3631"/>
        <p:cNvGrpSpPr/>
        <p:nvPr/>
      </p:nvGrpSpPr>
      <p:grpSpPr>
        <a:xfrm>
          <a:off x="0" y="0"/>
          <a:ext cx="0" cy="0"/>
          <a:chOff x="0" y="0"/>
          <a:chExt cx="0" cy="0"/>
        </a:xfrm>
      </p:grpSpPr>
      <p:sp>
        <p:nvSpPr>
          <p:cNvPr id="3632" name="Google Shape;3632;p10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3" name="Google Shape;3633;p104"/>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34" name="Google Shape;3634;p10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35" name="Google Shape;3635;p10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Valeurs de la méthode XP</a:t>
            </a:r>
            <a:endParaRPr/>
          </a:p>
        </p:txBody>
      </p:sp>
      <p:sp>
        <p:nvSpPr>
          <p:cNvPr id="3636" name="Google Shape;3636;p104"/>
          <p:cNvSpPr txBox="1"/>
          <p:nvPr>
            <p:ph idx="1" type="body"/>
          </p:nvPr>
        </p:nvSpPr>
        <p:spPr>
          <a:xfrm>
            <a:off x="4949318" y="253218"/>
            <a:ext cx="6447340" cy="6212894"/>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004A66"/>
              </a:buClr>
              <a:buSzPts val="1800"/>
              <a:buNone/>
            </a:pPr>
            <a:r>
              <a:rPr b="1" lang="en-US" sz="1800">
                <a:solidFill>
                  <a:srgbClr val="004A66"/>
                </a:solidFill>
                <a:latin typeface="Cambria"/>
                <a:ea typeface="Cambria"/>
                <a:cs typeface="Cambria"/>
                <a:sym typeface="Cambria"/>
              </a:rPr>
              <a:t>Retour d’information</a:t>
            </a:r>
            <a:endParaRPr/>
          </a:p>
          <a:p>
            <a:pPr indent="0" lvl="0" marL="0" rtl="0" algn="just">
              <a:lnSpc>
                <a:spcPct val="100000"/>
              </a:lnSpc>
              <a:spcBef>
                <a:spcPts val="1000"/>
              </a:spcBef>
              <a:spcAft>
                <a:spcPts val="0"/>
              </a:spcAft>
              <a:buClr>
                <a:srgbClr val="000000"/>
              </a:buClr>
              <a:buSzPts val="1800"/>
              <a:buNone/>
            </a:pPr>
            <a:r>
              <a:rPr lang="en-US" sz="1800">
                <a:solidFill>
                  <a:srgbClr val="000000"/>
                </a:solidFill>
                <a:latin typeface="Cambria"/>
                <a:ea typeface="Cambria"/>
                <a:cs typeface="Cambria"/>
                <a:sym typeface="Cambria"/>
              </a:rPr>
              <a:t>Les retours d’information portent sur différentes dimensions du développement du système :</a:t>
            </a:r>
            <a:endParaRPr/>
          </a:p>
          <a:p>
            <a:pPr indent="-228600" lvl="0" marL="228600" rtl="0" algn="just">
              <a:lnSpc>
                <a:spcPct val="100000"/>
              </a:lnSpc>
              <a:spcBef>
                <a:spcPts val="1000"/>
              </a:spcBef>
              <a:spcAft>
                <a:spcPts val="0"/>
              </a:spcAft>
              <a:buClr>
                <a:srgbClr val="8D370A"/>
              </a:buClr>
              <a:buSzPts val="1800"/>
              <a:buFont typeface="Noto Sans Symbols"/>
              <a:buChar char="⮚"/>
            </a:pPr>
            <a:r>
              <a:rPr b="1" lang="en-US" sz="1800">
                <a:solidFill>
                  <a:srgbClr val="8D370A"/>
                </a:solidFill>
                <a:latin typeface="Cambria"/>
                <a:ea typeface="Cambria"/>
                <a:cs typeface="Cambria"/>
                <a:sym typeface="Cambria"/>
              </a:rPr>
              <a:t>Retour d’information du système</a:t>
            </a:r>
            <a:endParaRPr/>
          </a:p>
          <a:p>
            <a:pPr indent="-228600" lvl="0" marL="228600" rtl="0" algn="just">
              <a:lnSpc>
                <a:spcPct val="100000"/>
              </a:lnSpc>
              <a:spcBef>
                <a:spcPts val="1000"/>
              </a:spcBef>
              <a:spcAft>
                <a:spcPts val="0"/>
              </a:spcAft>
              <a:buClr>
                <a:srgbClr val="000000"/>
              </a:buClr>
              <a:buSzPts val="1800"/>
              <a:buChar char="•"/>
            </a:pPr>
            <a:r>
              <a:rPr lang="en-US" sz="1800">
                <a:solidFill>
                  <a:srgbClr val="000000"/>
                </a:solidFill>
                <a:latin typeface="Cambria"/>
                <a:ea typeface="Cambria"/>
                <a:cs typeface="Cambria"/>
                <a:sym typeface="Cambria"/>
              </a:rPr>
              <a:t>En écrivant des tests unitaires, ou en exécutant des tests d'intégration périodiques, les programmeurs ont une rétroaction directe de l'état du système après la mise en œuvre des changements.</a:t>
            </a:r>
            <a:endParaRPr/>
          </a:p>
          <a:p>
            <a:pPr indent="-228600" lvl="0" marL="228600" rtl="0" algn="just">
              <a:lnSpc>
                <a:spcPct val="100000"/>
              </a:lnSpc>
              <a:spcBef>
                <a:spcPts val="1000"/>
              </a:spcBef>
              <a:spcAft>
                <a:spcPts val="0"/>
              </a:spcAft>
              <a:buClr>
                <a:srgbClr val="8D370A"/>
              </a:buClr>
              <a:buSzPts val="1800"/>
              <a:buFont typeface="Noto Sans Symbols"/>
              <a:buChar char="⮚"/>
            </a:pPr>
            <a:r>
              <a:rPr b="1" lang="en-US" sz="1800">
                <a:solidFill>
                  <a:srgbClr val="8D370A"/>
                </a:solidFill>
                <a:latin typeface="Cambria"/>
                <a:ea typeface="Cambria"/>
                <a:cs typeface="Cambria"/>
                <a:sym typeface="Cambria"/>
              </a:rPr>
              <a:t>Retour d’information du client</a:t>
            </a:r>
            <a:endParaRPr/>
          </a:p>
          <a:p>
            <a:pPr indent="-228600" lvl="0" marL="228600" rtl="0" algn="just">
              <a:lnSpc>
                <a:spcPct val="100000"/>
              </a:lnSpc>
              <a:spcBef>
                <a:spcPts val="1000"/>
              </a:spcBef>
              <a:spcAft>
                <a:spcPts val="0"/>
              </a:spcAft>
              <a:buClr>
                <a:srgbClr val="000000"/>
              </a:buClr>
              <a:buSzPts val="1800"/>
              <a:buChar char="•"/>
            </a:pPr>
            <a:r>
              <a:rPr lang="en-US" sz="1800">
                <a:solidFill>
                  <a:srgbClr val="000000"/>
                </a:solidFill>
                <a:latin typeface="Cambria"/>
                <a:ea typeface="Cambria"/>
                <a:cs typeface="Cambria"/>
                <a:sym typeface="Cambria"/>
              </a:rPr>
              <a:t>Les tests fonctionnels (tests d'acceptation) sont rédigés par le client et les testeurs. Ils obtiendront des retours d’information concrets sur l'état actuel de leur système. Cette revue est prévue une fois toutes les deux ou trois semaines afin que le client puisse facilement diriger le développement.</a:t>
            </a:r>
            <a:endParaRPr/>
          </a:p>
          <a:p>
            <a:pPr indent="-228600" lvl="0" marL="228600" rtl="0" algn="just">
              <a:lnSpc>
                <a:spcPct val="100000"/>
              </a:lnSpc>
              <a:spcBef>
                <a:spcPts val="1000"/>
              </a:spcBef>
              <a:spcAft>
                <a:spcPts val="0"/>
              </a:spcAft>
              <a:buClr>
                <a:srgbClr val="8D370A"/>
              </a:buClr>
              <a:buSzPts val="1800"/>
              <a:buFont typeface="Noto Sans Symbols"/>
              <a:buChar char="⮚"/>
            </a:pPr>
            <a:r>
              <a:rPr b="1" lang="en-US" sz="1800">
                <a:solidFill>
                  <a:srgbClr val="8D370A"/>
                </a:solidFill>
                <a:latin typeface="Cambria"/>
                <a:ea typeface="Cambria"/>
                <a:cs typeface="Cambria"/>
                <a:sym typeface="Cambria"/>
              </a:rPr>
              <a:t>Retour d’information de l'équipe</a:t>
            </a:r>
            <a:endParaRPr/>
          </a:p>
          <a:p>
            <a:pPr indent="-228600" lvl="0" marL="228600" rtl="0" algn="just">
              <a:lnSpc>
                <a:spcPct val="100000"/>
              </a:lnSpc>
              <a:spcBef>
                <a:spcPts val="1000"/>
              </a:spcBef>
              <a:spcAft>
                <a:spcPts val="0"/>
              </a:spcAft>
              <a:buClr>
                <a:srgbClr val="000000"/>
              </a:buClr>
              <a:buSzPts val="1800"/>
              <a:buChar char="•"/>
            </a:pPr>
            <a:r>
              <a:rPr lang="en-US" sz="1800">
                <a:solidFill>
                  <a:srgbClr val="000000"/>
                </a:solidFill>
                <a:latin typeface="Cambria"/>
                <a:ea typeface="Cambria"/>
                <a:cs typeface="Cambria"/>
                <a:sym typeface="Cambria"/>
              </a:rPr>
              <a:t>Lorsque les clients présentent de nouvelles exigences dans le jeu de planification, l'équipe donne directement une estimation du temps qu'il faudra mettre en œuvre.</a:t>
            </a:r>
            <a:endParaRPr/>
          </a:p>
        </p:txBody>
      </p:sp>
      <p:sp>
        <p:nvSpPr>
          <p:cNvPr id="3637" name="Google Shape;3637;p10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1" name="Shape 3641"/>
        <p:cNvGrpSpPr/>
        <p:nvPr/>
      </p:nvGrpSpPr>
      <p:grpSpPr>
        <a:xfrm>
          <a:off x="0" y="0"/>
          <a:ext cx="0" cy="0"/>
          <a:chOff x="0" y="0"/>
          <a:chExt cx="0" cy="0"/>
        </a:xfrm>
      </p:grpSpPr>
      <p:sp>
        <p:nvSpPr>
          <p:cNvPr id="3642" name="Google Shape;3642;p10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3" name="Google Shape;3643;p105"/>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44" name="Google Shape;3644;p10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45" name="Google Shape;3645;p10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Valeurs de la méthode XP</a:t>
            </a:r>
            <a:endParaRPr/>
          </a:p>
        </p:txBody>
      </p:sp>
      <p:sp>
        <p:nvSpPr>
          <p:cNvPr id="3646" name="Google Shape;3646;p105"/>
          <p:cNvSpPr txBox="1"/>
          <p:nvPr>
            <p:ph idx="1" type="body"/>
          </p:nvPr>
        </p:nvSpPr>
        <p:spPr>
          <a:xfrm>
            <a:off x="5109029" y="87085"/>
            <a:ext cx="6287629" cy="4864557"/>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004A66"/>
              </a:buClr>
              <a:buSzPct val="100000"/>
              <a:buNone/>
            </a:pPr>
            <a:r>
              <a:rPr b="1" lang="en-US" sz="2200">
                <a:solidFill>
                  <a:srgbClr val="004A66"/>
                </a:solidFill>
                <a:latin typeface="Times New Roman"/>
                <a:ea typeface="Times New Roman"/>
                <a:cs typeface="Times New Roman"/>
                <a:sym typeface="Times New Roman"/>
              </a:rPr>
              <a:t>Courage</a:t>
            </a:r>
            <a:endParaRPr/>
          </a:p>
          <a:p>
            <a:pPr indent="-228600" lvl="0" marL="228600" rtl="0" algn="just">
              <a:lnSpc>
                <a:spcPct val="150000"/>
              </a:lnSpc>
              <a:spcBef>
                <a:spcPts val="1000"/>
              </a:spcBef>
              <a:spcAft>
                <a:spcPts val="0"/>
              </a:spcAft>
              <a:buClr>
                <a:srgbClr val="000000"/>
              </a:buClr>
              <a:buSzPct val="100000"/>
              <a:buFont typeface="Noto Sans Symbols"/>
              <a:buChar char="⮚"/>
            </a:pPr>
            <a:r>
              <a:rPr lang="en-US" sz="2000">
                <a:solidFill>
                  <a:srgbClr val="000000"/>
                </a:solidFill>
                <a:latin typeface="Cambria"/>
                <a:ea typeface="Cambria"/>
                <a:cs typeface="Cambria"/>
                <a:sym typeface="Cambria"/>
              </a:rPr>
              <a:t>L'un est le commandement de toujours concevoir et coder pour aujourd'hui et non pour demain. C'est un effort pour éviter de s'embourber dans la conception et nécessitant beaucoup d'efforts pour mettre en œuvre autre chose. </a:t>
            </a:r>
            <a:endParaRPr/>
          </a:p>
          <a:p>
            <a:pPr indent="-228600" lvl="0" marL="228600" rtl="0" algn="just">
              <a:lnSpc>
                <a:spcPct val="150000"/>
              </a:lnSpc>
              <a:spcBef>
                <a:spcPts val="1000"/>
              </a:spcBef>
              <a:spcAft>
                <a:spcPts val="0"/>
              </a:spcAft>
              <a:buClr>
                <a:srgbClr val="000000"/>
              </a:buClr>
              <a:buSzPct val="100000"/>
              <a:buFont typeface="Noto Sans Symbols"/>
              <a:buChar char="⮚"/>
            </a:pPr>
            <a:r>
              <a:rPr lang="en-US" sz="2000">
                <a:solidFill>
                  <a:srgbClr val="000000"/>
                </a:solidFill>
                <a:latin typeface="Cambria"/>
                <a:ea typeface="Cambria"/>
                <a:cs typeface="Cambria"/>
                <a:sym typeface="Cambria"/>
              </a:rPr>
              <a:t>Courage permet aux développeurs de se sentir à l'aise avec le refactorisation de leur code si nécessaire. Cela implique de revoir le système existant et de le modifier afin que les modifications futures puissent être mises en œuvre plus facilement. </a:t>
            </a:r>
            <a:endParaRPr/>
          </a:p>
        </p:txBody>
      </p:sp>
      <p:pic>
        <p:nvPicPr>
          <p:cNvPr descr="Picture" id="3647" name="Google Shape;3647;p105"/>
          <p:cNvPicPr preferRelativeResize="0"/>
          <p:nvPr/>
        </p:nvPicPr>
        <p:blipFill rotWithShape="1">
          <a:blip r:embed="rId4">
            <a:alphaModFix/>
          </a:blip>
          <a:srcRect b="0" l="0" r="0" t="0"/>
          <a:stretch/>
        </p:blipFill>
        <p:spPr>
          <a:xfrm>
            <a:off x="5097760" y="4951643"/>
            <a:ext cx="6115049" cy="1819271"/>
          </a:xfrm>
          <a:prstGeom prst="rect">
            <a:avLst/>
          </a:prstGeom>
          <a:noFill/>
          <a:ln>
            <a:noFill/>
          </a:ln>
        </p:spPr>
      </p:pic>
      <p:sp>
        <p:nvSpPr>
          <p:cNvPr id="3648" name="Google Shape;3648;p10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2" name="Shape 3652"/>
        <p:cNvGrpSpPr/>
        <p:nvPr/>
      </p:nvGrpSpPr>
      <p:grpSpPr>
        <a:xfrm>
          <a:off x="0" y="0"/>
          <a:ext cx="0" cy="0"/>
          <a:chOff x="0" y="0"/>
          <a:chExt cx="0" cy="0"/>
        </a:xfrm>
      </p:grpSpPr>
      <p:sp>
        <p:nvSpPr>
          <p:cNvPr id="3653" name="Google Shape;3653;p10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4" name="Google Shape;3654;p106"/>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55" name="Google Shape;3655;p10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56" name="Google Shape;3656;p10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mbria"/>
              <a:buNone/>
            </a:pPr>
            <a:r>
              <a:rPr b="1" lang="en-US">
                <a:solidFill>
                  <a:srgbClr val="FFFFFF"/>
                </a:solidFill>
                <a:latin typeface="Cambria"/>
                <a:ea typeface="Cambria"/>
                <a:cs typeface="Cambria"/>
                <a:sym typeface="Cambria"/>
              </a:rPr>
              <a:t>Valeurs de la méthode XP</a:t>
            </a:r>
            <a:endParaRPr/>
          </a:p>
        </p:txBody>
      </p:sp>
      <p:sp>
        <p:nvSpPr>
          <p:cNvPr id="3657" name="Google Shape;3657;p106"/>
          <p:cNvSpPr txBox="1"/>
          <p:nvPr>
            <p:ph idx="1" type="body"/>
          </p:nvPr>
        </p:nvSpPr>
        <p:spPr>
          <a:xfrm>
            <a:off x="4949317" y="134209"/>
            <a:ext cx="6602603" cy="4494902"/>
          </a:xfrm>
          <a:prstGeom prst="rect">
            <a:avLst/>
          </a:prstGeom>
          <a:noFill/>
          <a:ln>
            <a:noFill/>
          </a:ln>
        </p:spPr>
        <p:txBody>
          <a:bodyPr anchorCtr="0" anchor="ctr" bIns="45700" lIns="91425" spcFirstLastPara="1" rIns="91425" wrap="square" tIns="45700">
            <a:normAutofit fontScale="92500" lnSpcReduction="20000"/>
          </a:bodyPr>
          <a:lstStyle/>
          <a:p>
            <a:pPr indent="-228600" lvl="0" marL="228600" rtl="0" algn="just">
              <a:lnSpc>
                <a:spcPct val="150000"/>
              </a:lnSpc>
              <a:spcBef>
                <a:spcPts val="0"/>
              </a:spcBef>
              <a:spcAft>
                <a:spcPts val="0"/>
              </a:spcAft>
              <a:buClr>
                <a:srgbClr val="000000"/>
              </a:buClr>
              <a:buSzPct val="100000"/>
              <a:buFont typeface="Noto Sans Symbols"/>
              <a:buChar char="⮚"/>
            </a:pPr>
            <a:r>
              <a:rPr lang="en-US" sz="2200">
                <a:solidFill>
                  <a:srgbClr val="000000"/>
                </a:solidFill>
                <a:latin typeface="Cambria"/>
                <a:ea typeface="Cambria"/>
                <a:cs typeface="Cambria"/>
                <a:sym typeface="Cambria"/>
              </a:rPr>
              <a:t>Respect</a:t>
            </a:r>
            <a:endParaRPr/>
          </a:p>
          <a:p>
            <a:pPr indent="-228600" lvl="0" marL="228600" rtl="0" algn="just">
              <a:lnSpc>
                <a:spcPct val="150000"/>
              </a:lnSpc>
              <a:spcBef>
                <a:spcPts val="1000"/>
              </a:spcBef>
              <a:spcAft>
                <a:spcPts val="0"/>
              </a:spcAft>
              <a:buClr>
                <a:srgbClr val="000000"/>
              </a:buClr>
              <a:buSzPct val="100000"/>
              <a:buFont typeface="Noto Sans Symbols"/>
              <a:buChar char="⮚"/>
            </a:pPr>
            <a:r>
              <a:rPr lang="en-US" sz="2200">
                <a:solidFill>
                  <a:srgbClr val="000000"/>
                </a:solidFill>
                <a:latin typeface="Cambria"/>
                <a:ea typeface="Cambria"/>
                <a:cs typeface="Cambria"/>
                <a:sym typeface="Cambria"/>
              </a:rPr>
              <a:t>Dans Extreme Programming, les membres de l'équipe respectent les uns les autres parce que les programmeurs ne </a:t>
            </a:r>
            <a:r>
              <a:rPr lang="en-US" sz="2200" u="sng">
                <a:solidFill>
                  <a:srgbClr val="8D370A"/>
                </a:solidFill>
                <a:latin typeface="Cambria"/>
                <a:ea typeface="Cambria"/>
                <a:cs typeface="Cambria"/>
                <a:sym typeface="Cambria"/>
              </a:rPr>
              <a:t>doivent jamais commettre des changements qui cassent la compilation, qui font échouer les tests unitaires existants ou qui retardent autrement le travail de leurs pairs</a:t>
            </a:r>
            <a:r>
              <a:rPr lang="en-US" sz="2200">
                <a:solidFill>
                  <a:srgbClr val="8D370A"/>
                </a:solidFill>
                <a:latin typeface="Cambria"/>
                <a:ea typeface="Cambria"/>
                <a:cs typeface="Cambria"/>
                <a:sym typeface="Cambria"/>
              </a:rPr>
              <a:t>.</a:t>
            </a:r>
            <a:endParaRPr/>
          </a:p>
          <a:p>
            <a:pPr indent="-228600" lvl="0" marL="228600" rtl="0" algn="just">
              <a:lnSpc>
                <a:spcPct val="150000"/>
              </a:lnSpc>
              <a:spcBef>
                <a:spcPts val="1000"/>
              </a:spcBef>
              <a:spcAft>
                <a:spcPts val="0"/>
              </a:spcAft>
              <a:buClr>
                <a:srgbClr val="000000"/>
              </a:buClr>
              <a:buSzPct val="100000"/>
              <a:buFont typeface="Noto Sans Symbols"/>
              <a:buChar char="⮚"/>
            </a:pPr>
            <a:r>
              <a:rPr lang="en-US" sz="2200">
                <a:solidFill>
                  <a:srgbClr val="000000"/>
                </a:solidFill>
                <a:latin typeface="Cambria"/>
                <a:ea typeface="Cambria"/>
                <a:cs typeface="Cambria"/>
                <a:sym typeface="Cambria"/>
              </a:rPr>
              <a:t> Les membres respectent leur travail en s'efforçant toujours de la qualité et en recherchant la meilleure conception pour la solution à la main en refactorisation.</a:t>
            </a:r>
            <a:endParaRPr/>
          </a:p>
        </p:txBody>
      </p:sp>
      <p:pic>
        <p:nvPicPr>
          <p:cNvPr descr="Picture" id="3658" name="Google Shape;3658;p106"/>
          <p:cNvPicPr preferRelativeResize="0"/>
          <p:nvPr/>
        </p:nvPicPr>
        <p:blipFill rotWithShape="1">
          <a:blip r:embed="rId4">
            <a:alphaModFix/>
          </a:blip>
          <a:srcRect b="0" l="0" r="0" t="0"/>
          <a:stretch/>
        </p:blipFill>
        <p:spPr>
          <a:xfrm>
            <a:off x="4949317" y="4629111"/>
            <a:ext cx="6341345" cy="2228889"/>
          </a:xfrm>
          <a:prstGeom prst="rect">
            <a:avLst/>
          </a:prstGeom>
          <a:noFill/>
          <a:ln>
            <a:noFill/>
          </a:ln>
        </p:spPr>
      </p:pic>
      <p:sp>
        <p:nvSpPr>
          <p:cNvPr id="3659" name="Google Shape;3659;p10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3" name="Shape 3663"/>
        <p:cNvGrpSpPr/>
        <p:nvPr/>
      </p:nvGrpSpPr>
      <p:grpSpPr>
        <a:xfrm>
          <a:off x="0" y="0"/>
          <a:ext cx="0" cy="0"/>
          <a:chOff x="0" y="0"/>
          <a:chExt cx="0" cy="0"/>
        </a:xfrm>
      </p:grpSpPr>
      <p:sp>
        <p:nvSpPr>
          <p:cNvPr id="3664" name="Google Shape;3664;p107"/>
          <p:cNvSpPr txBox="1"/>
          <p:nvPr>
            <p:ph type="ctrTitle"/>
          </p:nvPr>
        </p:nvSpPr>
        <p:spPr>
          <a:xfrm>
            <a:off x="1524000" y="2245809"/>
            <a:ext cx="9144000" cy="1564716"/>
          </a:xfrm>
          <a:prstGeom prst="rect">
            <a:avLst/>
          </a:prstGeom>
          <a:noFill/>
          <a:ln>
            <a:noFill/>
          </a:ln>
        </p:spPr>
        <p:txBody>
          <a:bodyPr anchorCtr="1" anchor="ctr" bIns="45700" lIns="91425" spcFirstLastPara="1" rIns="91425" wrap="square" tIns="45700">
            <a:normAutofit/>
          </a:bodyPr>
          <a:lstStyle/>
          <a:p>
            <a:pPr indent="0" lvl="0" marL="0" rtl="0" algn="ctr">
              <a:lnSpc>
                <a:spcPct val="90000"/>
              </a:lnSpc>
              <a:spcBef>
                <a:spcPts val="0"/>
              </a:spcBef>
              <a:spcAft>
                <a:spcPts val="0"/>
              </a:spcAft>
              <a:buClr>
                <a:srgbClr val="004A66"/>
              </a:buClr>
              <a:buSzPts val="5400"/>
              <a:buFont typeface="Times New Roman"/>
              <a:buNone/>
            </a:pPr>
            <a:r>
              <a:rPr b="1" lang="en-US" sz="5400">
                <a:solidFill>
                  <a:srgbClr val="004A66"/>
                </a:solidFill>
                <a:latin typeface="Times New Roman"/>
                <a:ea typeface="Times New Roman"/>
                <a:cs typeface="Times New Roman"/>
                <a:sym typeface="Times New Roman"/>
              </a:rPr>
              <a:t>Cycle de vie de la méthode XP</a:t>
            </a:r>
            <a:endParaRPr/>
          </a:p>
        </p:txBody>
      </p:sp>
      <p:sp>
        <p:nvSpPr>
          <p:cNvPr id="3665" name="Google Shape;3665;p107"/>
          <p:cNvSpPr/>
          <p:nvPr/>
        </p:nvSpPr>
        <p:spPr>
          <a:xfrm>
            <a:off x="0" y="1"/>
            <a:ext cx="5920619" cy="2130951"/>
          </a:xfrm>
          <a:custGeom>
            <a:rect b="b" l="l" r="r" t="t"/>
            <a:pathLst>
              <a:path extrusionOk="0" h="2130951" w="5920619">
                <a:moveTo>
                  <a:pt x="0" y="0"/>
                </a:moveTo>
                <a:lnTo>
                  <a:pt x="3191370" y="0"/>
                </a:lnTo>
                <a:lnTo>
                  <a:pt x="3346315" y="0"/>
                </a:lnTo>
                <a:lnTo>
                  <a:pt x="5920619" y="0"/>
                </a:lnTo>
                <a:lnTo>
                  <a:pt x="4936971" y="2130951"/>
                </a:lnTo>
                <a:lnTo>
                  <a:pt x="0" y="2130951"/>
                </a:lnTo>
                <a:close/>
              </a:path>
            </a:pathLst>
          </a:cu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6" name="Google Shape;3666;p107"/>
          <p:cNvSpPr/>
          <p:nvPr/>
        </p:nvSpPr>
        <p:spPr>
          <a:xfrm>
            <a:off x="5097839" y="0"/>
            <a:ext cx="7094160" cy="2130952"/>
          </a:xfrm>
          <a:custGeom>
            <a:rect b="b" l="l" r="r" t="t"/>
            <a:pathLst>
              <a:path extrusionOk="0" h="2130952" w="7094160">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7" name="Google Shape;3667;p107"/>
          <p:cNvSpPr/>
          <p:nvPr/>
        </p:nvSpPr>
        <p:spPr>
          <a:xfrm flipH="1">
            <a:off x="6149721" y="4682920"/>
            <a:ext cx="4522796" cy="2175080"/>
          </a:xfrm>
          <a:custGeom>
            <a:rect b="b" l="l" r="r" t="t"/>
            <a:pathLst>
              <a:path extrusionOk="0" h="2175080" w="4522796">
                <a:moveTo>
                  <a:pt x="3515449" y="0"/>
                </a:moveTo>
                <a:lnTo>
                  <a:pt x="0" y="0"/>
                </a:lnTo>
                <a:lnTo>
                  <a:pt x="0" y="2175080"/>
                </a:lnTo>
                <a:lnTo>
                  <a:pt x="4522796" y="217508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3668" name="Google Shape;3668;p107"/>
          <p:cNvSpPr/>
          <p:nvPr/>
        </p:nvSpPr>
        <p:spPr>
          <a:xfrm>
            <a:off x="6266810" y="4682920"/>
            <a:ext cx="5925190" cy="2175080"/>
          </a:xfrm>
          <a:custGeom>
            <a:rect b="b" l="l" r="r" t="t"/>
            <a:pathLst>
              <a:path extrusionOk="0" h="2175080" w="5925190">
                <a:moveTo>
                  <a:pt x="1007347" y="0"/>
                </a:moveTo>
                <a:lnTo>
                  <a:pt x="5925190" y="0"/>
                </a:lnTo>
                <a:lnTo>
                  <a:pt x="5925190" y="2175080"/>
                </a:lnTo>
                <a:lnTo>
                  <a:pt x="0" y="217508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9" name="Google Shape;3669;p107"/>
          <p:cNvSpPr/>
          <p:nvPr/>
        </p:nvSpPr>
        <p:spPr>
          <a:xfrm>
            <a:off x="0" y="4682920"/>
            <a:ext cx="7114535" cy="2175080"/>
          </a:xfrm>
          <a:custGeom>
            <a:rect b="b" l="l" r="r" t="t"/>
            <a:pathLst>
              <a:path extrusionOk="0" h="2175080" w="7114535">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0" name="Google Shape;3670;p10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74" name="Shape 3674"/>
        <p:cNvGrpSpPr/>
        <p:nvPr/>
      </p:nvGrpSpPr>
      <p:grpSpPr>
        <a:xfrm>
          <a:off x="0" y="0"/>
          <a:ext cx="0" cy="0"/>
          <a:chOff x="0" y="0"/>
          <a:chExt cx="0" cy="0"/>
        </a:xfrm>
      </p:grpSpPr>
      <p:sp>
        <p:nvSpPr>
          <p:cNvPr id="3675" name="Google Shape;3675;p108"/>
          <p:cNvSpPr/>
          <p:nvPr/>
        </p:nvSpPr>
        <p:spPr>
          <a:xfrm>
            <a:off x="355601" y="0"/>
            <a:ext cx="11480494" cy="2753936"/>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76" name="Google Shape;3676;p10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77" name="Google Shape;3677;p108"/>
          <p:cNvSpPr txBox="1"/>
          <p:nvPr>
            <p:ph type="title"/>
          </p:nvPr>
        </p:nvSpPr>
        <p:spPr>
          <a:xfrm>
            <a:off x="1179226" y="826680"/>
            <a:ext cx="9833548"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Cycle de vie</a:t>
            </a:r>
            <a:endParaRPr/>
          </a:p>
        </p:txBody>
      </p:sp>
      <p:pic>
        <p:nvPicPr>
          <p:cNvPr id="3678" name="Google Shape;3678;p108"/>
          <p:cNvPicPr preferRelativeResize="0"/>
          <p:nvPr/>
        </p:nvPicPr>
        <p:blipFill rotWithShape="1">
          <a:blip r:embed="rId4">
            <a:alphaModFix/>
          </a:blip>
          <a:srcRect b="0" l="0" r="0" t="0"/>
          <a:stretch/>
        </p:blipFill>
        <p:spPr>
          <a:xfrm>
            <a:off x="2264230" y="2571756"/>
            <a:ext cx="8172593" cy="4125966"/>
          </a:xfrm>
          <a:prstGeom prst="rect">
            <a:avLst/>
          </a:prstGeom>
          <a:noFill/>
          <a:ln cap="sq" cmpd="sng" w="38100">
            <a:solidFill>
              <a:srgbClr val="2E8EA8"/>
            </a:solidFill>
            <a:prstDash val="solid"/>
            <a:miter lim="8000"/>
            <a:headEnd len="sm" w="sm" type="none"/>
            <a:tailEnd len="sm" w="sm" type="none"/>
          </a:ln>
          <a:effectLst>
            <a:outerShdw algn="tl" dir="2700000" dist="38096">
              <a:srgbClr val="000000">
                <a:alpha val="42745"/>
              </a:srgbClr>
            </a:outerShdw>
          </a:effectLst>
        </p:spPr>
      </p:pic>
      <p:sp>
        <p:nvSpPr>
          <p:cNvPr id="3679" name="Google Shape;3679;p108"/>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83" name="Shape 3683"/>
        <p:cNvGrpSpPr/>
        <p:nvPr/>
      </p:nvGrpSpPr>
      <p:grpSpPr>
        <a:xfrm>
          <a:off x="0" y="0"/>
          <a:ext cx="0" cy="0"/>
          <a:chOff x="0" y="0"/>
          <a:chExt cx="0" cy="0"/>
        </a:xfrm>
      </p:grpSpPr>
      <p:sp>
        <p:nvSpPr>
          <p:cNvPr id="3684" name="Google Shape;3684;p109"/>
          <p:cNvSpPr/>
          <p:nvPr/>
        </p:nvSpPr>
        <p:spPr>
          <a:xfrm>
            <a:off x="0" y="-2"/>
            <a:ext cx="12192000" cy="68580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685" name="Google Shape;3685;p109"/>
          <p:cNvSpPr/>
          <p:nvPr/>
        </p:nvSpPr>
        <p:spPr>
          <a:xfrm>
            <a:off x="0" y="4918509"/>
            <a:ext cx="12192000" cy="1939491"/>
          </a:xfrm>
          <a:prstGeom prst="rect">
            <a:avLst/>
          </a:prstGeom>
          <a:solidFill>
            <a:srgbClr val="516A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686" name="Google Shape;3686;p109"/>
          <p:cNvSpPr txBox="1"/>
          <p:nvPr>
            <p:ph type="title"/>
          </p:nvPr>
        </p:nvSpPr>
        <p:spPr>
          <a:xfrm>
            <a:off x="2021633" y="4380912"/>
            <a:ext cx="8148734" cy="1069270"/>
          </a:xfrm>
          <a:prstGeom prst="rect">
            <a:avLst/>
          </a:prstGeom>
          <a:solidFill>
            <a:srgbClr val="FFFFFF"/>
          </a:solidFill>
          <a:ln cap="sq" cmpd="sng" w="31750">
            <a:solidFill>
              <a:srgbClr val="5E5E5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3600"/>
              <a:buFont typeface="Calibri"/>
              <a:buNone/>
            </a:pPr>
            <a:r>
              <a:rPr b="1" lang="en-US" sz="3600">
                <a:solidFill>
                  <a:srgbClr val="262626"/>
                </a:solidFill>
                <a:latin typeface="Calibri"/>
                <a:ea typeface="Calibri"/>
                <a:cs typeface="Calibri"/>
                <a:sym typeface="Calibri"/>
              </a:rPr>
              <a:t>Phase d'Exploration</a:t>
            </a:r>
            <a:endParaRPr sz="3600">
              <a:solidFill>
                <a:srgbClr val="262626"/>
              </a:solidFill>
              <a:latin typeface="Calibri"/>
              <a:ea typeface="Calibri"/>
              <a:cs typeface="Calibri"/>
              <a:sym typeface="Calibri"/>
            </a:endParaRPr>
          </a:p>
        </p:txBody>
      </p:sp>
      <p:pic>
        <p:nvPicPr>
          <p:cNvPr id="3687" name="Google Shape;3687;p109"/>
          <p:cNvPicPr preferRelativeResize="0"/>
          <p:nvPr/>
        </p:nvPicPr>
        <p:blipFill rotWithShape="1">
          <a:blip r:embed="rId3">
            <a:alphaModFix/>
          </a:blip>
          <a:srcRect b="0" l="0" r="0" t="0"/>
          <a:stretch/>
        </p:blipFill>
        <p:spPr>
          <a:xfrm>
            <a:off x="1084881" y="971268"/>
            <a:ext cx="10022236" cy="2956560"/>
          </a:xfrm>
          <a:prstGeom prst="rect">
            <a:avLst/>
          </a:prstGeom>
          <a:noFill/>
          <a:ln>
            <a:noFill/>
          </a:ln>
        </p:spPr>
      </p:pic>
      <p:sp>
        <p:nvSpPr>
          <p:cNvPr id="3688" name="Google Shape;3688;p109"/>
          <p:cNvSpPr txBox="1"/>
          <p:nvPr>
            <p:ph idx="4294967295" type="body"/>
          </p:nvPr>
        </p:nvSpPr>
        <p:spPr>
          <a:xfrm>
            <a:off x="2231136" y="5542925"/>
            <a:ext cx="7729728" cy="76897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1700"/>
              <a:buChar char="•"/>
            </a:pPr>
            <a:r>
              <a:rPr lang="en-US" sz="1700">
                <a:solidFill>
                  <a:schemeClr val="lt1"/>
                </a:solidFill>
              </a:rPr>
              <a:t>La phase d'exploration prend entre quelques semaines à quelques mois, dépendant en grande partie sur la façon dont la technologie familière est aux programmeurs.</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92" name="Shape 3692"/>
        <p:cNvGrpSpPr/>
        <p:nvPr/>
      </p:nvGrpSpPr>
      <p:grpSpPr>
        <a:xfrm>
          <a:off x="0" y="0"/>
          <a:ext cx="0" cy="0"/>
          <a:chOff x="0" y="0"/>
          <a:chExt cx="0" cy="0"/>
        </a:xfrm>
      </p:grpSpPr>
      <p:sp>
        <p:nvSpPr>
          <p:cNvPr id="3693" name="Google Shape;3693;p110"/>
          <p:cNvSpPr/>
          <p:nvPr/>
        </p:nvSpPr>
        <p:spPr>
          <a:xfrm>
            <a:off x="0" y="-2"/>
            <a:ext cx="12192000" cy="68580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694" name="Google Shape;3694;p110"/>
          <p:cNvSpPr/>
          <p:nvPr/>
        </p:nvSpPr>
        <p:spPr>
          <a:xfrm>
            <a:off x="0" y="4918509"/>
            <a:ext cx="12192000" cy="1939491"/>
          </a:xfrm>
          <a:prstGeom prst="rect">
            <a:avLst/>
          </a:prstGeom>
          <a:solidFill>
            <a:srgbClr val="516A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695" name="Google Shape;3695;p110"/>
          <p:cNvSpPr txBox="1"/>
          <p:nvPr>
            <p:ph type="title"/>
          </p:nvPr>
        </p:nvSpPr>
        <p:spPr>
          <a:xfrm>
            <a:off x="2021633" y="4380912"/>
            <a:ext cx="8148734" cy="1069270"/>
          </a:xfrm>
          <a:prstGeom prst="rect">
            <a:avLst/>
          </a:prstGeom>
          <a:solidFill>
            <a:srgbClr val="FFFFFF"/>
          </a:solidFill>
          <a:ln cap="sq" cmpd="sng" w="31750">
            <a:solidFill>
              <a:srgbClr val="5E5E5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3600"/>
              <a:buFont typeface="Calibri"/>
              <a:buNone/>
            </a:pPr>
            <a:r>
              <a:rPr b="1" lang="en-US" sz="3600">
                <a:solidFill>
                  <a:srgbClr val="262626"/>
                </a:solidFill>
              </a:rPr>
              <a:t>Phase de Planification</a:t>
            </a:r>
            <a:endParaRPr sz="3600">
              <a:solidFill>
                <a:srgbClr val="262626"/>
              </a:solidFill>
            </a:endParaRPr>
          </a:p>
        </p:txBody>
      </p:sp>
      <p:pic>
        <p:nvPicPr>
          <p:cNvPr descr="Une image contenant capture d’écran&#10;&#10;Description générée avec un niveau de confiance très élevé" id="3696" name="Google Shape;3696;p110"/>
          <p:cNvPicPr preferRelativeResize="0"/>
          <p:nvPr/>
        </p:nvPicPr>
        <p:blipFill rotWithShape="1">
          <a:blip r:embed="rId3">
            <a:alphaModFix/>
          </a:blip>
          <a:srcRect b="0" l="0" r="0" t="0"/>
          <a:stretch/>
        </p:blipFill>
        <p:spPr>
          <a:xfrm>
            <a:off x="1931830" y="971268"/>
            <a:ext cx="8328337" cy="2956560"/>
          </a:xfrm>
          <a:prstGeom prst="rect">
            <a:avLst/>
          </a:prstGeom>
          <a:noFill/>
          <a:ln>
            <a:noFill/>
          </a:ln>
        </p:spPr>
      </p:pic>
      <p:sp>
        <p:nvSpPr>
          <p:cNvPr id="3697" name="Google Shape;3697;p110"/>
          <p:cNvSpPr txBox="1"/>
          <p:nvPr>
            <p:ph idx="1" type="body"/>
          </p:nvPr>
        </p:nvSpPr>
        <p:spPr>
          <a:xfrm>
            <a:off x="2231136" y="5542925"/>
            <a:ext cx="7729728" cy="768975"/>
          </a:xfrm>
          <a:prstGeom prst="rect">
            <a:avLst/>
          </a:prstGeom>
          <a:noFill/>
          <a:ln>
            <a:noFill/>
          </a:ln>
        </p:spPr>
        <p:txBody>
          <a:bodyPr anchorCtr="0" anchor="t" bIns="45700" lIns="395975" spcFirstLastPara="1" rIns="91425" wrap="square" tIns="45700">
            <a:normAutofit/>
          </a:bodyPr>
          <a:lstStyle/>
          <a:p>
            <a:pPr indent="0" lvl="0" marL="0" rtl="0" algn="ctr">
              <a:lnSpc>
                <a:spcPct val="90000"/>
              </a:lnSpc>
              <a:spcBef>
                <a:spcPts val="0"/>
              </a:spcBef>
              <a:spcAft>
                <a:spcPts val="0"/>
              </a:spcAft>
              <a:buClr>
                <a:schemeClr val="lt1"/>
              </a:buClr>
              <a:buSzPts val="1500"/>
              <a:buNone/>
            </a:pPr>
            <a:r>
              <a:rPr lang="en-US" sz="1500">
                <a:solidFill>
                  <a:schemeClr val="lt1"/>
                </a:solidFill>
                <a:latin typeface="Cambria"/>
                <a:ea typeface="Cambria"/>
                <a:cs typeface="Cambria"/>
                <a:sym typeface="Cambria"/>
              </a:rPr>
              <a:t>La période de temps de l'horaire de la première version ne dépasse normalement pas deux mois. La phase de planification lui-même prend quelques jours.</a:t>
            </a:r>
            <a:endParaRPr/>
          </a:p>
        </p:txBody>
      </p:sp>
      <p:sp>
        <p:nvSpPr>
          <p:cNvPr id="3698" name="Google Shape;3698;p110"/>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02" name="Shape 3702"/>
        <p:cNvGrpSpPr/>
        <p:nvPr/>
      </p:nvGrpSpPr>
      <p:grpSpPr>
        <a:xfrm>
          <a:off x="0" y="0"/>
          <a:ext cx="0" cy="0"/>
          <a:chOff x="0" y="0"/>
          <a:chExt cx="0" cy="0"/>
        </a:xfrm>
      </p:grpSpPr>
      <p:sp>
        <p:nvSpPr>
          <p:cNvPr id="3703" name="Google Shape;3703;p111"/>
          <p:cNvSpPr/>
          <p:nvPr/>
        </p:nvSpPr>
        <p:spPr>
          <a:xfrm>
            <a:off x="0" y="-2"/>
            <a:ext cx="12192000" cy="68580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704" name="Google Shape;3704;p111"/>
          <p:cNvSpPr/>
          <p:nvPr/>
        </p:nvSpPr>
        <p:spPr>
          <a:xfrm>
            <a:off x="0" y="4918509"/>
            <a:ext cx="12192000" cy="1939491"/>
          </a:xfrm>
          <a:prstGeom prst="rect">
            <a:avLst/>
          </a:prstGeom>
          <a:solidFill>
            <a:srgbClr val="516A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705" name="Google Shape;3705;p111"/>
          <p:cNvSpPr txBox="1"/>
          <p:nvPr>
            <p:ph type="title"/>
          </p:nvPr>
        </p:nvSpPr>
        <p:spPr>
          <a:xfrm>
            <a:off x="2021633" y="4380912"/>
            <a:ext cx="8148734" cy="1069270"/>
          </a:xfrm>
          <a:prstGeom prst="rect">
            <a:avLst/>
          </a:prstGeom>
          <a:solidFill>
            <a:srgbClr val="FFFFFF"/>
          </a:solidFill>
          <a:ln cap="sq" cmpd="sng" w="31750">
            <a:solidFill>
              <a:srgbClr val="5E5E5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3600"/>
              <a:buFont typeface="Calibri"/>
              <a:buNone/>
            </a:pPr>
            <a:r>
              <a:rPr b="1" lang="en-US" sz="3600">
                <a:solidFill>
                  <a:srgbClr val="262626"/>
                </a:solidFill>
                <a:latin typeface="Calibri"/>
                <a:ea typeface="Calibri"/>
                <a:cs typeface="Calibri"/>
                <a:sym typeface="Calibri"/>
              </a:rPr>
              <a:t>Phase d’Itérations à libération</a:t>
            </a:r>
            <a:endParaRPr sz="3600">
              <a:solidFill>
                <a:srgbClr val="262626"/>
              </a:solidFill>
              <a:latin typeface="Calibri"/>
              <a:ea typeface="Calibri"/>
              <a:cs typeface="Calibri"/>
              <a:sym typeface="Calibri"/>
            </a:endParaRPr>
          </a:p>
        </p:txBody>
      </p:sp>
      <p:pic>
        <p:nvPicPr>
          <p:cNvPr id="3706" name="Google Shape;3706;p111"/>
          <p:cNvPicPr preferRelativeResize="0"/>
          <p:nvPr/>
        </p:nvPicPr>
        <p:blipFill rotWithShape="1">
          <a:blip r:embed="rId3">
            <a:alphaModFix/>
          </a:blip>
          <a:srcRect b="0" l="0" r="0" t="0"/>
          <a:stretch/>
        </p:blipFill>
        <p:spPr>
          <a:xfrm>
            <a:off x="1547446" y="971268"/>
            <a:ext cx="9097106" cy="2956560"/>
          </a:xfrm>
          <a:prstGeom prst="rect">
            <a:avLst/>
          </a:prstGeom>
          <a:noFill/>
          <a:ln>
            <a:noFill/>
          </a:ln>
        </p:spPr>
      </p:pic>
      <p:sp>
        <p:nvSpPr>
          <p:cNvPr id="3707" name="Google Shape;3707;p111"/>
          <p:cNvSpPr txBox="1"/>
          <p:nvPr>
            <p:ph idx="4294967295" type="body"/>
          </p:nvPr>
        </p:nvSpPr>
        <p:spPr>
          <a:xfrm>
            <a:off x="2231136" y="5542925"/>
            <a:ext cx="7729728" cy="76897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1800"/>
              <a:buChar char="•"/>
            </a:pPr>
            <a:r>
              <a:rPr lang="en-US" sz="1800">
                <a:solidFill>
                  <a:schemeClr val="lt1"/>
                </a:solidFill>
              </a:rPr>
              <a:t>Les tests fonctionnels créés par le client sont exécutés à la fin de chaque itération. A la fin de la dernière itération, le système est prêt pour la production.</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11" name="Shape 3711"/>
        <p:cNvGrpSpPr/>
        <p:nvPr/>
      </p:nvGrpSpPr>
      <p:grpSpPr>
        <a:xfrm>
          <a:off x="0" y="0"/>
          <a:ext cx="0" cy="0"/>
          <a:chOff x="0" y="0"/>
          <a:chExt cx="0" cy="0"/>
        </a:xfrm>
      </p:grpSpPr>
      <p:sp>
        <p:nvSpPr>
          <p:cNvPr id="3712" name="Google Shape;3712;p112"/>
          <p:cNvSpPr/>
          <p:nvPr/>
        </p:nvSpPr>
        <p:spPr>
          <a:xfrm>
            <a:off x="0" y="-2"/>
            <a:ext cx="12192000" cy="68580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713" name="Google Shape;3713;p112"/>
          <p:cNvSpPr/>
          <p:nvPr/>
        </p:nvSpPr>
        <p:spPr>
          <a:xfrm>
            <a:off x="0" y="4171873"/>
            <a:ext cx="12192000" cy="2686127"/>
          </a:xfrm>
          <a:prstGeom prst="rect">
            <a:avLst/>
          </a:prstGeom>
          <a:solidFill>
            <a:srgbClr val="516A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714" name="Google Shape;3714;p112"/>
          <p:cNvSpPr txBox="1"/>
          <p:nvPr>
            <p:ph type="title"/>
          </p:nvPr>
        </p:nvSpPr>
        <p:spPr>
          <a:xfrm>
            <a:off x="2021633" y="3634276"/>
            <a:ext cx="8148734" cy="1069270"/>
          </a:xfrm>
          <a:prstGeom prst="rect">
            <a:avLst/>
          </a:prstGeom>
          <a:solidFill>
            <a:srgbClr val="FFFFFF"/>
          </a:solidFill>
          <a:ln cap="sq" cmpd="sng" w="31750">
            <a:solidFill>
              <a:srgbClr val="5E5E5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3600"/>
              <a:buFont typeface="Calibri"/>
              <a:buNone/>
            </a:pPr>
            <a:r>
              <a:rPr b="1" lang="en-US" sz="3600">
                <a:solidFill>
                  <a:srgbClr val="262626"/>
                </a:solidFill>
                <a:latin typeface="Calibri"/>
                <a:ea typeface="Calibri"/>
                <a:cs typeface="Calibri"/>
                <a:sym typeface="Calibri"/>
              </a:rPr>
              <a:t>Phase Mise en production</a:t>
            </a:r>
            <a:endParaRPr sz="3600">
              <a:solidFill>
                <a:srgbClr val="262626"/>
              </a:solidFill>
              <a:latin typeface="Calibri"/>
              <a:ea typeface="Calibri"/>
              <a:cs typeface="Calibri"/>
              <a:sym typeface="Calibri"/>
            </a:endParaRPr>
          </a:p>
        </p:txBody>
      </p:sp>
      <p:pic>
        <p:nvPicPr>
          <p:cNvPr id="3715" name="Google Shape;3715;p112"/>
          <p:cNvPicPr preferRelativeResize="0"/>
          <p:nvPr/>
        </p:nvPicPr>
        <p:blipFill rotWithShape="1">
          <a:blip r:embed="rId3">
            <a:alphaModFix/>
          </a:blip>
          <a:srcRect b="0" l="0" r="0" t="0"/>
          <a:stretch/>
        </p:blipFill>
        <p:spPr>
          <a:xfrm>
            <a:off x="2293745" y="866326"/>
            <a:ext cx="7604509" cy="2357398"/>
          </a:xfrm>
          <a:prstGeom prst="rect">
            <a:avLst/>
          </a:prstGeom>
          <a:noFill/>
          <a:ln>
            <a:noFill/>
          </a:ln>
        </p:spPr>
      </p:pic>
      <p:sp>
        <p:nvSpPr>
          <p:cNvPr id="3716" name="Google Shape;3716;p112"/>
          <p:cNvSpPr txBox="1"/>
          <p:nvPr>
            <p:ph idx="4294967295" type="body"/>
          </p:nvPr>
        </p:nvSpPr>
        <p:spPr>
          <a:xfrm>
            <a:off x="3060700" y="4889365"/>
            <a:ext cx="6070600" cy="13514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1800"/>
              <a:buChar char="•"/>
            </a:pPr>
            <a:r>
              <a:rPr lang="en-US" sz="1800">
                <a:solidFill>
                  <a:schemeClr val="lt1"/>
                </a:solidFill>
              </a:rPr>
              <a:t>Au cours de cette phase, les itérations peuvent être besoin d'être accélérer de trois semaines à une semaine. Les idées et suggestions reportées sont documentées pour la mise en œuvre plus tard au cours, par exemple, la phase d'entretien.</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20" name="Shape 3720"/>
        <p:cNvGrpSpPr/>
        <p:nvPr/>
      </p:nvGrpSpPr>
      <p:grpSpPr>
        <a:xfrm>
          <a:off x="0" y="0"/>
          <a:ext cx="0" cy="0"/>
          <a:chOff x="0" y="0"/>
          <a:chExt cx="0" cy="0"/>
        </a:xfrm>
      </p:grpSpPr>
      <p:sp>
        <p:nvSpPr>
          <p:cNvPr id="3721" name="Google Shape;3721;p113"/>
          <p:cNvSpPr/>
          <p:nvPr/>
        </p:nvSpPr>
        <p:spPr>
          <a:xfrm>
            <a:off x="0" y="-2"/>
            <a:ext cx="12192000" cy="68580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722" name="Google Shape;3722;p113"/>
          <p:cNvSpPr/>
          <p:nvPr/>
        </p:nvSpPr>
        <p:spPr>
          <a:xfrm>
            <a:off x="0" y="4171873"/>
            <a:ext cx="12192000" cy="2686127"/>
          </a:xfrm>
          <a:prstGeom prst="rect">
            <a:avLst/>
          </a:prstGeom>
          <a:solidFill>
            <a:srgbClr val="516A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3723" name="Google Shape;3723;p113"/>
          <p:cNvSpPr txBox="1"/>
          <p:nvPr>
            <p:ph type="title"/>
          </p:nvPr>
        </p:nvSpPr>
        <p:spPr>
          <a:xfrm>
            <a:off x="2021633" y="3634276"/>
            <a:ext cx="8148734" cy="1069270"/>
          </a:xfrm>
          <a:prstGeom prst="rect">
            <a:avLst/>
          </a:prstGeom>
          <a:solidFill>
            <a:srgbClr val="FFFFFF"/>
          </a:solidFill>
          <a:ln cap="sq" cmpd="sng" w="31750">
            <a:solidFill>
              <a:srgbClr val="5E5E5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4A66"/>
              </a:buClr>
              <a:buSzPts val="3600"/>
              <a:buFont typeface="Calibri"/>
              <a:buNone/>
            </a:pPr>
            <a:r>
              <a:rPr b="1" lang="en-US" sz="3600">
                <a:solidFill>
                  <a:srgbClr val="004A66"/>
                </a:solidFill>
              </a:rPr>
              <a:t>Phase de maintenance et de mort</a:t>
            </a:r>
            <a:endParaRPr sz="3600">
              <a:solidFill>
                <a:srgbClr val="004A66"/>
              </a:solidFill>
            </a:endParaRPr>
          </a:p>
        </p:txBody>
      </p:sp>
      <p:sp>
        <p:nvSpPr>
          <p:cNvPr id="3724" name="Google Shape;3724;p113"/>
          <p:cNvSpPr txBox="1"/>
          <p:nvPr>
            <p:ph idx="4294967295" type="body"/>
          </p:nvPr>
        </p:nvSpPr>
        <p:spPr>
          <a:xfrm>
            <a:off x="3060700" y="4889365"/>
            <a:ext cx="6070600" cy="13514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1800"/>
              <a:buChar char="•"/>
            </a:pPr>
            <a:r>
              <a:rPr lang="en-US" sz="1800">
                <a:solidFill>
                  <a:schemeClr val="lt1"/>
                </a:solidFill>
              </a:rPr>
              <a:t>Après la première version est produite pour une utilisation du client, le projet de XP doit à la fois maintenir le système dans la production en cours d'exécution tout en produisant de nouvelles itérations.</a:t>
            </a:r>
            <a:endParaRPr/>
          </a:p>
        </p:txBody>
      </p:sp>
      <p:pic>
        <p:nvPicPr>
          <p:cNvPr descr="Une image contenant capture d’écran&#10;&#10;Description générée avec un niveau de confiance très élevé" id="3725" name="Google Shape;3725;p113"/>
          <p:cNvPicPr preferRelativeResize="0"/>
          <p:nvPr/>
        </p:nvPicPr>
        <p:blipFill rotWithShape="1">
          <a:blip r:embed="rId3">
            <a:alphaModFix/>
          </a:blip>
          <a:srcRect b="0" l="0" r="0" t="0"/>
          <a:stretch/>
        </p:blipFill>
        <p:spPr>
          <a:xfrm>
            <a:off x="1480457" y="217713"/>
            <a:ext cx="8816392" cy="3346771"/>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65156"/>
        </a:solidFill>
      </p:bgPr>
    </p:bg>
    <p:spTree>
      <p:nvGrpSpPr>
        <p:cNvPr id="3729" name="Shape 3729"/>
        <p:cNvGrpSpPr/>
        <p:nvPr/>
      </p:nvGrpSpPr>
      <p:grpSpPr>
        <a:xfrm>
          <a:off x="0" y="0"/>
          <a:ext cx="0" cy="0"/>
          <a:chOff x="0" y="0"/>
          <a:chExt cx="0" cy="0"/>
        </a:xfrm>
      </p:grpSpPr>
      <p:sp>
        <p:nvSpPr>
          <p:cNvPr id="3730" name="Google Shape;3730;p114"/>
          <p:cNvSpPr/>
          <p:nvPr/>
        </p:nvSpPr>
        <p:spPr>
          <a:xfrm>
            <a:off x="1953768" y="0"/>
            <a:ext cx="8284464" cy="68580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1" name="Google Shape;3731;p114"/>
          <p:cNvSpPr/>
          <p:nvPr/>
        </p:nvSpPr>
        <p:spPr>
          <a:xfrm>
            <a:off x="2118360" y="0"/>
            <a:ext cx="7955280" cy="68580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2" name="Google Shape;3732;p114"/>
          <p:cNvSpPr txBox="1"/>
          <p:nvPr>
            <p:ph type="ctrTitle"/>
          </p:nvPr>
        </p:nvSpPr>
        <p:spPr>
          <a:xfrm>
            <a:off x="2555631" y="1441938"/>
            <a:ext cx="7080738" cy="3974124"/>
          </a:xfrm>
          <a:prstGeom prst="rect">
            <a:avLst/>
          </a:prstGeom>
          <a:noFill/>
          <a:ln>
            <a:noFill/>
          </a:ln>
        </p:spPr>
        <p:txBody>
          <a:bodyPr anchorCtr="1" anchor="ctr" bIns="45700" lIns="91425" spcFirstLastPara="1" rIns="91425" wrap="square" tIns="45700">
            <a:normAutofit/>
          </a:bodyPr>
          <a:lstStyle/>
          <a:p>
            <a:pPr indent="0" lvl="0" marL="0" rtl="0" algn="ctr">
              <a:lnSpc>
                <a:spcPct val="90000"/>
              </a:lnSpc>
              <a:spcBef>
                <a:spcPts val="0"/>
              </a:spcBef>
              <a:spcAft>
                <a:spcPts val="0"/>
              </a:spcAft>
              <a:buClr>
                <a:srgbClr val="2F3D45"/>
              </a:buClr>
              <a:buSzPts val="5400"/>
              <a:buFont typeface="Calibri"/>
              <a:buNone/>
            </a:pPr>
            <a:r>
              <a:rPr b="1" lang="en-US" sz="5400">
                <a:solidFill>
                  <a:srgbClr val="2F3D45"/>
                </a:solidFill>
              </a:rPr>
              <a:t>Rôles </a:t>
            </a:r>
            <a:br>
              <a:rPr b="1" lang="en-US" sz="5400">
                <a:solidFill>
                  <a:srgbClr val="2F3D45"/>
                </a:solidFill>
              </a:rPr>
            </a:br>
            <a:r>
              <a:rPr b="1" lang="en-US" sz="5400">
                <a:solidFill>
                  <a:srgbClr val="2F3D45"/>
                </a:solidFill>
              </a:rPr>
              <a:t>et</a:t>
            </a:r>
            <a:br>
              <a:rPr b="1" lang="en-US" sz="5400">
                <a:solidFill>
                  <a:srgbClr val="2F3D45"/>
                </a:solidFill>
              </a:rPr>
            </a:br>
            <a:r>
              <a:rPr b="1" lang="en-US" sz="5400">
                <a:solidFill>
                  <a:srgbClr val="2F3D45"/>
                </a:solidFill>
              </a:rPr>
              <a:t> responsabilités</a:t>
            </a:r>
            <a:endParaRPr/>
          </a:p>
        </p:txBody>
      </p:sp>
      <p:sp>
        <p:nvSpPr>
          <p:cNvPr id="3733" name="Google Shape;3733;p1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37" name="Shape 3737"/>
        <p:cNvGrpSpPr/>
        <p:nvPr/>
      </p:nvGrpSpPr>
      <p:grpSpPr>
        <a:xfrm>
          <a:off x="0" y="0"/>
          <a:ext cx="0" cy="0"/>
          <a:chOff x="0" y="0"/>
          <a:chExt cx="0" cy="0"/>
        </a:xfrm>
      </p:grpSpPr>
      <p:sp>
        <p:nvSpPr>
          <p:cNvPr id="3738" name="Google Shape;3738;p11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9" name="Google Shape;3739;p115"/>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40" name="Google Shape;3740;p1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41" name="Google Shape;3741;p11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Client</a:t>
            </a:r>
            <a:endParaRPr>
              <a:solidFill>
                <a:srgbClr val="FFFFFF"/>
              </a:solidFill>
              <a:latin typeface="Calibri"/>
              <a:ea typeface="Calibri"/>
              <a:cs typeface="Calibri"/>
              <a:sym typeface="Calibri"/>
            </a:endParaRPr>
          </a:p>
        </p:txBody>
      </p:sp>
      <p:sp>
        <p:nvSpPr>
          <p:cNvPr id="3742" name="Google Shape;3742;p115"/>
          <p:cNvSpPr txBox="1"/>
          <p:nvPr>
            <p:ph idx="4294967295" type="body"/>
          </p:nvPr>
        </p:nvSpPr>
        <p:spPr>
          <a:xfrm>
            <a:off x="4949318" y="801866"/>
            <a:ext cx="6447340" cy="5230634"/>
          </a:xfrm>
          <a:prstGeom prst="rect">
            <a:avLst/>
          </a:prstGeom>
          <a:noFill/>
          <a:ln>
            <a:noFill/>
          </a:ln>
        </p:spPr>
        <p:txBody>
          <a:bodyPr anchorCtr="0" anchor="ctr" bIns="45700" lIns="91425" spcFirstLastPara="1" rIns="91425" wrap="square" tIns="45700">
            <a:normAutofit fontScale="92500"/>
          </a:bodyPr>
          <a:lstStyle/>
          <a:p>
            <a:pPr indent="-114300" lvl="0" marL="114300" rtl="0" algn="just">
              <a:lnSpc>
                <a:spcPct val="150000"/>
              </a:lnSpc>
              <a:spcBef>
                <a:spcPts val="0"/>
              </a:spcBef>
              <a:spcAft>
                <a:spcPts val="0"/>
              </a:spcAft>
              <a:buClr>
                <a:srgbClr val="000000"/>
              </a:buClr>
              <a:buSzPct val="100000"/>
              <a:buFont typeface="Noto Sans Symbols"/>
              <a:buChar char="⮚"/>
            </a:pPr>
            <a:r>
              <a:rPr lang="en-US" sz="2400">
                <a:solidFill>
                  <a:srgbClr val="000000"/>
                </a:solidFill>
                <a:latin typeface="Cambria"/>
                <a:ea typeface="Cambria"/>
                <a:cs typeface="Cambria"/>
                <a:sym typeface="Cambria"/>
              </a:rPr>
              <a:t>Le client définit ce qu'il faut faire </a:t>
            </a:r>
            <a:r>
              <a:rPr lang="en-US" sz="2400">
                <a:solidFill>
                  <a:srgbClr val="8D370A"/>
                </a:solidFill>
                <a:latin typeface="Cambria"/>
                <a:ea typeface="Cambria"/>
                <a:cs typeface="Cambria"/>
                <a:sym typeface="Cambria"/>
              </a:rPr>
              <a:t>(</a:t>
            </a:r>
            <a:r>
              <a:rPr b="1" lang="en-US" sz="2400">
                <a:solidFill>
                  <a:srgbClr val="8D370A"/>
                </a:solidFill>
                <a:latin typeface="Cambria"/>
                <a:ea typeface="Cambria"/>
                <a:cs typeface="Cambria"/>
                <a:sym typeface="Cambria"/>
              </a:rPr>
              <a:t>User Stories</a:t>
            </a:r>
            <a:r>
              <a:rPr lang="en-US" sz="2400">
                <a:solidFill>
                  <a:srgbClr val="8D370A"/>
                </a:solidFill>
                <a:latin typeface="Cambria"/>
                <a:ea typeface="Cambria"/>
                <a:cs typeface="Cambria"/>
                <a:sym typeface="Cambria"/>
              </a:rPr>
              <a:t>) </a:t>
            </a:r>
            <a:r>
              <a:rPr lang="en-US" sz="2400">
                <a:solidFill>
                  <a:srgbClr val="000000"/>
                </a:solidFill>
                <a:latin typeface="Cambria"/>
                <a:ea typeface="Cambria"/>
                <a:cs typeface="Cambria"/>
                <a:sym typeface="Cambria"/>
              </a:rPr>
              <a:t>et dans quel ordre </a:t>
            </a:r>
            <a:r>
              <a:rPr lang="en-US" sz="2400">
                <a:solidFill>
                  <a:srgbClr val="8D370A"/>
                </a:solidFill>
                <a:latin typeface="Cambria"/>
                <a:ea typeface="Cambria"/>
                <a:cs typeface="Cambria"/>
                <a:sym typeface="Cambria"/>
              </a:rPr>
              <a:t>(</a:t>
            </a:r>
            <a:r>
              <a:rPr b="1" lang="en-US" sz="2400">
                <a:solidFill>
                  <a:srgbClr val="8D370A"/>
                </a:solidFill>
                <a:latin typeface="Cambria"/>
                <a:ea typeface="Cambria"/>
                <a:cs typeface="Cambria"/>
                <a:sym typeface="Cambria"/>
              </a:rPr>
              <a:t>Jeux de planification</a:t>
            </a:r>
            <a:r>
              <a:rPr lang="en-US" sz="2400">
                <a:solidFill>
                  <a:srgbClr val="8D370A"/>
                </a:solidFill>
                <a:latin typeface="Cambria"/>
                <a:ea typeface="Cambria"/>
                <a:cs typeface="Cambria"/>
                <a:sym typeface="Cambria"/>
              </a:rPr>
              <a:t>). </a:t>
            </a:r>
            <a:endParaRPr/>
          </a:p>
          <a:p>
            <a:pPr indent="-114300" lvl="0" marL="114300" rtl="0" algn="just">
              <a:lnSpc>
                <a:spcPct val="150000"/>
              </a:lnSpc>
              <a:spcBef>
                <a:spcPts val="1000"/>
              </a:spcBef>
              <a:spcAft>
                <a:spcPts val="0"/>
              </a:spcAft>
              <a:buClr>
                <a:srgbClr val="000000"/>
              </a:buClr>
              <a:buSzPct val="100000"/>
              <a:buFont typeface="Noto Sans Symbols"/>
              <a:buChar char="⮚"/>
            </a:pPr>
            <a:r>
              <a:rPr lang="en-US" sz="2400">
                <a:solidFill>
                  <a:srgbClr val="000000"/>
                </a:solidFill>
                <a:latin typeface="Cambria"/>
                <a:ea typeface="Cambria"/>
                <a:cs typeface="Cambria"/>
                <a:sym typeface="Cambria"/>
              </a:rPr>
              <a:t>XP a une règle spéciale appelée </a:t>
            </a:r>
            <a:r>
              <a:rPr b="1" lang="en-US" sz="2400">
                <a:solidFill>
                  <a:srgbClr val="8D370A"/>
                </a:solidFill>
                <a:latin typeface="Cambria"/>
                <a:ea typeface="Cambria"/>
                <a:cs typeface="Cambria"/>
                <a:sym typeface="Cambria"/>
              </a:rPr>
              <a:t>client sur site</a:t>
            </a:r>
            <a:r>
              <a:rPr lang="en-US" sz="2400">
                <a:solidFill>
                  <a:srgbClr val="8D370A"/>
                </a:solidFill>
                <a:latin typeface="Cambria"/>
                <a:ea typeface="Cambria"/>
                <a:cs typeface="Cambria"/>
                <a:sym typeface="Cambria"/>
              </a:rPr>
              <a:t>. </a:t>
            </a:r>
            <a:endParaRPr/>
          </a:p>
          <a:p>
            <a:pPr indent="0" lvl="0" marL="0" rtl="0" algn="just">
              <a:lnSpc>
                <a:spcPct val="150000"/>
              </a:lnSpc>
              <a:spcBef>
                <a:spcPts val="1000"/>
              </a:spcBef>
              <a:spcAft>
                <a:spcPts val="0"/>
              </a:spcAft>
              <a:buClr>
                <a:schemeClr val="dk1"/>
              </a:buClr>
              <a:buSzPct val="100000"/>
              <a:buNone/>
            </a:pPr>
            <a:r>
              <a:t/>
            </a:r>
            <a:endParaRPr b="1" sz="2400">
              <a:solidFill>
                <a:srgbClr val="000000"/>
              </a:solidFill>
              <a:latin typeface="Cambria"/>
              <a:ea typeface="Cambria"/>
              <a:cs typeface="Cambria"/>
              <a:sym typeface="Cambria"/>
            </a:endParaRPr>
          </a:p>
          <a:p>
            <a:pPr indent="0" lvl="0" marL="0" rtl="0" algn="just">
              <a:lnSpc>
                <a:spcPct val="150000"/>
              </a:lnSpc>
              <a:spcBef>
                <a:spcPts val="1000"/>
              </a:spcBef>
              <a:spcAft>
                <a:spcPts val="0"/>
              </a:spcAft>
              <a:buClr>
                <a:srgbClr val="750D11"/>
              </a:buClr>
              <a:buSzPct val="100000"/>
              <a:buNone/>
            </a:pPr>
            <a:r>
              <a:rPr b="1" lang="en-US" sz="2400">
                <a:solidFill>
                  <a:srgbClr val="750D11"/>
                </a:solidFill>
                <a:latin typeface="Cambria"/>
                <a:ea typeface="Cambria"/>
                <a:cs typeface="Cambria"/>
                <a:sym typeface="Cambria"/>
              </a:rPr>
              <a:t>client sur site </a:t>
            </a:r>
            <a:r>
              <a:rPr lang="en-US" sz="2400">
                <a:solidFill>
                  <a:srgbClr val="750D11"/>
                </a:solidFill>
                <a:latin typeface="Cambria"/>
                <a:ea typeface="Cambria"/>
                <a:cs typeface="Cambria"/>
                <a:sym typeface="Cambria"/>
              </a:rPr>
              <a:t>: </a:t>
            </a:r>
            <a:r>
              <a:rPr lang="en-US" sz="2400">
                <a:solidFill>
                  <a:srgbClr val="000000"/>
                </a:solidFill>
                <a:latin typeface="Cambria"/>
                <a:ea typeface="Cambria"/>
                <a:cs typeface="Cambria"/>
                <a:sym typeface="Cambria"/>
              </a:rPr>
              <a:t>un représentant du client, généralement un expert du domaine qui est un utilisateur potentiel du système, fait partie de l'équipe de développement, et donc au développement "site". </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46" name="Shape 3746"/>
        <p:cNvGrpSpPr/>
        <p:nvPr/>
      </p:nvGrpSpPr>
      <p:grpSpPr>
        <a:xfrm>
          <a:off x="0" y="0"/>
          <a:ext cx="0" cy="0"/>
          <a:chOff x="0" y="0"/>
          <a:chExt cx="0" cy="0"/>
        </a:xfrm>
      </p:grpSpPr>
      <p:sp>
        <p:nvSpPr>
          <p:cNvPr id="3747" name="Google Shape;3747;p11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8" name="Google Shape;3748;p116"/>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49" name="Google Shape;3749;p1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50" name="Google Shape;3750;p11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Programmeur </a:t>
            </a:r>
            <a:endParaRPr>
              <a:solidFill>
                <a:srgbClr val="FFFFFF"/>
              </a:solidFill>
              <a:latin typeface="Calibri"/>
              <a:ea typeface="Calibri"/>
              <a:cs typeface="Calibri"/>
              <a:sym typeface="Calibri"/>
            </a:endParaRPr>
          </a:p>
        </p:txBody>
      </p:sp>
      <p:sp>
        <p:nvSpPr>
          <p:cNvPr id="3751" name="Google Shape;3751;p116"/>
          <p:cNvSpPr txBox="1"/>
          <p:nvPr>
            <p:ph idx="4294967295" type="body"/>
          </p:nvPr>
        </p:nvSpPr>
        <p:spPr>
          <a:xfrm>
            <a:off x="4949318" y="801865"/>
            <a:ext cx="6951950" cy="5753679"/>
          </a:xfrm>
          <a:prstGeom prst="rect">
            <a:avLst/>
          </a:prstGeom>
          <a:noFill/>
          <a:ln>
            <a:noFill/>
          </a:ln>
        </p:spPr>
        <p:txBody>
          <a:bodyPr anchorCtr="0" anchor="ctr" bIns="45700" lIns="91425" spcFirstLastPara="1" rIns="91425" wrap="square" tIns="45700">
            <a:noAutofit/>
          </a:bodyPr>
          <a:lstStyle/>
          <a:p>
            <a:pPr indent="-228600" lvl="0" marL="228600" rtl="0" algn="just">
              <a:lnSpc>
                <a:spcPct val="100000"/>
              </a:lnSpc>
              <a:spcBef>
                <a:spcPts val="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Il ne fait pas recours à des spécialistes comme les analystes, architectes logiciels ou concepteurs de logiciels. Au lieu de ce travail est effectué par les programmeurs. Il y a plusieurs compétences que le programmeur doit avoir :</a:t>
            </a:r>
            <a:endParaRPr/>
          </a:p>
          <a:p>
            <a:pPr indent="0" lvl="0" marL="0" rtl="0" algn="just">
              <a:lnSpc>
                <a:spcPct val="100000"/>
              </a:lnSpc>
              <a:spcBef>
                <a:spcPts val="1000"/>
              </a:spcBef>
              <a:spcAft>
                <a:spcPts val="0"/>
              </a:spcAft>
              <a:buClr>
                <a:srgbClr val="750D11"/>
              </a:buClr>
              <a:buSzPts val="1800"/>
              <a:buNone/>
            </a:pPr>
            <a:r>
              <a:rPr b="1" lang="en-US" sz="1800">
                <a:solidFill>
                  <a:srgbClr val="750D11"/>
                </a:solidFill>
                <a:latin typeface="Cambria"/>
                <a:ea typeface="Cambria"/>
                <a:cs typeface="Cambria"/>
                <a:sym typeface="Cambria"/>
              </a:rPr>
              <a:t>La communication</a:t>
            </a:r>
            <a:endParaRPr/>
          </a:p>
          <a:p>
            <a:pPr indent="-285750" lvl="2" marL="441198" rtl="0" algn="just">
              <a:lnSpc>
                <a:spcPct val="10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XP repose sur la communication, en particulier la communication face-à-face.</a:t>
            </a:r>
            <a:endParaRPr/>
          </a:p>
          <a:p>
            <a:pPr indent="0" lvl="0" marL="0" rtl="0" algn="just">
              <a:lnSpc>
                <a:spcPct val="100000"/>
              </a:lnSpc>
              <a:spcBef>
                <a:spcPts val="1000"/>
              </a:spcBef>
              <a:spcAft>
                <a:spcPts val="0"/>
              </a:spcAft>
              <a:buClr>
                <a:srgbClr val="750D11"/>
              </a:buClr>
              <a:buSzPts val="1800"/>
              <a:buNone/>
            </a:pPr>
            <a:r>
              <a:rPr b="1" lang="en-US" sz="1800">
                <a:solidFill>
                  <a:srgbClr val="750D11"/>
                </a:solidFill>
                <a:latin typeface="Cambria"/>
                <a:ea typeface="Cambria"/>
                <a:cs typeface="Cambria"/>
                <a:sym typeface="Cambria"/>
              </a:rPr>
              <a:t>Codage</a:t>
            </a:r>
            <a:endParaRPr b="1" sz="1800">
              <a:solidFill>
                <a:srgbClr val="750D11"/>
              </a:solidFill>
              <a:latin typeface="Cambria"/>
              <a:ea typeface="Cambria"/>
              <a:cs typeface="Cambria"/>
              <a:sym typeface="Cambria"/>
            </a:endParaRPr>
          </a:p>
          <a:p>
            <a:pPr indent="-285750" lvl="2" marL="441198" rtl="0" algn="just">
              <a:lnSpc>
                <a:spcPct val="10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Le programmeur doit être raisonnablement bon au codage.</a:t>
            </a:r>
            <a:endParaRPr/>
          </a:p>
          <a:p>
            <a:pPr indent="0" lvl="0" marL="0" rtl="0" algn="just">
              <a:lnSpc>
                <a:spcPct val="100000"/>
              </a:lnSpc>
              <a:spcBef>
                <a:spcPts val="1000"/>
              </a:spcBef>
              <a:spcAft>
                <a:spcPts val="0"/>
              </a:spcAft>
              <a:buClr>
                <a:srgbClr val="750D11"/>
              </a:buClr>
              <a:buSzPts val="1800"/>
              <a:buNone/>
            </a:pPr>
            <a:r>
              <a:rPr b="1" lang="en-US" sz="1800">
                <a:solidFill>
                  <a:srgbClr val="750D11"/>
                </a:solidFill>
                <a:latin typeface="Cambria"/>
                <a:ea typeface="Cambria"/>
                <a:cs typeface="Cambria"/>
                <a:sym typeface="Cambria"/>
              </a:rPr>
              <a:t>Capacité de travailler en équipe</a:t>
            </a:r>
            <a:endParaRPr b="1" sz="1800">
              <a:solidFill>
                <a:srgbClr val="750D11"/>
              </a:solidFill>
              <a:latin typeface="Cambria"/>
              <a:ea typeface="Cambria"/>
              <a:cs typeface="Cambria"/>
              <a:sym typeface="Cambria"/>
            </a:endParaRPr>
          </a:p>
          <a:p>
            <a:pPr indent="-285750" lvl="2" marL="441198" rtl="0" algn="just">
              <a:lnSpc>
                <a:spcPct val="10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Ceci est une compétence évidente pour une méthodologie axée sur l'équipe comme XP. </a:t>
            </a:r>
            <a:endParaRPr/>
          </a:p>
          <a:p>
            <a:pPr indent="-285750" lvl="2" marL="441198" rtl="0" algn="just">
              <a:lnSpc>
                <a:spcPct val="10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Mais cela signifie plus, surtout avec </a:t>
            </a:r>
            <a:r>
              <a:rPr b="1" lang="en-US" sz="1800">
                <a:solidFill>
                  <a:srgbClr val="8D370A"/>
                </a:solidFill>
                <a:latin typeface="Cambria"/>
                <a:ea typeface="Cambria"/>
                <a:cs typeface="Cambria"/>
                <a:sym typeface="Cambria"/>
              </a:rPr>
              <a:t>propriété collective du code </a:t>
            </a:r>
            <a:r>
              <a:rPr lang="en-US" sz="1800">
                <a:solidFill>
                  <a:srgbClr val="8D370A"/>
                </a:solidFill>
                <a:latin typeface="Cambria"/>
                <a:ea typeface="Cambria"/>
                <a:cs typeface="Cambria"/>
                <a:sym typeface="Cambria"/>
              </a:rPr>
              <a:t>et de la </a:t>
            </a:r>
            <a:r>
              <a:rPr b="1" lang="en-US" sz="1800">
                <a:solidFill>
                  <a:srgbClr val="8D370A"/>
                </a:solidFill>
                <a:latin typeface="Cambria"/>
                <a:ea typeface="Cambria"/>
                <a:cs typeface="Cambria"/>
                <a:sym typeface="Cambria"/>
              </a:rPr>
              <a:t>programmation par paires</a:t>
            </a:r>
            <a:r>
              <a:rPr lang="en-US" sz="1800">
                <a:solidFill>
                  <a:srgbClr val="8D370A"/>
                </a:solidFill>
                <a:latin typeface="Cambria"/>
                <a:ea typeface="Cambria"/>
                <a:cs typeface="Cambria"/>
                <a:sym typeface="Cambria"/>
              </a:rPr>
              <a:t>.</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5" name="Shape 3755"/>
        <p:cNvGrpSpPr/>
        <p:nvPr/>
      </p:nvGrpSpPr>
      <p:grpSpPr>
        <a:xfrm>
          <a:off x="0" y="0"/>
          <a:ext cx="0" cy="0"/>
          <a:chOff x="0" y="0"/>
          <a:chExt cx="0" cy="0"/>
        </a:xfrm>
      </p:grpSpPr>
      <p:sp>
        <p:nvSpPr>
          <p:cNvPr id="3756" name="Google Shape;3756;p11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7" name="Google Shape;3757;p11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58" name="Google Shape;3758;p1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59" name="Google Shape;3759;p11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Entraîneur (Coach)</a:t>
            </a:r>
            <a:endParaRPr>
              <a:solidFill>
                <a:srgbClr val="FFFFFF"/>
              </a:solidFill>
              <a:latin typeface="Calibri"/>
              <a:ea typeface="Calibri"/>
              <a:cs typeface="Calibri"/>
              <a:sym typeface="Calibri"/>
            </a:endParaRPr>
          </a:p>
        </p:txBody>
      </p:sp>
      <p:sp>
        <p:nvSpPr>
          <p:cNvPr id="3760" name="Google Shape;3760;p117"/>
          <p:cNvSpPr txBox="1"/>
          <p:nvPr>
            <p:ph idx="4294967295" type="body"/>
          </p:nvPr>
        </p:nvSpPr>
        <p:spPr>
          <a:xfrm>
            <a:off x="4698609" y="196947"/>
            <a:ext cx="6698049" cy="6246055"/>
          </a:xfrm>
          <a:prstGeom prst="rect">
            <a:avLst/>
          </a:prstGeom>
          <a:noFill/>
          <a:ln>
            <a:noFill/>
          </a:ln>
        </p:spPr>
        <p:txBody>
          <a:bodyPr anchorCtr="0" anchor="ctr" bIns="45700" lIns="91425" spcFirstLastPara="1" rIns="91425" wrap="square" tIns="45700">
            <a:normAutofit/>
          </a:bodyPr>
          <a:lstStyle/>
          <a:p>
            <a:pPr indent="0" lvl="0" marL="0" rtl="0" algn="just">
              <a:lnSpc>
                <a:spcPct val="110000"/>
              </a:lnSpc>
              <a:spcBef>
                <a:spcPts val="0"/>
              </a:spcBef>
              <a:spcAft>
                <a:spcPts val="0"/>
              </a:spcAft>
              <a:buClr>
                <a:srgbClr val="000000"/>
              </a:buClr>
              <a:buSzPts val="1800"/>
              <a:buNone/>
            </a:pPr>
            <a:r>
              <a:rPr lang="en-US" sz="1800">
                <a:solidFill>
                  <a:srgbClr val="000000"/>
                </a:solidFill>
                <a:latin typeface="Cambria"/>
                <a:ea typeface="Cambria"/>
                <a:cs typeface="Cambria"/>
                <a:sym typeface="Cambria"/>
              </a:rPr>
              <a:t>La partie gestion d'un projet XP est divisée en deux rôles : l'entraîneur et le traqueur.</a:t>
            </a:r>
            <a:endParaRPr/>
          </a:p>
          <a:p>
            <a:pPr indent="0" lvl="0" marL="0" rtl="0" algn="just">
              <a:lnSpc>
                <a:spcPct val="110000"/>
              </a:lnSpc>
              <a:spcBef>
                <a:spcPts val="1000"/>
              </a:spcBef>
              <a:spcAft>
                <a:spcPts val="0"/>
              </a:spcAft>
              <a:buClr>
                <a:srgbClr val="750D11"/>
              </a:buClr>
              <a:buSzPts val="1800"/>
              <a:buNone/>
            </a:pPr>
            <a:r>
              <a:rPr b="1" lang="en-US" sz="1800">
                <a:solidFill>
                  <a:srgbClr val="750D11"/>
                </a:solidFill>
                <a:latin typeface="Cambria"/>
                <a:ea typeface="Cambria"/>
                <a:cs typeface="Cambria"/>
                <a:sym typeface="Cambria"/>
              </a:rPr>
              <a:t>1) L'entraîneur</a:t>
            </a:r>
            <a:endParaRPr sz="1800">
              <a:solidFill>
                <a:srgbClr val="750D11"/>
              </a:solidFill>
              <a:latin typeface="Cambria"/>
              <a:ea typeface="Cambria"/>
              <a:cs typeface="Cambria"/>
              <a:sym typeface="Cambria"/>
            </a:endParaRPr>
          </a:p>
          <a:p>
            <a:pPr indent="-228600" lvl="1" marL="685800" rtl="0" algn="just">
              <a:lnSpc>
                <a:spcPct val="11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L'entraîneur est responsable de l'exécution technique (et évolution) du projet. Il doit avoir de bonnes compétences en </a:t>
            </a:r>
            <a:r>
              <a:rPr b="1" lang="en-US" sz="1800">
                <a:solidFill>
                  <a:srgbClr val="8D370A"/>
                </a:solidFill>
                <a:latin typeface="Cambria"/>
                <a:ea typeface="Cambria"/>
                <a:cs typeface="Cambria"/>
                <a:sym typeface="Cambria"/>
              </a:rPr>
              <a:t>communication et en technique et confiant</a:t>
            </a:r>
            <a:r>
              <a:rPr lang="en-US" sz="1800">
                <a:solidFill>
                  <a:srgbClr val="8D370A"/>
                </a:solidFill>
                <a:latin typeface="Cambria"/>
                <a:ea typeface="Cambria"/>
                <a:cs typeface="Cambria"/>
                <a:sym typeface="Cambria"/>
              </a:rPr>
              <a:t>.</a:t>
            </a:r>
            <a:endParaRPr/>
          </a:p>
          <a:p>
            <a:pPr indent="-228600" lvl="1" marL="685800" rtl="0" algn="just">
              <a:lnSpc>
                <a:spcPct val="11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Les fonctions de l'entraîneur sont :</a:t>
            </a:r>
            <a:endParaRPr/>
          </a:p>
          <a:p>
            <a:pPr indent="-228600" lvl="1" marL="685800" rtl="0" algn="just">
              <a:lnSpc>
                <a:spcPct val="13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Expliquant le processus de gestion et de clients ;</a:t>
            </a:r>
            <a:endParaRPr/>
          </a:p>
          <a:p>
            <a:pPr indent="-228600" lvl="1" marL="685800" rtl="0" algn="just">
              <a:lnSpc>
                <a:spcPct val="13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Fournir des compétences techniques comme les tests, la mise en forme et refacturation ;</a:t>
            </a:r>
            <a:endParaRPr/>
          </a:p>
          <a:p>
            <a:pPr indent="-228600" lvl="1" marL="685800" rtl="0" algn="just">
              <a:lnSpc>
                <a:spcPct val="13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Ayant un aperçu général du système - en particulier pour les objectifs de refacturation à long terme ;</a:t>
            </a:r>
            <a:endParaRPr/>
          </a:p>
          <a:p>
            <a:pPr indent="-228600" lvl="1" marL="685800" rtl="0" algn="just">
              <a:lnSpc>
                <a:spcPct val="12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Disponible en tant que partenaire de développement (programmation en paires) surtout pour les nouveaux membres de l'équipe.</a:t>
            </a:r>
            <a:endParaRPr/>
          </a:p>
          <a:p>
            <a:pPr indent="-228600" lvl="1" marL="685800" rtl="0" algn="just">
              <a:lnSpc>
                <a:spcPct val="120000"/>
              </a:lnSpc>
              <a:spcBef>
                <a:spcPts val="5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L'entraîneur participe également aux réunions de gestion du projet.</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4" name="Shape 3764"/>
        <p:cNvGrpSpPr/>
        <p:nvPr/>
      </p:nvGrpSpPr>
      <p:grpSpPr>
        <a:xfrm>
          <a:off x="0" y="0"/>
          <a:ext cx="0" cy="0"/>
          <a:chOff x="0" y="0"/>
          <a:chExt cx="0" cy="0"/>
        </a:xfrm>
      </p:grpSpPr>
      <p:sp>
        <p:nvSpPr>
          <p:cNvPr id="3765" name="Google Shape;3765;p11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6" name="Google Shape;3766;p118"/>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67" name="Google Shape;3767;p1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68" name="Google Shape;3768;p118"/>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Entraîneur (Coach)</a:t>
            </a:r>
            <a:endParaRPr>
              <a:solidFill>
                <a:srgbClr val="FFFFFF"/>
              </a:solidFill>
              <a:latin typeface="Calibri"/>
              <a:ea typeface="Calibri"/>
              <a:cs typeface="Calibri"/>
              <a:sym typeface="Calibri"/>
            </a:endParaRPr>
          </a:p>
        </p:txBody>
      </p:sp>
      <p:sp>
        <p:nvSpPr>
          <p:cNvPr id="3769" name="Google Shape;3769;p118"/>
          <p:cNvSpPr txBox="1"/>
          <p:nvPr>
            <p:ph idx="4294967295" type="body"/>
          </p:nvPr>
        </p:nvSpPr>
        <p:spPr>
          <a:xfrm>
            <a:off x="5106572" y="422029"/>
            <a:ext cx="6290086" cy="5950633"/>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750D11"/>
              </a:buClr>
              <a:buSzPts val="2200"/>
              <a:buNone/>
            </a:pPr>
            <a:r>
              <a:rPr b="1" lang="en-US" sz="2200">
                <a:solidFill>
                  <a:srgbClr val="750D11"/>
                </a:solidFill>
                <a:latin typeface="Times New Roman"/>
                <a:ea typeface="Times New Roman"/>
                <a:cs typeface="Times New Roman"/>
                <a:sym typeface="Times New Roman"/>
              </a:rPr>
              <a:t>2) Traqueur (Tracker)</a:t>
            </a:r>
            <a:endParaRPr/>
          </a:p>
          <a:p>
            <a:pPr indent="0" lvl="0" marL="0" rtl="0" algn="just">
              <a:lnSpc>
                <a:spcPct val="100000"/>
              </a:lnSpc>
              <a:spcBef>
                <a:spcPts val="1000"/>
              </a:spcBef>
              <a:spcAft>
                <a:spcPts val="0"/>
              </a:spcAft>
              <a:buClr>
                <a:schemeClr val="dk1"/>
              </a:buClr>
              <a:buSzPts val="2200"/>
              <a:buNone/>
            </a:pPr>
            <a:r>
              <a:t/>
            </a:r>
            <a:endParaRPr sz="2200">
              <a:solidFill>
                <a:srgbClr val="750D11"/>
              </a:solidFill>
              <a:latin typeface="Times New Roman"/>
              <a:ea typeface="Times New Roman"/>
              <a:cs typeface="Times New Roman"/>
              <a:sym typeface="Times New Roman"/>
            </a:endParaRPr>
          </a:p>
          <a:p>
            <a:pPr indent="-228600" lvl="0" marL="228600" rtl="0" algn="just">
              <a:lnSpc>
                <a:spcPct val="100000"/>
              </a:lnSpc>
              <a:spcBef>
                <a:spcPts val="1000"/>
              </a:spcBef>
              <a:spcAft>
                <a:spcPts val="0"/>
              </a:spcAft>
              <a:buClr>
                <a:srgbClr val="000000"/>
              </a:buClr>
              <a:buSzPts val="2200"/>
              <a:buFont typeface="Noto Sans Symbols"/>
              <a:buChar char="⮚"/>
            </a:pPr>
            <a:r>
              <a:rPr lang="en-US" sz="2200">
                <a:solidFill>
                  <a:srgbClr val="000000"/>
                </a:solidFill>
                <a:latin typeface="Times New Roman"/>
                <a:ea typeface="Times New Roman"/>
                <a:cs typeface="Times New Roman"/>
                <a:sym typeface="Times New Roman"/>
              </a:rPr>
              <a:t>Le travail du traqueur est de rassembler tout ce que les </a:t>
            </a:r>
            <a:r>
              <a:rPr b="1" lang="en-US" sz="2200">
                <a:solidFill>
                  <a:srgbClr val="8D370A"/>
                </a:solidFill>
                <a:latin typeface="Times New Roman"/>
                <a:ea typeface="Times New Roman"/>
                <a:cs typeface="Times New Roman"/>
                <a:sym typeface="Times New Roman"/>
              </a:rPr>
              <a:t>métriques</a:t>
            </a:r>
            <a:r>
              <a:rPr lang="en-US" sz="2200">
                <a:solidFill>
                  <a:srgbClr val="000000"/>
                </a:solidFill>
                <a:latin typeface="Times New Roman"/>
                <a:ea typeface="Times New Roman"/>
                <a:cs typeface="Times New Roman"/>
                <a:sym typeface="Times New Roman"/>
              </a:rPr>
              <a:t> sont suivis pour le projet au moins le facteur de charge et les résultats des tests fonctionnels.</a:t>
            </a:r>
            <a:endParaRPr/>
          </a:p>
          <a:p>
            <a:pPr indent="-228600" lvl="0" marL="228600" rtl="0" algn="just">
              <a:lnSpc>
                <a:spcPct val="100000"/>
              </a:lnSpc>
              <a:spcBef>
                <a:spcPts val="1000"/>
              </a:spcBef>
              <a:spcAft>
                <a:spcPts val="0"/>
              </a:spcAft>
              <a:buClr>
                <a:srgbClr val="000000"/>
              </a:buClr>
              <a:buSzPts val="2200"/>
              <a:buFont typeface="Noto Sans Symbols"/>
              <a:buChar char="⮚"/>
            </a:pPr>
            <a:r>
              <a:rPr lang="en-US" sz="2200">
                <a:solidFill>
                  <a:srgbClr val="000000"/>
                </a:solidFill>
                <a:latin typeface="Times New Roman"/>
                <a:ea typeface="Times New Roman"/>
                <a:cs typeface="Times New Roman"/>
                <a:sym typeface="Times New Roman"/>
              </a:rPr>
              <a:t>Il est de la responsabilité du suivi afin de déterminer si l'annexe Itération et calendrier d'engagement peuvent être satisfaits. </a:t>
            </a:r>
            <a:endParaRPr/>
          </a:p>
          <a:p>
            <a:pPr indent="-228600" lvl="0" marL="228600" rtl="0" algn="just">
              <a:lnSpc>
                <a:spcPct val="100000"/>
              </a:lnSpc>
              <a:spcBef>
                <a:spcPts val="1000"/>
              </a:spcBef>
              <a:spcAft>
                <a:spcPts val="0"/>
              </a:spcAft>
              <a:buClr>
                <a:srgbClr val="000000"/>
              </a:buClr>
              <a:buSzPts val="2200"/>
              <a:buFont typeface="Noto Sans Symbols"/>
              <a:buChar char="⮚"/>
            </a:pPr>
            <a:r>
              <a:rPr lang="en-US" sz="2200">
                <a:solidFill>
                  <a:srgbClr val="000000"/>
                </a:solidFill>
                <a:latin typeface="Times New Roman"/>
                <a:ea typeface="Times New Roman"/>
                <a:cs typeface="Times New Roman"/>
                <a:sym typeface="Times New Roman"/>
              </a:rPr>
              <a:t>Les données sont également utilisées pour donner une </a:t>
            </a:r>
            <a:r>
              <a:rPr b="1" lang="en-US" sz="2200">
                <a:solidFill>
                  <a:srgbClr val="8D370A"/>
                </a:solidFill>
                <a:latin typeface="Times New Roman"/>
                <a:ea typeface="Times New Roman"/>
                <a:cs typeface="Times New Roman"/>
                <a:sym typeface="Times New Roman"/>
              </a:rPr>
              <a:t>rétroaction</a:t>
            </a:r>
            <a:r>
              <a:rPr lang="en-US" sz="2200">
                <a:solidFill>
                  <a:srgbClr val="000000"/>
                </a:solidFill>
                <a:latin typeface="Times New Roman"/>
                <a:ea typeface="Times New Roman"/>
                <a:cs typeface="Times New Roman"/>
                <a:sym typeface="Times New Roman"/>
              </a:rPr>
              <a:t> aux développeurs sur la qualité de leurs estimations.</a:t>
            </a:r>
            <a:endParaRPr/>
          </a:p>
          <a:p>
            <a:pPr indent="-228600" lvl="0" marL="228600" rtl="0" algn="just">
              <a:lnSpc>
                <a:spcPct val="100000"/>
              </a:lnSpc>
              <a:spcBef>
                <a:spcPts val="1000"/>
              </a:spcBef>
              <a:spcAft>
                <a:spcPts val="0"/>
              </a:spcAft>
              <a:buClr>
                <a:srgbClr val="000000"/>
              </a:buClr>
              <a:buSzPts val="2200"/>
              <a:buFont typeface="Noto Sans Symbols"/>
              <a:buChar char="⮚"/>
            </a:pPr>
            <a:r>
              <a:rPr lang="en-US" sz="2200">
                <a:solidFill>
                  <a:srgbClr val="000000"/>
                </a:solidFill>
                <a:latin typeface="Times New Roman"/>
                <a:ea typeface="Times New Roman"/>
                <a:cs typeface="Times New Roman"/>
                <a:sym typeface="Times New Roman"/>
              </a:rPr>
              <a:t>En outre, les résultats des tests fonctionnels sont rassemblés avec le testeur.</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3" name="Shape 3773"/>
        <p:cNvGrpSpPr/>
        <p:nvPr/>
      </p:nvGrpSpPr>
      <p:grpSpPr>
        <a:xfrm>
          <a:off x="0" y="0"/>
          <a:ext cx="0" cy="0"/>
          <a:chOff x="0" y="0"/>
          <a:chExt cx="0" cy="0"/>
        </a:xfrm>
      </p:grpSpPr>
      <p:sp>
        <p:nvSpPr>
          <p:cNvPr id="3774" name="Google Shape;3774;p119"/>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5" name="Google Shape;3775;p119"/>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76" name="Google Shape;3776;p1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77" name="Google Shape;3777;p119"/>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Testeur (tester)</a:t>
            </a:r>
            <a:endParaRPr>
              <a:solidFill>
                <a:srgbClr val="FFFFFF"/>
              </a:solidFill>
              <a:latin typeface="Calibri"/>
              <a:ea typeface="Calibri"/>
              <a:cs typeface="Calibri"/>
              <a:sym typeface="Calibri"/>
            </a:endParaRPr>
          </a:p>
        </p:txBody>
      </p:sp>
      <p:sp>
        <p:nvSpPr>
          <p:cNvPr id="3778" name="Google Shape;3778;p119"/>
          <p:cNvSpPr txBox="1"/>
          <p:nvPr>
            <p:ph idx="4294967295" type="body"/>
          </p:nvPr>
        </p:nvSpPr>
        <p:spPr>
          <a:xfrm>
            <a:off x="5134708" y="801866"/>
            <a:ext cx="6261950" cy="5230634"/>
          </a:xfrm>
          <a:prstGeom prst="rect">
            <a:avLst/>
          </a:prstGeom>
          <a:noFill/>
          <a:ln>
            <a:noFill/>
          </a:ln>
        </p:spPr>
        <p:txBody>
          <a:bodyPr anchorCtr="0" anchor="ctr" bIns="45700" lIns="91425" spcFirstLastPara="1" rIns="91425" wrap="square" tIns="45700">
            <a:normAutofit/>
          </a:bodyPr>
          <a:lstStyle/>
          <a:p>
            <a:pPr indent="-114300" lvl="0" marL="114300" rtl="0" algn="just">
              <a:lnSpc>
                <a:spcPct val="100000"/>
              </a:lnSpc>
              <a:spcBef>
                <a:spcPts val="0"/>
              </a:spcBef>
              <a:spcAft>
                <a:spcPts val="0"/>
              </a:spcAft>
              <a:buClr>
                <a:srgbClr val="000000"/>
              </a:buClr>
              <a:buSzPts val="2400"/>
              <a:buFont typeface="Noto Sans Symbols"/>
              <a:buChar char="⮚"/>
            </a:pPr>
            <a:r>
              <a:rPr lang="en-US" sz="2400">
                <a:solidFill>
                  <a:srgbClr val="000000"/>
                </a:solidFill>
                <a:latin typeface="Cambria"/>
                <a:ea typeface="Cambria"/>
                <a:cs typeface="Cambria"/>
                <a:sym typeface="Cambria"/>
              </a:rPr>
              <a:t>Contrairement à d'autres procédés, le testeur ne dispose que peu de compétences.</a:t>
            </a:r>
            <a:endParaRPr/>
          </a:p>
          <a:p>
            <a:pPr indent="-114300" lvl="0" marL="114300" rtl="0" algn="just">
              <a:lnSpc>
                <a:spcPct val="100000"/>
              </a:lnSpc>
              <a:spcBef>
                <a:spcPts val="1000"/>
              </a:spcBef>
              <a:spcAft>
                <a:spcPts val="0"/>
              </a:spcAft>
              <a:buClr>
                <a:srgbClr val="000000"/>
              </a:buClr>
              <a:buSzPts val="2400"/>
              <a:buFont typeface="Noto Sans Symbols"/>
              <a:buChar char="⮚"/>
            </a:pPr>
            <a:r>
              <a:rPr lang="en-US" sz="2400">
                <a:solidFill>
                  <a:srgbClr val="000000"/>
                </a:solidFill>
                <a:latin typeface="Cambria"/>
                <a:ea typeface="Cambria"/>
                <a:cs typeface="Cambria"/>
                <a:sym typeface="Cambria"/>
              </a:rPr>
              <a:t>Ceci est dû au fait que la plupart des tests unitaires (tests white box) est réalisée par les programmeurs.</a:t>
            </a:r>
            <a:endParaRPr/>
          </a:p>
          <a:p>
            <a:pPr indent="-114300" lvl="0" marL="114300" rtl="0" algn="just">
              <a:lnSpc>
                <a:spcPct val="100000"/>
              </a:lnSpc>
              <a:spcBef>
                <a:spcPts val="1000"/>
              </a:spcBef>
              <a:spcAft>
                <a:spcPts val="0"/>
              </a:spcAft>
              <a:buClr>
                <a:srgbClr val="000000"/>
              </a:buClr>
              <a:buSzPts val="2400"/>
              <a:buFont typeface="Noto Sans Symbols"/>
              <a:buChar char="⮚"/>
            </a:pPr>
            <a:r>
              <a:rPr lang="en-US" sz="2400">
                <a:solidFill>
                  <a:srgbClr val="000000"/>
                </a:solidFill>
                <a:latin typeface="Cambria"/>
                <a:ea typeface="Cambria"/>
                <a:cs typeface="Cambria"/>
                <a:sym typeface="Cambria"/>
              </a:rPr>
              <a:t>Le testeur permet au client de choisir et d'écrire les tests fonctionnels et de les exécuter (en particulier les essais qui ne peuvent pas être automatisés).</a:t>
            </a:r>
            <a:endParaRPr/>
          </a:p>
          <a:p>
            <a:pPr indent="-114300" lvl="0" marL="114300" rtl="0" algn="just">
              <a:lnSpc>
                <a:spcPct val="100000"/>
              </a:lnSpc>
              <a:spcBef>
                <a:spcPts val="1000"/>
              </a:spcBef>
              <a:spcAft>
                <a:spcPts val="0"/>
              </a:spcAft>
              <a:buClr>
                <a:srgbClr val="000000"/>
              </a:buClr>
              <a:buSzPts val="2400"/>
              <a:buFont typeface="Noto Sans Symbols"/>
              <a:buChar char="⮚"/>
            </a:pPr>
            <a:r>
              <a:rPr lang="en-US" sz="2400">
                <a:solidFill>
                  <a:srgbClr val="000000"/>
                </a:solidFill>
                <a:latin typeface="Cambria"/>
                <a:ea typeface="Cambria"/>
                <a:cs typeface="Cambria"/>
                <a:sym typeface="Cambria"/>
              </a:rPr>
              <a:t>Habituellement, le rôle du testeur n’est pas rempli par une personne dédiée, mais par l'un des programmeurs ou le traqueur.</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2" name="Shape 3782"/>
        <p:cNvGrpSpPr/>
        <p:nvPr/>
      </p:nvGrpSpPr>
      <p:grpSpPr>
        <a:xfrm>
          <a:off x="0" y="0"/>
          <a:ext cx="0" cy="0"/>
          <a:chOff x="0" y="0"/>
          <a:chExt cx="0" cy="0"/>
        </a:xfrm>
      </p:grpSpPr>
      <p:sp>
        <p:nvSpPr>
          <p:cNvPr id="3783" name="Google Shape;3783;p120"/>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4" name="Google Shape;3784;p120"/>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85" name="Google Shape;3785;p1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86" name="Google Shape;3786;p120"/>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Manager</a:t>
            </a:r>
            <a:endParaRPr>
              <a:solidFill>
                <a:srgbClr val="FFFFFF"/>
              </a:solidFill>
              <a:latin typeface="Calibri"/>
              <a:ea typeface="Calibri"/>
              <a:cs typeface="Calibri"/>
              <a:sym typeface="Calibri"/>
            </a:endParaRPr>
          </a:p>
        </p:txBody>
      </p:sp>
      <p:sp>
        <p:nvSpPr>
          <p:cNvPr id="3787" name="Google Shape;3787;p120"/>
          <p:cNvSpPr txBox="1"/>
          <p:nvPr>
            <p:ph idx="4294967295" type="body"/>
          </p:nvPr>
        </p:nvSpPr>
        <p:spPr>
          <a:xfrm>
            <a:off x="4949318" y="196948"/>
            <a:ext cx="6447340" cy="6274190"/>
          </a:xfrm>
          <a:prstGeom prst="rect">
            <a:avLst/>
          </a:prstGeom>
          <a:noFill/>
          <a:ln>
            <a:noFill/>
          </a:ln>
        </p:spPr>
        <p:txBody>
          <a:bodyPr anchorCtr="0" anchor="ctr" bIns="45700" lIns="91425" spcFirstLastPara="1" rIns="91425" wrap="square" tIns="45700">
            <a:normAutofit lnSpcReduction="10000"/>
          </a:bodyPr>
          <a:lstStyle/>
          <a:p>
            <a:pPr indent="-228600" lvl="0" marL="228600" rtl="0" algn="just">
              <a:lnSpc>
                <a:spcPct val="110000"/>
              </a:lnSpc>
              <a:spcBef>
                <a:spcPts val="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Le manager est le supérieur hiérarchique des programmeurs. Il est aussi parfois le supérieur hiérarchique du client. C’est le manager qui s’occupe matériellement des programmeurs (il leur fournit un bureau, des machines …) et immatérielle (Il recrute des programmeurs ou un testeur).</a:t>
            </a:r>
            <a:endParaRPr/>
          </a:p>
          <a:p>
            <a:pPr indent="-228600" lvl="0" marL="228600" rtl="0" algn="just">
              <a:lnSpc>
                <a:spcPct val="110000"/>
              </a:lnSpc>
              <a:spcBef>
                <a:spcPts val="10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Le manager demande aussi des comptes. Il demande à l’équipe XP de faire ses preuves. Les résultats doivent être concrets et visibles, c’est une des promesses de la méthode : productivité, visibilité, rapport fréquent et honnête. Il participe aux séances de planification, peut-être pas à chaque itération mais au moins chaque fois que le plan de livraison doit être modifié.</a:t>
            </a:r>
            <a:endParaRPr/>
          </a:p>
          <a:p>
            <a:pPr indent="-228600" lvl="0" marL="228600" rtl="0" algn="just">
              <a:lnSpc>
                <a:spcPct val="110000"/>
              </a:lnSpc>
              <a:spcBef>
                <a:spcPts val="10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Pour que la méthode XP réussisse, le manager exige que les engagements soient respectés, que les avantages promis par la méthode se confirment.</a:t>
            </a:r>
            <a:endParaRPr/>
          </a:p>
          <a:p>
            <a:pPr indent="-228600" lvl="0" marL="228600" rtl="0" algn="just">
              <a:lnSpc>
                <a:spcPct val="110000"/>
              </a:lnSpc>
              <a:spcBef>
                <a:spcPts val="1000"/>
              </a:spcBef>
              <a:spcAft>
                <a:spcPts val="0"/>
              </a:spcAft>
              <a:buClr>
                <a:srgbClr val="000000"/>
              </a:buClr>
              <a:buSzPts val="1800"/>
              <a:buFont typeface="Noto Sans Symbols"/>
              <a:buChar char="⮚"/>
            </a:pPr>
            <a:r>
              <a:rPr lang="en-US" sz="1800">
                <a:solidFill>
                  <a:srgbClr val="000000"/>
                </a:solidFill>
                <a:latin typeface="Cambria"/>
                <a:ea typeface="Cambria"/>
                <a:cs typeface="Cambria"/>
                <a:sym typeface="Cambria"/>
              </a:rPr>
              <a:t>Le manager participe aux réunions techniques ou réunions d’avancement générales du projet. Il transmet au monde extérieur l’état des lieux du développement logiciel, et résume à l’équipe logicielle les informations en provenance de l’extérieur.</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1" name="Shape 3791"/>
        <p:cNvGrpSpPr/>
        <p:nvPr/>
      </p:nvGrpSpPr>
      <p:grpSpPr>
        <a:xfrm>
          <a:off x="0" y="0"/>
          <a:ext cx="0" cy="0"/>
          <a:chOff x="0" y="0"/>
          <a:chExt cx="0" cy="0"/>
        </a:xfrm>
      </p:grpSpPr>
      <p:sp>
        <p:nvSpPr>
          <p:cNvPr id="3792" name="Google Shape;3792;p121"/>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3" name="Google Shape;3793;p121"/>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94" name="Google Shape;3794;p1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95" name="Google Shape;3795;p121"/>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Consultant</a:t>
            </a:r>
            <a:endParaRPr>
              <a:solidFill>
                <a:srgbClr val="FFFFFF"/>
              </a:solidFill>
              <a:latin typeface="Calibri"/>
              <a:ea typeface="Calibri"/>
              <a:cs typeface="Calibri"/>
              <a:sym typeface="Calibri"/>
            </a:endParaRPr>
          </a:p>
        </p:txBody>
      </p:sp>
      <p:sp>
        <p:nvSpPr>
          <p:cNvPr id="3796" name="Google Shape;3796;p121"/>
          <p:cNvSpPr txBox="1"/>
          <p:nvPr>
            <p:ph idx="4294967295" type="body"/>
          </p:nvPr>
        </p:nvSpPr>
        <p:spPr>
          <a:xfrm>
            <a:off x="5190978" y="801866"/>
            <a:ext cx="6205680" cy="5697408"/>
          </a:xfrm>
          <a:prstGeom prst="rect">
            <a:avLst/>
          </a:prstGeom>
          <a:noFill/>
          <a:ln>
            <a:noFill/>
          </a:ln>
        </p:spPr>
        <p:txBody>
          <a:bodyPr anchorCtr="0" anchor="ctr" bIns="45700" lIns="91425" spcFirstLastPara="1" rIns="91425" wrap="square" tIns="45700">
            <a:normAutofit fontScale="92500"/>
          </a:bodyPr>
          <a:lstStyle/>
          <a:p>
            <a:pPr indent="0" lvl="0" marL="0" rtl="0" algn="just">
              <a:lnSpc>
                <a:spcPct val="150000"/>
              </a:lnSpc>
              <a:spcBef>
                <a:spcPts val="0"/>
              </a:spcBef>
              <a:spcAft>
                <a:spcPts val="0"/>
              </a:spcAft>
              <a:buClr>
                <a:srgbClr val="000000"/>
              </a:buClr>
              <a:buSzPct val="100000"/>
              <a:buNone/>
            </a:pPr>
            <a:r>
              <a:rPr lang="en-US" sz="2200">
                <a:solidFill>
                  <a:srgbClr val="000000"/>
                </a:solidFill>
                <a:latin typeface="Cambria"/>
                <a:ea typeface="Cambria"/>
                <a:cs typeface="Cambria"/>
                <a:sym typeface="Cambria"/>
              </a:rPr>
              <a:t>En raison des règles et pratiques </a:t>
            </a:r>
            <a:r>
              <a:rPr b="1" lang="en-US" sz="2200">
                <a:solidFill>
                  <a:srgbClr val="8D370A"/>
                </a:solidFill>
                <a:latin typeface="Cambria"/>
                <a:ea typeface="Cambria"/>
                <a:cs typeface="Cambria"/>
                <a:sym typeface="Cambria"/>
              </a:rPr>
              <a:t>(en particulier la programmation en paires)</a:t>
            </a:r>
            <a:r>
              <a:rPr lang="en-US" sz="2200">
                <a:solidFill>
                  <a:srgbClr val="000000"/>
                </a:solidFill>
                <a:latin typeface="Cambria"/>
                <a:ea typeface="Cambria"/>
                <a:cs typeface="Cambria"/>
                <a:sym typeface="Cambria"/>
              </a:rPr>
              <a:t>, il n'y a généralement pas de spécialistes dans des projets XP. Mais parfois, le projet a besoin d'une connaissance plus approfondie (technique). Dans ces cas, un consultant sera engagé qui fournit cette connaissance. Cependant, ce rôle est différent dans XP. Le consultant est engagé pour fournir des connaissances. Un ou deux membres de l'équipe seront assis avec le consultant, en posant des questions sur le domaine technique et résoudre le problème. Mais la solution sera refaite après, afin de partager les connaissances entre l'équipe.</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00" name="Shape 3800"/>
        <p:cNvGrpSpPr/>
        <p:nvPr/>
      </p:nvGrpSpPr>
      <p:grpSpPr>
        <a:xfrm>
          <a:off x="0" y="0"/>
          <a:ext cx="0" cy="0"/>
          <a:chOff x="0" y="0"/>
          <a:chExt cx="0" cy="0"/>
        </a:xfrm>
      </p:grpSpPr>
      <p:sp>
        <p:nvSpPr>
          <p:cNvPr id="3801" name="Google Shape;3801;p122"/>
          <p:cNvSpPr/>
          <p:nvPr/>
        </p:nvSpPr>
        <p:spPr>
          <a:xfrm>
            <a:off x="336884" y="321177"/>
            <a:ext cx="4332307" cy="6179552"/>
          </a:xfrm>
          <a:prstGeom prst="rect">
            <a:avLst/>
          </a:prstGeom>
          <a:solidFill>
            <a:srgbClr val="404040">
              <a:alpha val="89803"/>
            </a:srgbClr>
          </a:solidFill>
          <a:ln cap="sq" cmpd="thinThick" w="127000">
            <a:solidFill>
              <a:srgbClr val="595959">
                <a:alpha val="8000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2" name="Google Shape;3802;p122"/>
          <p:cNvSpPr txBox="1"/>
          <p:nvPr>
            <p:ph type="title"/>
          </p:nvPr>
        </p:nvSpPr>
        <p:spPr>
          <a:xfrm>
            <a:off x="674237" y="914400"/>
            <a:ext cx="3657600" cy="288757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Calibri"/>
              <a:buNone/>
            </a:pPr>
            <a:r>
              <a:rPr b="1" lang="en-US">
                <a:solidFill>
                  <a:srgbClr val="FFFFFF"/>
                </a:solidFill>
                <a:latin typeface="Calibri"/>
                <a:ea typeface="Calibri"/>
                <a:cs typeface="Calibri"/>
                <a:sym typeface="Calibri"/>
              </a:rPr>
              <a:t>Rôles et responsabilités</a:t>
            </a:r>
            <a:endParaRPr/>
          </a:p>
        </p:txBody>
      </p:sp>
      <p:sp>
        <p:nvSpPr>
          <p:cNvPr id="3803" name="Google Shape;3803;p122"/>
          <p:cNvSpPr txBox="1"/>
          <p:nvPr>
            <p:ph idx="4294967295" type="body"/>
          </p:nvPr>
        </p:nvSpPr>
        <p:spPr>
          <a:xfrm>
            <a:off x="674237" y="4170501"/>
            <a:ext cx="3657600" cy="15255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2000"/>
              <a:buNone/>
            </a:pPr>
            <a:r>
              <a:rPr b="1" lang="en-US" sz="2000">
                <a:solidFill>
                  <a:srgbClr val="FFFFFF"/>
                </a:solidFill>
                <a:latin typeface="Calibri"/>
                <a:ea typeface="Calibri"/>
                <a:cs typeface="Calibri"/>
                <a:sym typeface="Calibri"/>
              </a:rPr>
              <a:t>Responsabilités respectives des rôles XP</a:t>
            </a:r>
            <a:endParaRPr sz="2000">
              <a:solidFill>
                <a:srgbClr val="FFFFFF"/>
              </a:solidFill>
              <a:latin typeface="Calibri"/>
              <a:ea typeface="Calibri"/>
              <a:cs typeface="Calibri"/>
              <a:sym typeface="Calibri"/>
            </a:endParaRPr>
          </a:p>
        </p:txBody>
      </p:sp>
      <p:cxnSp>
        <p:nvCxnSpPr>
          <p:cNvPr id="3804" name="Google Shape;3804;p122"/>
          <p:cNvCxnSpPr/>
          <p:nvPr/>
        </p:nvCxnSpPr>
        <p:spPr>
          <a:xfrm>
            <a:off x="1191126" y="3910267"/>
            <a:ext cx="2586790" cy="0"/>
          </a:xfrm>
          <a:prstGeom prst="straightConnector1">
            <a:avLst/>
          </a:prstGeom>
          <a:noFill/>
          <a:ln cap="flat" cmpd="sng" w="22225">
            <a:solidFill>
              <a:srgbClr val="D9D9D9"/>
            </a:solidFill>
            <a:prstDash val="solid"/>
            <a:miter lim="800000"/>
            <a:headEnd len="sm" w="sm" type="none"/>
            <a:tailEnd len="sm" w="sm" type="none"/>
          </a:ln>
        </p:spPr>
      </p:cxnSp>
      <p:pic>
        <p:nvPicPr>
          <p:cNvPr id="3805" name="Google Shape;3805;p122"/>
          <p:cNvPicPr preferRelativeResize="0"/>
          <p:nvPr/>
        </p:nvPicPr>
        <p:blipFill rotWithShape="1">
          <a:blip r:embed="rId3">
            <a:alphaModFix/>
          </a:blip>
          <a:srcRect b="0" l="0" r="0" t="0"/>
          <a:stretch/>
        </p:blipFill>
        <p:spPr>
          <a:xfrm>
            <a:off x="5373858" y="436301"/>
            <a:ext cx="5614882" cy="6179551"/>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65156"/>
        </a:solidFill>
      </p:bgPr>
    </p:bg>
    <p:spTree>
      <p:nvGrpSpPr>
        <p:cNvPr id="3809" name="Shape 3809"/>
        <p:cNvGrpSpPr/>
        <p:nvPr/>
      </p:nvGrpSpPr>
      <p:grpSpPr>
        <a:xfrm>
          <a:off x="0" y="0"/>
          <a:ext cx="0" cy="0"/>
          <a:chOff x="0" y="0"/>
          <a:chExt cx="0" cy="0"/>
        </a:xfrm>
      </p:grpSpPr>
      <p:sp>
        <p:nvSpPr>
          <p:cNvPr id="3810" name="Google Shape;3810;p123"/>
          <p:cNvSpPr/>
          <p:nvPr/>
        </p:nvSpPr>
        <p:spPr>
          <a:xfrm>
            <a:off x="1953768" y="0"/>
            <a:ext cx="8284464" cy="68580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1" name="Google Shape;3811;p123"/>
          <p:cNvSpPr/>
          <p:nvPr/>
        </p:nvSpPr>
        <p:spPr>
          <a:xfrm>
            <a:off x="2118360" y="0"/>
            <a:ext cx="7955280" cy="68580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2" name="Google Shape;3812;p123"/>
          <p:cNvSpPr txBox="1"/>
          <p:nvPr>
            <p:ph type="ctrTitle"/>
          </p:nvPr>
        </p:nvSpPr>
        <p:spPr>
          <a:xfrm>
            <a:off x="2555631" y="1441938"/>
            <a:ext cx="7080738" cy="3974124"/>
          </a:xfrm>
          <a:prstGeom prst="rect">
            <a:avLst/>
          </a:prstGeom>
          <a:noFill/>
          <a:ln>
            <a:noFill/>
          </a:ln>
        </p:spPr>
        <p:txBody>
          <a:bodyPr anchorCtr="1" anchor="ctr" bIns="45700" lIns="91425" spcFirstLastPara="1" rIns="91425" wrap="square" tIns="45700">
            <a:normAutofit/>
          </a:bodyPr>
          <a:lstStyle/>
          <a:p>
            <a:pPr indent="0" lvl="0" marL="0" rtl="0" algn="ctr">
              <a:lnSpc>
                <a:spcPct val="90000"/>
              </a:lnSpc>
              <a:spcBef>
                <a:spcPts val="0"/>
              </a:spcBef>
              <a:spcAft>
                <a:spcPts val="0"/>
              </a:spcAft>
              <a:buClr>
                <a:srgbClr val="2F3D45"/>
              </a:buClr>
              <a:buSzPts val="5400"/>
              <a:buFont typeface="Calibri"/>
              <a:buNone/>
            </a:pPr>
            <a:r>
              <a:rPr b="1" lang="en-US" sz="5400">
                <a:solidFill>
                  <a:srgbClr val="2F3D45"/>
                </a:solidFill>
              </a:rPr>
              <a:t>Pratiques</a:t>
            </a:r>
            <a:endParaRPr/>
          </a:p>
        </p:txBody>
      </p:sp>
      <p:sp>
        <p:nvSpPr>
          <p:cNvPr id="3813" name="Google Shape;3813;p1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18" name="Shape 3818"/>
        <p:cNvGrpSpPr/>
        <p:nvPr/>
      </p:nvGrpSpPr>
      <p:grpSpPr>
        <a:xfrm>
          <a:off x="0" y="0"/>
          <a:ext cx="0" cy="0"/>
          <a:chOff x="0" y="0"/>
          <a:chExt cx="0" cy="0"/>
        </a:xfrm>
      </p:grpSpPr>
      <p:sp>
        <p:nvSpPr>
          <p:cNvPr id="3819" name="Google Shape;3819;p12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0" name="Google Shape;3820;p124"/>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21" name="Google Shape;3821;p1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22" name="Google Shape;3822;p12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rPr>
              <a:t>Les pratiques de programmation</a:t>
            </a:r>
            <a:endParaRPr>
              <a:solidFill>
                <a:srgbClr val="FFFFFF"/>
              </a:solidFill>
            </a:endParaRPr>
          </a:p>
        </p:txBody>
      </p:sp>
      <p:sp>
        <p:nvSpPr>
          <p:cNvPr id="3823" name="Google Shape;3823;p124"/>
          <p:cNvSpPr txBox="1"/>
          <p:nvPr>
            <p:ph idx="1" type="body"/>
          </p:nvPr>
        </p:nvSpPr>
        <p:spPr>
          <a:xfrm>
            <a:off x="4309241" y="267285"/>
            <a:ext cx="7400160" cy="6358597"/>
          </a:xfrm>
          <a:prstGeom prst="rect">
            <a:avLst/>
          </a:prstGeom>
          <a:noFill/>
          <a:ln>
            <a:noFill/>
          </a:ln>
        </p:spPr>
        <p:txBody>
          <a:bodyPr anchorCtr="0" anchor="ctr" bIns="45700" lIns="395975" spcFirstLastPara="1" rIns="91425" wrap="square" tIns="45700">
            <a:normAutofit fontScale="92500"/>
          </a:bodyPr>
          <a:lstStyle/>
          <a:p>
            <a:pPr indent="-228600" lvl="0" marL="228600" rtl="0" algn="just">
              <a:lnSpc>
                <a:spcPct val="110000"/>
              </a:lnSpc>
              <a:spcBef>
                <a:spcPts val="0"/>
              </a:spcBef>
              <a:spcAft>
                <a:spcPts val="0"/>
              </a:spcAft>
              <a:buClr>
                <a:srgbClr val="8D370A"/>
              </a:buClr>
              <a:buSzPct val="100000"/>
              <a:buFont typeface="Noto Sans Symbols"/>
              <a:buChar char="⮚"/>
            </a:pPr>
            <a:r>
              <a:rPr b="1" lang="en-US" sz="1800">
                <a:solidFill>
                  <a:srgbClr val="8D370A"/>
                </a:solidFill>
                <a:latin typeface="Cambria"/>
                <a:ea typeface="Cambria"/>
                <a:cs typeface="Cambria"/>
                <a:sym typeface="Cambria"/>
              </a:rPr>
              <a:t>Conception simple (simple design) : </a:t>
            </a:r>
            <a:r>
              <a:rPr lang="en-US" sz="1800">
                <a:solidFill>
                  <a:srgbClr val="000000"/>
                </a:solidFill>
                <a:latin typeface="Cambria"/>
                <a:ea typeface="Cambria"/>
                <a:cs typeface="Cambria"/>
                <a:sym typeface="Cambria"/>
              </a:rPr>
              <a:t>les développeurs implémentent toujours la solution la plus simple qui puisse fonctionner. </a:t>
            </a:r>
            <a:endParaRPr/>
          </a:p>
          <a:p>
            <a:pPr indent="-228600" lvl="0" marL="228600" rtl="0" algn="just">
              <a:lnSpc>
                <a:spcPct val="110000"/>
              </a:lnSpc>
              <a:spcBef>
                <a:spcPts val="1000"/>
              </a:spcBef>
              <a:spcAft>
                <a:spcPts val="0"/>
              </a:spcAft>
              <a:buClr>
                <a:srgbClr val="8D370A"/>
              </a:buClr>
              <a:buSzPct val="100000"/>
              <a:buFont typeface="Noto Sans Symbols"/>
              <a:buChar char="⮚"/>
            </a:pPr>
            <a:r>
              <a:rPr b="1" lang="en-US" sz="1800">
                <a:solidFill>
                  <a:srgbClr val="8D370A"/>
                </a:solidFill>
                <a:latin typeface="Cambria"/>
                <a:ea typeface="Cambria"/>
                <a:cs typeface="Cambria"/>
                <a:sym typeface="Cambria"/>
              </a:rPr>
              <a:t>Refacturation (refactoring) : </a:t>
            </a:r>
            <a:r>
              <a:rPr lang="en-US" sz="1800">
                <a:solidFill>
                  <a:srgbClr val="000000"/>
                </a:solidFill>
                <a:latin typeface="Cambria"/>
                <a:ea typeface="Cambria"/>
                <a:cs typeface="Cambria"/>
                <a:sym typeface="Cambria"/>
              </a:rPr>
              <a:t>les développeurs n’hésitent pas à revenir sur le code écrit pour le rendre plus « propre », le débarrasser d’éventuelles parties inutilisées, et le préparer à l’ajout de la fonctionnalité suivante.</a:t>
            </a:r>
            <a:endParaRPr/>
          </a:p>
          <a:p>
            <a:pPr indent="-228600" lvl="0" marL="228600" rtl="0" algn="just">
              <a:lnSpc>
                <a:spcPct val="110000"/>
              </a:lnSpc>
              <a:spcBef>
                <a:spcPts val="1000"/>
              </a:spcBef>
              <a:spcAft>
                <a:spcPts val="0"/>
              </a:spcAft>
              <a:buClr>
                <a:srgbClr val="8D370A"/>
              </a:buClr>
              <a:buSzPct val="100000"/>
              <a:buFont typeface="Noto Sans Symbols"/>
              <a:buChar char="⮚"/>
            </a:pPr>
            <a:r>
              <a:rPr b="1" lang="en-US" sz="1800">
                <a:solidFill>
                  <a:srgbClr val="8D370A"/>
                </a:solidFill>
                <a:latin typeface="Cambria"/>
                <a:ea typeface="Cambria"/>
                <a:cs typeface="Cambria"/>
                <a:sym typeface="Cambria"/>
              </a:rPr>
              <a:t>Première-Test programmation, tests unitaires, tests de développeur (test-first programming, unit tests, developer tests) : </a:t>
            </a:r>
            <a:r>
              <a:rPr lang="en-US" sz="1800">
                <a:solidFill>
                  <a:srgbClr val="000000"/>
                </a:solidFill>
                <a:latin typeface="Cambria"/>
                <a:ea typeface="Cambria"/>
                <a:cs typeface="Cambria"/>
                <a:sym typeface="Cambria"/>
              </a:rPr>
              <a:t>les développeurs écrivent des tests automatiques pour le code qu’ils produisent, et ce au moment même d’écrire le code en question. Cela leur permet d’une part de mieux cerner le problème avant d’écrire le code, et d’autre part de constituer progressivement une batterie de tests qui les autorise ensuite à apporter rapidement des changements dans l’application, tout en conservant une certaine sérénité.</a:t>
            </a:r>
            <a:endParaRPr/>
          </a:p>
          <a:p>
            <a:pPr indent="-228600" lvl="0" marL="228600" rtl="0" algn="just">
              <a:lnSpc>
                <a:spcPct val="110000"/>
              </a:lnSpc>
              <a:spcBef>
                <a:spcPts val="1000"/>
              </a:spcBef>
              <a:spcAft>
                <a:spcPts val="0"/>
              </a:spcAft>
              <a:buClr>
                <a:srgbClr val="8D370A"/>
              </a:buClr>
              <a:buSzPct val="100000"/>
              <a:buFont typeface="Noto Sans Symbols"/>
              <a:buChar char="⮚"/>
            </a:pPr>
            <a:r>
              <a:rPr b="1" lang="en-US" sz="1800">
                <a:solidFill>
                  <a:srgbClr val="8D370A"/>
                </a:solidFill>
                <a:latin typeface="Cambria"/>
                <a:ea typeface="Cambria"/>
                <a:cs typeface="Cambria"/>
                <a:sym typeface="Cambria"/>
              </a:rPr>
              <a:t>Tests d'acceptation, tests des clients (acceptance tests, customer tests) : </a:t>
            </a:r>
            <a:r>
              <a:rPr lang="en-US" sz="1800">
                <a:solidFill>
                  <a:srgbClr val="000000"/>
                </a:solidFill>
                <a:latin typeface="Cambria"/>
                <a:ea typeface="Cambria"/>
                <a:cs typeface="Cambria"/>
                <a:sym typeface="Cambria"/>
              </a:rPr>
              <a:t>le client précise très explicitement ses besoins et les objectifs des programmeurs – en participant à la rédaction de tests de recette. Comme les tests unitaires, les tests de recette doivent être automatiques afin de pouvoir vérifier tous les jours la non-régression du produit.</a:t>
            </a:r>
            <a:endParaRPr/>
          </a:p>
        </p:txBody>
      </p:sp>
      <p:sp>
        <p:nvSpPr>
          <p:cNvPr id="3824" name="Google Shape;3824;p124"/>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29" name="Shape 3829"/>
        <p:cNvGrpSpPr/>
        <p:nvPr/>
      </p:nvGrpSpPr>
      <p:grpSpPr>
        <a:xfrm>
          <a:off x="0" y="0"/>
          <a:ext cx="0" cy="0"/>
          <a:chOff x="0" y="0"/>
          <a:chExt cx="0" cy="0"/>
        </a:xfrm>
      </p:grpSpPr>
      <p:sp>
        <p:nvSpPr>
          <p:cNvPr id="3830" name="Google Shape;3830;p12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1" name="Google Shape;3831;p125"/>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32" name="Google Shape;3832;p1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33" name="Google Shape;3833;p12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rPr>
              <a:t>Les pratiques de collaboration</a:t>
            </a:r>
            <a:endParaRPr>
              <a:solidFill>
                <a:srgbClr val="FFFFFF"/>
              </a:solidFill>
            </a:endParaRPr>
          </a:p>
        </p:txBody>
      </p:sp>
      <p:sp>
        <p:nvSpPr>
          <p:cNvPr id="3834" name="Google Shape;3834;p125"/>
          <p:cNvSpPr txBox="1"/>
          <p:nvPr>
            <p:ph idx="1" type="body"/>
          </p:nvPr>
        </p:nvSpPr>
        <p:spPr>
          <a:xfrm>
            <a:off x="4797083" y="801866"/>
            <a:ext cx="6599575" cy="5664246"/>
          </a:xfrm>
          <a:prstGeom prst="rect">
            <a:avLst/>
          </a:prstGeom>
          <a:noFill/>
          <a:ln>
            <a:noFill/>
          </a:ln>
        </p:spPr>
        <p:txBody>
          <a:bodyPr anchorCtr="0" anchor="ctr" bIns="45700" lIns="395975" spcFirstLastPara="1" rIns="91425" wrap="square" tIns="45700">
            <a:normAutofit/>
          </a:bodyPr>
          <a:lstStyle/>
          <a:p>
            <a:pPr indent="-228600" lvl="0" marL="228600" rtl="0" algn="just">
              <a:lnSpc>
                <a:spcPct val="100000"/>
              </a:lnSpc>
              <a:spcBef>
                <a:spcPts val="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Programmation en binôme (pair programming) </a:t>
            </a:r>
            <a:r>
              <a:rPr b="1" lang="en-US" sz="2000">
                <a:solidFill>
                  <a:srgbClr val="000000"/>
                </a:solidFill>
                <a:latin typeface="Cambria"/>
                <a:ea typeface="Cambria"/>
                <a:cs typeface="Cambria"/>
                <a:sym typeface="Cambria"/>
              </a:rPr>
              <a:t>:</a:t>
            </a:r>
            <a:r>
              <a:rPr lang="en-US" sz="2000">
                <a:solidFill>
                  <a:srgbClr val="000000"/>
                </a:solidFill>
                <a:latin typeface="Cambria"/>
                <a:ea typeface="Cambria"/>
                <a:cs typeface="Cambria"/>
                <a:sym typeface="Cambria"/>
              </a:rPr>
              <a:t> lorsqu’ils écrivent le code de l’application, les développeurs travaillent systématiquement à deux sur la même machine – il s’agit là d’une forme </a:t>
            </a:r>
            <a:r>
              <a:rPr b="1" lang="en-US" sz="2000">
                <a:solidFill>
                  <a:srgbClr val="000000"/>
                </a:solidFill>
                <a:latin typeface="Cambria"/>
                <a:ea typeface="Cambria"/>
                <a:cs typeface="Cambria"/>
                <a:sym typeface="Cambria"/>
              </a:rPr>
              <a:t>«extrême» </a:t>
            </a:r>
            <a:r>
              <a:rPr lang="en-US" sz="2000">
                <a:solidFill>
                  <a:srgbClr val="000000"/>
                </a:solidFill>
                <a:latin typeface="Cambria"/>
                <a:ea typeface="Cambria"/>
                <a:cs typeface="Cambria"/>
                <a:sym typeface="Cambria"/>
              </a:rPr>
              <a:t>de relecture de code, dans laquelle les deux développeurs collaborent activement pour résoudre les problèmes qu’ils rencontrent. Les binômes changent fréquemment, ainsi chacun est amené à travailler tôt ou tard avec tous les autres membres de l’équipe.</a:t>
            </a:r>
            <a:endParaRPr/>
          </a:p>
          <a:p>
            <a:pPr indent="-228600" lvl="0" marL="228600" rtl="0" algn="just">
              <a:lnSpc>
                <a:spcPct val="100000"/>
              </a:lnSpc>
              <a:spcBef>
                <a:spcPts val="100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Responsabilité collective du code (collective code ownership) :</a:t>
            </a:r>
            <a:r>
              <a:rPr lang="en-US" sz="2000">
                <a:solidFill>
                  <a:srgbClr val="8D370A"/>
                </a:solidFill>
                <a:latin typeface="Cambria"/>
                <a:ea typeface="Cambria"/>
                <a:cs typeface="Cambria"/>
                <a:sym typeface="Cambria"/>
              </a:rPr>
              <a:t> </a:t>
            </a:r>
            <a:r>
              <a:rPr lang="en-US" sz="2000">
                <a:solidFill>
                  <a:srgbClr val="000000"/>
                </a:solidFill>
                <a:latin typeface="Cambria"/>
                <a:ea typeface="Cambria"/>
                <a:cs typeface="Cambria"/>
                <a:sym typeface="Cambria"/>
              </a:rPr>
              <a:t>tous les développeurs de l’équipe peuvent être amenés à travailler sur toutes les parties de l’application. De plus, ils ont le devoir d’améliorer le code sur lequel ils interviennent. </a:t>
            </a:r>
            <a:endParaRPr/>
          </a:p>
        </p:txBody>
      </p:sp>
      <p:sp>
        <p:nvSpPr>
          <p:cNvPr id="3835" name="Google Shape;3835;p125"/>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39" name="Shape 3839"/>
        <p:cNvGrpSpPr/>
        <p:nvPr/>
      </p:nvGrpSpPr>
      <p:grpSpPr>
        <a:xfrm>
          <a:off x="0" y="0"/>
          <a:ext cx="0" cy="0"/>
          <a:chOff x="0" y="0"/>
          <a:chExt cx="0" cy="0"/>
        </a:xfrm>
      </p:grpSpPr>
      <p:sp>
        <p:nvSpPr>
          <p:cNvPr id="3840" name="Google Shape;3840;p12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1" name="Google Shape;3841;p126"/>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42" name="Google Shape;3842;p1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43" name="Google Shape;3843;p12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FF"/>
              </a:buClr>
              <a:buSzPts val="4400"/>
              <a:buFont typeface="Calibri"/>
              <a:buNone/>
            </a:pPr>
            <a:r>
              <a:rPr b="1" lang="en-US">
                <a:solidFill>
                  <a:srgbClr val="FFFFFF"/>
                </a:solidFill>
              </a:rPr>
              <a:t>Les pratiques de collaboration</a:t>
            </a:r>
            <a:endParaRPr>
              <a:solidFill>
                <a:srgbClr val="FFFFFF"/>
              </a:solidFill>
            </a:endParaRPr>
          </a:p>
        </p:txBody>
      </p:sp>
      <p:sp>
        <p:nvSpPr>
          <p:cNvPr id="3844" name="Google Shape;3844;p126"/>
          <p:cNvSpPr txBox="1"/>
          <p:nvPr>
            <p:ph idx="1" type="body"/>
          </p:nvPr>
        </p:nvSpPr>
        <p:spPr>
          <a:xfrm>
            <a:off x="4754880" y="464233"/>
            <a:ext cx="6641778" cy="5891427"/>
          </a:xfrm>
          <a:prstGeom prst="rect">
            <a:avLst/>
          </a:prstGeom>
          <a:noFill/>
          <a:ln>
            <a:noFill/>
          </a:ln>
        </p:spPr>
        <p:txBody>
          <a:bodyPr anchorCtr="0" anchor="ctr" bIns="45700" lIns="395975" spcFirstLastPara="1" rIns="91425" wrap="square" tIns="45700">
            <a:normAutofit lnSpcReduction="10000"/>
          </a:bodyPr>
          <a:lstStyle/>
          <a:p>
            <a:pPr indent="-101600" lvl="0" marL="228600" rtl="0" algn="just">
              <a:lnSpc>
                <a:spcPct val="110000"/>
              </a:lnSpc>
              <a:spcBef>
                <a:spcPts val="0"/>
              </a:spcBef>
              <a:spcAft>
                <a:spcPts val="0"/>
              </a:spcAft>
              <a:buClr>
                <a:schemeClr val="dk1"/>
              </a:buClr>
              <a:buSzPts val="2000"/>
              <a:buFont typeface="Noto Sans Symbols"/>
              <a:buNone/>
            </a:pPr>
            <a:r>
              <a:t/>
            </a:r>
            <a:endParaRPr b="1" sz="2000">
              <a:solidFill>
                <a:srgbClr val="000000"/>
              </a:solidFill>
              <a:latin typeface="Cambria"/>
              <a:ea typeface="Cambria"/>
              <a:cs typeface="Cambria"/>
              <a:sym typeface="Cambria"/>
            </a:endParaRPr>
          </a:p>
          <a:p>
            <a:pPr indent="-228600" lvl="0" marL="228600" rtl="0" algn="just">
              <a:lnSpc>
                <a:spcPct val="110000"/>
              </a:lnSpc>
              <a:spcBef>
                <a:spcPts val="100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Règles de codage (coding standards) :</a:t>
            </a:r>
            <a:r>
              <a:rPr lang="en-US" sz="2000">
                <a:solidFill>
                  <a:srgbClr val="8D370A"/>
                </a:solidFill>
                <a:latin typeface="Cambria"/>
                <a:ea typeface="Cambria"/>
                <a:cs typeface="Cambria"/>
                <a:sym typeface="Cambria"/>
              </a:rPr>
              <a:t> </a:t>
            </a:r>
            <a:r>
              <a:rPr lang="en-US" sz="2000">
                <a:solidFill>
                  <a:srgbClr val="000000"/>
                </a:solidFill>
                <a:latin typeface="Cambria"/>
                <a:ea typeface="Cambria"/>
                <a:cs typeface="Cambria"/>
                <a:sym typeface="Cambria"/>
              </a:rPr>
              <a:t>les développeurs se plient à des règles de codage définies par l’équipe elle-même, de manière à garantir l’homogénéité de leur code avec le reste de l’application.</a:t>
            </a:r>
            <a:endParaRPr/>
          </a:p>
          <a:p>
            <a:pPr indent="-228600" lvl="0" marL="228600" rtl="0" algn="just">
              <a:lnSpc>
                <a:spcPct val="110000"/>
              </a:lnSpc>
              <a:spcBef>
                <a:spcPts val="100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Métaphore (metaphor) :</a:t>
            </a:r>
            <a:r>
              <a:rPr lang="en-US" sz="2000">
                <a:solidFill>
                  <a:srgbClr val="8D370A"/>
                </a:solidFill>
                <a:latin typeface="Cambria"/>
                <a:ea typeface="Cambria"/>
                <a:cs typeface="Cambria"/>
                <a:sym typeface="Cambria"/>
              </a:rPr>
              <a:t> </a:t>
            </a:r>
            <a:r>
              <a:rPr lang="en-US" sz="2000">
                <a:solidFill>
                  <a:srgbClr val="000000"/>
                </a:solidFill>
                <a:latin typeface="Cambria"/>
                <a:ea typeface="Cambria"/>
                <a:cs typeface="Cambria"/>
                <a:sym typeface="Cambria"/>
              </a:rPr>
              <a:t>les développeurs n’hésitent pas à recourir aux métaphores pour décrire la structure interne du logiciel ou ses enjeux fonctionnels, de façon à décrire le système dans son ensemble par une métaphore unique.</a:t>
            </a:r>
            <a:endParaRPr/>
          </a:p>
          <a:p>
            <a:pPr indent="-228600" lvl="0" marL="228600" rtl="0" algn="just">
              <a:lnSpc>
                <a:spcPct val="110000"/>
              </a:lnSpc>
              <a:spcBef>
                <a:spcPts val="100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Intégration continue (continuous integration) :</a:t>
            </a:r>
            <a:r>
              <a:rPr lang="en-US" sz="2000">
                <a:solidFill>
                  <a:srgbClr val="8D370A"/>
                </a:solidFill>
                <a:latin typeface="Cambria"/>
                <a:ea typeface="Cambria"/>
                <a:cs typeface="Cambria"/>
                <a:sym typeface="Cambria"/>
              </a:rPr>
              <a:t> </a:t>
            </a:r>
            <a:r>
              <a:rPr lang="en-US" sz="2000">
                <a:solidFill>
                  <a:srgbClr val="000000"/>
                </a:solidFill>
                <a:latin typeface="Cambria"/>
                <a:ea typeface="Cambria"/>
                <a:cs typeface="Cambria"/>
                <a:sym typeface="Cambria"/>
              </a:rPr>
              <a:t>les développeurs synchronisent leurs développements aussi souvent que possible. Cela réduit la fréquence et la gravité des problèmes d’intégration, et permet de disposer à tout moment d’une version du logiciel qui intègre tous les développements en cours.</a:t>
            </a:r>
            <a:endParaRPr/>
          </a:p>
        </p:txBody>
      </p:sp>
      <p:sp>
        <p:nvSpPr>
          <p:cNvPr id="3845" name="Google Shape;3845;p126"/>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50" name="Shape 3850"/>
        <p:cNvGrpSpPr/>
        <p:nvPr/>
      </p:nvGrpSpPr>
      <p:grpSpPr>
        <a:xfrm>
          <a:off x="0" y="0"/>
          <a:ext cx="0" cy="0"/>
          <a:chOff x="0" y="0"/>
          <a:chExt cx="0" cy="0"/>
        </a:xfrm>
      </p:grpSpPr>
      <p:sp>
        <p:nvSpPr>
          <p:cNvPr id="3851" name="Google Shape;3851;p12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2" name="Google Shape;3852;p127"/>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53" name="Google Shape;3853;p1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54" name="Google Shape;3854;p12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rPr>
              <a:t>Les pratiques de gestion de projet</a:t>
            </a:r>
            <a:endParaRPr>
              <a:solidFill>
                <a:srgbClr val="FFFFFF"/>
              </a:solidFill>
            </a:endParaRPr>
          </a:p>
        </p:txBody>
      </p:sp>
      <p:sp>
        <p:nvSpPr>
          <p:cNvPr id="3855" name="Google Shape;3855;p127"/>
          <p:cNvSpPr txBox="1"/>
          <p:nvPr>
            <p:ph idx="1" type="body"/>
          </p:nvPr>
        </p:nvSpPr>
        <p:spPr>
          <a:xfrm>
            <a:off x="4309240" y="281354"/>
            <a:ext cx="7087418" cy="6316394"/>
          </a:xfrm>
          <a:prstGeom prst="rect">
            <a:avLst/>
          </a:prstGeom>
          <a:noFill/>
          <a:ln>
            <a:noFill/>
          </a:ln>
        </p:spPr>
        <p:txBody>
          <a:bodyPr anchorCtr="0" anchor="ctr" bIns="45700" lIns="395975" spcFirstLastPara="1" rIns="91425" wrap="square" tIns="45700">
            <a:noAutofit/>
          </a:bodyPr>
          <a:lstStyle/>
          <a:p>
            <a:pPr indent="-228600" lvl="0" marL="228600" rtl="0" algn="just">
              <a:lnSpc>
                <a:spcPct val="100000"/>
              </a:lnSpc>
              <a:spcBef>
                <a:spcPts val="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Livraisons fréquentes (frequent releases) :</a:t>
            </a:r>
            <a:r>
              <a:rPr lang="en-US" sz="2000">
                <a:solidFill>
                  <a:srgbClr val="8D370A"/>
                </a:solidFill>
                <a:latin typeface="Cambria"/>
                <a:ea typeface="Cambria"/>
                <a:cs typeface="Cambria"/>
                <a:sym typeface="Cambria"/>
              </a:rPr>
              <a:t> </a:t>
            </a:r>
            <a:r>
              <a:rPr lang="en-US" sz="2000">
                <a:solidFill>
                  <a:srgbClr val="000000"/>
                </a:solidFill>
                <a:latin typeface="Cambria"/>
                <a:ea typeface="Cambria"/>
                <a:cs typeface="Cambria"/>
                <a:sym typeface="Cambria"/>
              </a:rPr>
              <a:t>l’équipe livre des versions du logiciel à un rythme régulier, aussi élevé que possible – la fréquence précise étant fixée par le client.</a:t>
            </a:r>
            <a:endParaRPr/>
          </a:p>
          <a:p>
            <a:pPr indent="-228600" lvl="0" marL="228600" rtl="0" algn="just">
              <a:lnSpc>
                <a:spcPct val="100000"/>
              </a:lnSpc>
              <a:spcBef>
                <a:spcPts val="100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Planification itérative (planning game) :</a:t>
            </a:r>
            <a:r>
              <a:rPr lang="en-US" sz="2000">
                <a:solidFill>
                  <a:srgbClr val="8D370A"/>
                </a:solidFill>
                <a:latin typeface="Cambria"/>
                <a:ea typeface="Cambria"/>
                <a:cs typeface="Cambria"/>
                <a:sym typeface="Cambria"/>
              </a:rPr>
              <a:t> </a:t>
            </a:r>
            <a:r>
              <a:rPr lang="en-US" sz="2000">
                <a:solidFill>
                  <a:srgbClr val="000000"/>
                </a:solidFill>
                <a:latin typeface="Cambria"/>
                <a:ea typeface="Cambria"/>
                <a:cs typeface="Cambria"/>
                <a:sym typeface="Cambria"/>
              </a:rPr>
              <a:t>la planification du projet est réalisée conjointement par le client et l’équipe de développement, au cours de séances dédiées, organisées régulièrement tout au long du projet.</a:t>
            </a:r>
            <a:endParaRPr/>
          </a:p>
          <a:p>
            <a:pPr indent="-228600" lvl="0" marL="228600" rtl="0" algn="just">
              <a:lnSpc>
                <a:spcPct val="100000"/>
              </a:lnSpc>
              <a:spcBef>
                <a:spcPts val="100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Client sur site, équipe entière (on-site customer, whole team) :</a:t>
            </a:r>
            <a:r>
              <a:rPr lang="en-US" sz="2000">
                <a:solidFill>
                  <a:srgbClr val="000000"/>
                </a:solidFill>
                <a:latin typeface="Cambria"/>
                <a:ea typeface="Cambria"/>
                <a:cs typeface="Cambria"/>
                <a:sym typeface="Cambria"/>
              </a:rPr>
              <a:t> le client est littéralement intégré à l’équipe de développement pour arbitrer les priorités, et définir précisément ses besoins en bénéficiant du feedback immédiat d’une application aux livraisons fréquentes.</a:t>
            </a:r>
            <a:endParaRPr/>
          </a:p>
          <a:p>
            <a:pPr indent="-228600" lvl="0" marL="228600" rtl="0" algn="just">
              <a:lnSpc>
                <a:spcPct val="100000"/>
              </a:lnSpc>
              <a:spcBef>
                <a:spcPts val="1000"/>
              </a:spcBef>
              <a:spcAft>
                <a:spcPts val="0"/>
              </a:spcAft>
              <a:buClr>
                <a:srgbClr val="8D370A"/>
              </a:buClr>
              <a:buSzPts val="2000"/>
              <a:buFont typeface="Noto Sans Symbols"/>
              <a:buChar char="⮚"/>
            </a:pPr>
            <a:r>
              <a:rPr b="1" lang="en-US" sz="2000">
                <a:solidFill>
                  <a:srgbClr val="8D370A"/>
                </a:solidFill>
                <a:latin typeface="Cambria"/>
                <a:ea typeface="Cambria"/>
                <a:cs typeface="Cambria"/>
                <a:sym typeface="Cambria"/>
              </a:rPr>
              <a:t>Rythme durable (sustainable pace)</a:t>
            </a:r>
            <a:r>
              <a:rPr lang="en-US" sz="2000">
                <a:solidFill>
                  <a:srgbClr val="8D370A"/>
                </a:solidFill>
                <a:latin typeface="Cambria"/>
                <a:ea typeface="Cambria"/>
                <a:cs typeface="Cambria"/>
                <a:sym typeface="Cambria"/>
              </a:rPr>
              <a:t> : </a:t>
            </a:r>
            <a:r>
              <a:rPr lang="en-US" sz="2000">
                <a:solidFill>
                  <a:srgbClr val="000000"/>
                </a:solidFill>
                <a:latin typeface="Cambria"/>
                <a:ea typeface="Cambria"/>
                <a:cs typeface="Cambria"/>
                <a:sym typeface="Cambria"/>
              </a:rPr>
              <a:t>l’équipe adopte des horaires en conservant leur énergie pour produire un travail de qualité.</a:t>
            </a:r>
            <a:endParaRPr/>
          </a:p>
        </p:txBody>
      </p:sp>
      <p:sp>
        <p:nvSpPr>
          <p:cNvPr id="3856" name="Google Shape;3856;p127"/>
          <p:cNvSpPr txBox="1"/>
          <p:nvPr>
            <p:ph idx="12" type="sldNum"/>
          </p:nvPr>
        </p:nvSpPr>
        <p:spPr>
          <a:xfrm>
            <a:off x="8966201" y="6466112"/>
            <a:ext cx="2743200" cy="28143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65156"/>
        </a:solidFill>
      </p:bgPr>
    </p:bg>
    <p:spTree>
      <p:nvGrpSpPr>
        <p:cNvPr id="3860" name="Shape 3860"/>
        <p:cNvGrpSpPr/>
        <p:nvPr/>
      </p:nvGrpSpPr>
      <p:grpSpPr>
        <a:xfrm>
          <a:off x="0" y="0"/>
          <a:ext cx="0" cy="0"/>
          <a:chOff x="0" y="0"/>
          <a:chExt cx="0" cy="0"/>
        </a:xfrm>
      </p:grpSpPr>
      <p:sp>
        <p:nvSpPr>
          <p:cNvPr id="3861" name="Google Shape;3861;p128"/>
          <p:cNvSpPr/>
          <p:nvPr/>
        </p:nvSpPr>
        <p:spPr>
          <a:xfrm>
            <a:off x="1953768" y="0"/>
            <a:ext cx="8284464" cy="68580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2" name="Google Shape;3862;p128"/>
          <p:cNvSpPr/>
          <p:nvPr/>
        </p:nvSpPr>
        <p:spPr>
          <a:xfrm>
            <a:off x="2118360" y="0"/>
            <a:ext cx="7955280" cy="68580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3" name="Google Shape;3863;p128"/>
          <p:cNvSpPr txBox="1"/>
          <p:nvPr>
            <p:ph type="ctrTitle"/>
          </p:nvPr>
        </p:nvSpPr>
        <p:spPr>
          <a:xfrm>
            <a:off x="2555631" y="1441938"/>
            <a:ext cx="7080738" cy="3974124"/>
          </a:xfrm>
          <a:prstGeom prst="rect">
            <a:avLst/>
          </a:prstGeom>
          <a:noFill/>
          <a:ln>
            <a:noFill/>
          </a:ln>
        </p:spPr>
        <p:txBody>
          <a:bodyPr anchorCtr="1" anchor="ctr" bIns="45700" lIns="91425" spcFirstLastPara="1" rIns="91425" wrap="square" tIns="45700">
            <a:normAutofit/>
          </a:bodyPr>
          <a:lstStyle/>
          <a:p>
            <a:pPr indent="0" lvl="0" marL="0" rtl="0" algn="ctr">
              <a:lnSpc>
                <a:spcPct val="90000"/>
              </a:lnSpc>
              <a:spcBef>
                <a:spcPts val="0"/>
              </a:spcBef>
              <a:spcAft>
                <a:spcPts val="0"/>
              </a:spcAft>
              <a:buClr>
                <a:srgbClr val="2F3D45"/>
              </a:buClr>
              <a:buSzPts val="5400"/>
              <a:buFont typeface="Calibri"/>
              <a:buNone/>
            </a:pPr>
            <a:r>
              <a:rPr lang="en-US" sz="5400">
                <a:solidFill>
                  <a:srgbClr val="2F3D45"/>
                </a:solidFill>
              </a:rPr>
              <a:t>Avantages et inconvénients</a:t>
            </a:r>
            <a:endParaRPr sz="5400">
              <a:solidFill>
                <a:srgbClr val="2F3D45"/>
              </a:solidFill>
            </a:endParaRPr>
          </a:p>
        </p:txBody>
      </p:sp>
      <p:sp>
        <p:nvSpPr>
          <p:cNvPr id="3864" name="Google Shape;3864;p1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68" name="Shape 3868"/>
        <p:cNvGrpSpPr/>
        <p:nvPr/>
      </p:nvGrpSpPr>
      <p:grpSpPr>
        <a:xfrm>
          <a:off x="0" y="0"/>
          <a:ext cx="0" cy="0"/>
          <a:chOff x="0" y="0"/>
          <a:chExt cx="0" cy="0"/>
        </a:xfrm>
      </p:grpSpPr>
      <p:sp>
        <p:nvSpPr>
          <p:cNvPr id="3869" name="Google Shape;3869;p129"/>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0" name="Google Shape;3870;p129"/>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71" name="Google Shape;3871;p1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72" name="Google Shape;3872;p129"/>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latin typeface="Calibri"/>
                <a:ea typeface="Calibri"/>
                <a:cs typeface="Calibri"/>
                <a:sym typeface="Calibri"/>
              </a:rPr>
              <a:t>Avantages</a:t>
            </a:r>
            <a:endParaRPr/>
          </a:p>
        </p:txBody>
      </p:sp>
      <p:sp>
        <p:nvSpPr>
          <p:cNvPr id="3873" name="Google Shape;3873;p129"/>
          <p:cNvSpPr txBox="1"/>
          <p:nvPr>
            <p:ph idx="1" type="body"/>
          </p:nvPr>
        </p:nvSpPr>
        <p:spPr>
          <a:xfrm>
            <a:off x="4726745" y="801866"/>
            <a:ext cx="6669913" cy="5230634"/>
          </a:xfrm>
          <a:prstGeom prst="rect">
            <a:avLst/>
          </a:prstGeom>
          <a:noFill/>
          <a:ln>
            <a:noFill/>
          </a:ln>
        </p:spPr>
        <p:txBody>
          <a:bodyPr anchorCtr="0" anchor="ctr" bIns="45700" lIns="91425" spcFirstLastPara="1" rIns="91425" wrap="square" tIns="45700">
            <a:normAutofit/>
          </a:bodyPr>
          <a:lstStyle/>
          <a:p>
            <a:pPr indent="-342900" lvl="0" marL="355600" rtl="0" algn="just">
              <a:lnSpc>
                <a:spcPct val="15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Implication active du client</a:t>
            </a:r>
            <a:endParaRPr sz="2400">
              <a:solidFill>
                <a:srgbClr val="000000"/>
              </a:solidFill>
              <a:latin typeface="Times New Roman"/>
              <a:ea typeface="Times New Roman"/>
              <a:cs typeface="Times New Roman"/>
              <a:sym typeface="Times New Roman"/>
            </a:endParaRPr>
          </a:p>
          <a:p>
            <a:pPr indent="-342900" lvl="0" marL="355600" rtl="0" algn="just">
              <a:lnSpc>
                <a:spcPct val="150000"/>
              </a:lnSpc>
              <a:spcBef>
                <a:spcPts val="6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Forte réactivité des développeurs</a:t>
            </a:r>
            <a:endParaRPr sz="2400">
              <a:solidFill>
                <a:srgbClr val="000000"/>
              </a:solidFill>
              <a:latin typeface="Times New Roman"/>
              <a:ea typeface="Times New Roman"/>
              <a:cs typeface="Times New Roman"/>
              <a:sym typeface="Times New Roman"/>
            </a:endParaRPr>
          </a:p>
          <a:p>
            <a:pPr indent="-342900" lvl="0" marL="355600" rtl="0" algn="just">
              <a:lnSpc>
                <a:spcPct val="150000"/>
              </a:lnSpc>
              <a:spcBef>
                <a:spcPts val="6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Responsabilisation et solidarité de  l’équipe</a:t>
            </a:r>
            <a:endParaRPr sz="2400">
              <a:solidFill>
                <a:srgbClr val="000000"/>
              </a:solidFill>
              <a:latin typeface="Times New Roman"/>
              <a:ea typeface="Times New Roman"/>
              <a:cs typeface="Times New Roman"/>
              <a:sym typeface="Times New Roman"/>
            </a:endParaRPr>
          </a:p>
          <a:p>
            <a:pPr indent="-342900" lvl="0" marL="355600" rtl="0" algn="just">
              <a:lnSpc>
                <a:spcPct val="150000"/>
              </a:lnSpc>
              <a:spcBef>
                <a:spcPts val="6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Appel aux meilleurs pratiques de  développement</a:t>
            </a:r>
            <a:endParaRPr sz="2400">
              <a:solidFill>
                <a:srgbClr val="000000"/>
              </a:solidFill>
              <a:latin typeface="Times New Roman"/>
              <a:ea typeface="Times New Roman"/>
              <a:cs typeface="Times New Roman"/>
              <a:sym typeface="Times New Roman"/>
            </a:endParaRPr>
          </a:p>
          <a:p>
            <a:pPr indent="-342900" lvl="0" marL="355600" rtl="0" algn="just">
              <a:lnSpc>
                <a:spcPct val="150000"/>
              </a:lnSpc>
              <a:spcBef>
                <a:spcPts val="68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Souplesse extrême</a:t>
            </a:r>
            <a:endParaRPr sz="2400">
              <a:solidFill>
                <a:srgbClr val="000000"/>
              </a:solidFill>
              <a:latin typeface="Times New Roman"/>
              <a:ea typeface="Times New Roman"/>
              <a:cs typeface="Times New Roman"/>
              <a:sym typeface="Times New Roman"/>
            </a:endParaRPr>
          </a:p>
        </p:txBody>
      </p:sp>
      <p:sp>
        <p:nvSpPr>
          <p:cNvPr id="3874" name="Google Shape;3874;p129"/>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78" name="Shape 3878"/>
        <p:cNvGrpSpPr/>
        <p:nvPr/>
      </p:nvGrpSpPr>
      <p:grpSpPr>
        <a:xfrm>
          <a:off x="0" y="0"/>
          <a:ext cx="0" cy="0"/>
          <a:chOff x="0" y="0"/>
          <a:chExt cx="0" cy="0"/>
        </a:xfrm>
      </p:grpSpPr>
      <p:sp>
        <p:nvSpPr>
          <p:cNvPr id="3879" name="Google Shape;3879;p130"/>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0" name="Google Shape;3880;p130"/>
          <p:cNvSpPr/>
          <p:nvPr/>
        </p:nvSpPr>
        <p:spPr>
          <a:xfrm>
            <a:off x="1" y="0"/>
            <a:ext cx="12191998" cy="6858000"/>
          </a:xfrm>
          <a:prstGeom prst="rect">
            <a:avLst/>
          </a:prstGeom>
          <a:gradFill>
            <a:gsLst>
              <a:gs pos="0">
                <a:srgbClr val="0086B8"/>
              </a:gs>
              <a:gs pos="25000">
                <a:srgbClr val="0086B8"/>
              </a:gs>
              <a:gs pos="94000">
                <a:srgbClr val="21272B"/>
              </a:gs>
              <a:gs pos="100000">
                <a:srgbClr val="21272B"/>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81" name="Google Shape;3881;p1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82" name="Google Shape;3882;p130"/>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latin typeface="Calibri"/>
                <a:ea typeface="Calibri"/>
                <a:cs typeface="Calibri"/>
                <a:sym typeface="Calibri"/>
              </a:rPr>
              <a:t>Inconvénients</a:t>
            </a:r>
            <a:endParaRPr/>
          </a:p>
        </p:txBody>
      </p:sp>
      <p:sp>
        <p:nvSpPr>
          <p:cNvPr id="3883" name="Google Shape;3883;p130"/>
          <p:cNvSpPr txBox="1"/>
          <p:nvPr/>
        </p:nvSpPr>
        <p:spPr>
          <a:xfrm>
            <a:off x="4949318" y="801866"/>
            <a:ext cx="6447340" cy="5230634"/>
          </a:xfrm>
          <a:prstGeom prst="rect">
            <a:avLst/>
          </a:prstGeom>
          <a:noFill/>
          <a:ln>
            <a:noFill/>
          </a:ln>
        </p:spPr>
        <p:txBody>
          <a:bodyPr anchorCtr="0" anchor="ctr" bIns="45700" lIns="91425" spcFirstLastPara="1" rIns="91425" wrap="square" tIns="45700">
            <a:normAutofit lnSpcReduction="10000"/>
          </a:bodyPr>
          <a:lstStyle/>
          <a:p>
            <a:pPr indent="-342900" lvl="0" marL="355600" marR="0" rtl="0" algn="just">
              <a:lnSpc>
                <a:spcPct val="15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Demande une certaine maturité des  développeurs</a:t>
            </a:r>
            <a:endParaRPr sz="2400">
              <a:solidFill>
                <a:srgbClr val="000000"/>
              </a:solidFill>
              <a:latin typeface="Times New Roman"/>
              <a:ea typeface="Times New Roman"/>
              <a:cs typeface="Times New Roman"/>
              <a:sym typeface="Times New Roman"/>
            </a:endParaRPr>
          </a:p>
          <a:p>
            <a:pPr indent="-342900" lvl="0" marL="355600" marR="0" rtl="0" algn="just">
              <a:lnSpc>
                <a:spcPct val="150000"/>
              </a:lnSpc>
              <a:spcBef>
                <a:spcPts val="5"/>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La programmation par paires n’est toujours pas  applicable</a:t>
            </a:r>
            <a:endParaRPr/>
          </a:p>
          <a:p>
            <a:pPr indent="-342900" lvl="0" marL="355600" marR="0" rtl="0" algn="just">
              <a:lnSpc>
                <a:spcPct val="150000"/>
              </a:lnSpc>
              <a:spcBef>
                <a:spcPts val="5"/>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Difficulté de planifier et de budgétiser un   projet</a:t>
            </a:r>
            <a:endParaRPr sz="2400">
              <a:solidFill>
                <a:srgbClr val="000000"/>
              </a:solidFill>
              <a:latin typeface="Times New Roman"/>
              <a:ea typeface="Times New Roman"/>
              <a:cs typeface="Times New Roman"/>
              <a:sym typeface="Times New Roman"/>
            </a:endParaRPr>
          </a:p>
          <a:p>
            <a:pPr indent="-342900" lvl="0" marL="355600" marR="0" rtl="0" algn="just">
              <a:lnSpc>
                <a:spcPct val="150000"/>
              </a:lnSpc>
              <a:spcBef>
                <a:spcPts val="5"/>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Stress dû aux devoir de l’intégration continue et des livraisons  fréquentes</a:t>
            </a:r>
            <a:endParaRPr sz="2400">
              <a:solidFill>
                <a:srgbClr val="000000"/>
              </a:solidFill>
              <a:latin typeface="Times New Roman"/>
              <a:ea typeface="Times New Roman"/>
              <a:cs typeface="Times New Roman"/>
              <a:sym typeface="Times New Roman"/>
            </a:endParaRPr>
          </a:p>
          <a:p>
            <a:pPr indent="-342900" lvl="0" marL="355600" marR="0" rtl="0" algn="just">
              <a:lnSpc>
                <a:spcPct val="150000"/>
              </a:lnSpc>
              <a:spcBef>
                <a:spcPts val="5"/>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La faible documentation peut nuire en cas de départ   des développeurs</a:t>
            </a:r>
            <a:endParaRPr sz="2400">
              <a:solidFill>
                <a:srgbClr val="000000"/>
              </a:solidFill>
              <a:latin typeface="Times New Roman"/>
              <a:ea typeface="Times New Roman"/>
              <a:cs typeface="Times New Roman"/>
              <a:sym typeface="Times New Roman"/>
            </a:endParaRPr>
          </a:p>
        </p:txBody>
      </p:sp>
      <p:sp>
        <p:nvSpPr>
          <p:cNvPr id="3884" name="Google Shape;3884;p130"/>
          <p:cNvSpPr txBox="1"/>
          <p:nvPr>
            <p:ph idx="12" type="sldNum"/>
          </p:nvPr>
        </p:nvSpPr>
        <p:spPr>
          <a:xfrm>
            <a:off x="10825930" y="6223702"/>
            <a:ext cx="570728" cy="31406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000">
                <a:solidFill>
                  <a:srgbClr val="898989"/>
                </a:solidFill>
              </a:rPr>
              <a:t>‹#›</a:t>
            </a:fld>
            <a:endParaRPr sz="1000">
              <a:solidFill>
                <a:srgbClr val="89898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8" name="Shape 3888"/>
        <p:cNvGrpSpPr/>
        <p:nvPr/>
      </p:nvGrpSpPr>
      <p:grpSpPr>
        <a:xfrm>
          <a:off x="0" y="0"/>
          <a:ext cx="0" cy="0"/>
          <a:chOff x="0" y="0"/>
          <a:chExt cx="0" cy="0"/>
        </a:xfrm>
      </p:grpSpPr>
      <p:sp>
        <p:nvSpPr>
          <p:cNvPr id="3889" name="Google Shape;3889;p131"/>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90" name="Google Shape;3890;p131"/>
          <p:cNvSpPr/>
          <p:nvPr/>
        </p:nvSpPr>
        <p:spPr>
          <a:xfrm>
            <a:off x="0" y="0"/>
            <a:ext cx="2013557" cy="6858000"/>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91" name="Google Shape;3891;p131"/>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lang="en-US" sz="2600">
                <a:solidFill>
                  <a:srgbClr val="FFFFFF"/>
                </a:solidFill>
                <a:latin typeface="Calibri"/>
                <a:ea typeface="Calibri"/>
                <a:cs typeface="Calibri"/>
                <a:sym typeface="Calibri"/>
              </a:rPr>
              <a:t>Scrum vs XP</a:t>
            </a:r>
            <a:endParaRPr sz="2600">
              <a:solidFill>
                <a:srgbClr val="FFFFFF"/>
              </a:solidFill>
              <a:latin typeface="Calibri"/>
              <a:ea typeface="Calibri"/>
              <a:cs typeface="Calibri"/>
              <a:sym typeface="Calibri"/>
            </a:endParaRPr>
          </a:p>
        </p:txBody>
      </p:sp>
      <p:sp>
        <p:nvSpPr>
          <p:cNvPr id="3892" name="Google Shape;3892;p131"/>
          <p:cNvSpPr txBox="1"/>
          <p:nvPr>
            <p:ph idx="12" type="sldNum"/>
          </p:nvPr>
        </p:nvSpPr>
        <p:spPr>
          <a:xfrm>
            <a:off x="11310257" y="6356350"/>
            <a:ext cx="560009"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898989"/>
                </a:solidFill>
              </a:rPr>
              <a:t>‹#›</a:t>
            </a:fld>
            <a:endParaRPr>
              <a:solidFill>
                <a:srgbClr val="898989"/>
              </a:solidFill>
            </a:endParaRPr>
          </a:p>
        </p:txBody>
      </p:sp>
      <p:graphicFrame>
        <p:nvGraphicFramePr>
          <p:cNvPr id="3893" name="Google Shape;3893;p131"/>
          <p:cNvGraphicFramePr/>
          <p:nvPr/>
        </p:nvGraphicFramePr>
        <p:xfrm>
          <a:off x="3573194" y="267286"/>
          <a:ext cx="3000000" cy="3000000"/>
        </p:xfrm>
        <a:graphic>
          <a:graphicData uri="http://schemas.openxmlformats.org/drawingml/2006/table">
            <a:tbl>
              <a:tblPr bandRow="1" firstCol="1" firstRow="1">
                <a:noFill/>
                <a:tableStyleId>{2C20D49D-DCCA-4389-97EF-B69F01C7CA37}</a:tableStyleId>
              </a:tblPr>
              <a:tblGrid>
                <a:gridCol w="4710325"/>
                <a:gridCol w="1595925"/>
                <a:gridCol w="1672475"/>
              </a:tblGrid>
              <a:tr h="556275">
                <a:tc>
                  <a:txBody>
                    <a:bodyPr/>
                    <a:lstStyle/>
                    <a:p>
                      <a:pPr indent="0"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                                                   Method</a:t>
                      </a:r>
                      <a:endParaRPr b="1" sz="1500" u="none" cap="none" strike="noStrike">
                        <a:latin typeface="Times New Roman"/>
                        <a:ea typeface="Times New Roman"/>
                        <a:cs typeface="Times New Roman"/>
                        <a:sym typeface="Times New Roman"/>
                      </a:endParaRPr>
                    </a:p>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Criteria</a:t>
                      </a:r>
                      <a:endParaRPr b="1" sz="1500" u="none" cap="none" strike="noStrike">
                        <a:latin typeface="Times New Roman"/>
                        <a:ea typeface="Times New Roman"/>
                        <a:cs typeface="Times New Roman"/>
                        <a:sym typeface="Times New Roman"/>
                      </a:endParaRPr>
                    </a:p>
                  </a:txBody>
                  <a:tcPr marT="48550" marB="48550" marR="97100" marL="97100" anchor="ctr">
                    <a:solidFill>
                      <a:srgbClr val="C2EDFF"/>
                    </a:solidFill>
                  </a:tcPr>
                </a:tc>
                <a:tc>
                  <a:txBody>
                    <a:bodyPr/>
                    <a:lstStyle/>
                    <a:p>
                      <a:pPr indent="144145" lvl="0" marL="0" marR="0" rtl="0" algn="ctr">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SCRUM</a:t>
                      </a:r>
                      <a:endParaRPr b="1" sz="1500" u="none" cap="none" strike="noStrike">
                        <a:latin typeface="Times New Roman"/>
                        <a:ea typeface="Times New Roman"/>
                        <a:cs typeface="Times New Roman"/>
                        <a:sym typeface="Times New Roman"/>
                      </a:endParaRPr>
                    </a:p>
                  </a:txBody>
                  <a:tcPr marT="48550" marB="48550" marR="97100" marL="97100" anchor="ctr">
                    <a:solidFill>
                      <a:srgbClr val="C2EDFF"/>
                    </a:solidFill>
                  </a:tcPr>
                </a:tc>
                <a:tc>
                  <a:txBody>
                    <a:bodyPr/>
                    <a:lstStyle/>
                    <a:p>
                      <a:pPr indent="144145" lvl="0" marL="0" marR="0" rtl="0" algn="ctr">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XP</a:t>
                      </a:r>
                      <a:endParaRPr b="1" sz="1500" u="none" cap="none" strike="noStrike">
                        <a:latin typeface="Times New Roman"/>
                        <a:ea typeface="Times New Roman"/>
                        <a:cs typeface="Times New Roman"/>
                        <a:sym typeface="Times New Roman"/>
                      </a:endParaRPr>
                    </a:p>
                  </a:txBody>
                  <a:tcPr marT="48550" marB="48550" marR="97100" marL="97100" anchor="ctr">
                    <a:solidFill>
                      <a:srgbClr val="C2EDFF"/>
                    </a:solidFill>
                  </a:tcPr>
                </a:tc>
              </a:tr>
              <a:tr h="57380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 </a:t>
                      </a:r>
                      <a:endParaRPr b="1" sz="1700" u="none" cap="none" strike="noStrike">
                        <a:latin typeface="Times New Roman"/>
                        <a:ea typeface="Times New Roman"/>
                        <a:cs typeface="Times New Roman"/>
                        <a:sym typeface="Times New Roman"/>
                      </a:endParaRPr>
                    </a:p>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Team size</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 </a:t>
                      </a:r>
                      <a:endParaRPr sz="1500" u="none" cap="none" strike="noStrike">
                        <a:solidFill>
                          <a:srgbClr val="4E080B"/>
                        </a:solidFill>
                        <a:latin typeface="Times New Roman"/>
                        <a:ea typeface="Times New Roman"/>
                        <a:cs typeface="Times New Roman"/>
                        <a:sym typeface="Times New Roman"/>
                      </a:endParaRPr>
                    </a:p>
                    <a:p>
                      <a:pPr indent="144145" lvl="0" marL="0" marR="0" rtl="0" algn="ctr">
                        <a:lnSpc>
                          <a:spcPct val="80000"/>
                        </a:lnSpc>
                        <a:spcBef>
                          <a:spcPts val="100"/>
                        </a:spcBef>
                        <a:spcAft>
                          <a:spcPts val="0"/>
                        </a:spcAft>
                        <a:buNone/>
                      </a:pPr>
                      <a:r>
                        <a:rPr lang="en-US" sz="1500" u="none" cap="none" strike="noStrike">
                          <a:solidFill>
                            <a:srgbClr val="4E080B"/>
                          </a:solidFill>
                          <a:latin typeface="Times New Roman"/>
                          <a:ea typeface="Times New Roman"/>
                          <a:cs typeface="Times New Roman"/>
                          <a:sym typeface="Times New Roman"/>
                        </a:rPr>
                        <a:t>5 – 9</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 </a:t>
                      </a:r>
                      <a:endParaRPr sz="1500" u="none" cap="none" strike="noStrike">
                        <a:solidFill>
                          <a:srgbClr val="4E080B"/>
                        </a:solidFill>
                        <a:latin typeface="Times New Roman"/>
                        <a:ea typeface="Times New Roman"/>
                        <a:cs typeface="Times New Roman"/>
                        <a:sym typeface="Times New Roman"/>
                      </a:endParaRPr>
                    </a:p>
                    <a:p>
                      <a:pPr indent="144145" lvl="0" marL="0" marR="0" rtl="0" algn="ctr">
                        <a:lnSpc>
                          <a:spcPct val="80000"/>
                        </a:lnSpc>
                        <a:spcBef>
                          <a:spcPts val="100"/>
                        </a:spcBef>
                        <a:spcAft>
                          <a:spcPts val="0"/>
                        </a:spcAft>
                        <a:buNone/>
                      </a:pPr>
                      <a:r>
                        <a:rPr lang="en-US" sz="1500" u="none" cap="none" strike="noStrike">
                          <a:solidFill>
                            <a:srgbClr val="4E080B"/>
                          </a:solidFill>
                          <a:latin typeface="Times New Roman"/>
                          <a:ea typeface="Times New Roman"/>
                          <a:cs typeface="Times New Roman"/>
                          <a:sym typeface="Times New Roman"/>
                        </a:rPr>
                        <a:t>2 – 10</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627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Project size</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All</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Small</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627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Iteration length (week)</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4</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2</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778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Roles and responsibilities</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627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Process centric</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778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People centric</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778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Virtual team support</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778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High Risk Mitigation</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778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Medium Risk Mitigation</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627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Documentation </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Basic</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Basic</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778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Daily Meeting</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63157"/>
                        </a:lnSpc>
                        <a:spcBef>
                          <a:spcPts val="0"/>
                        </a:spcBef>
                        <a:spcAft>
                          <a:spcPts val="0"/>
                        </a:spcAft>
                        <a:buNone/>
                      </a:pPr>
                      <a:r>
                        <a:rPr lang="en-US" sz="1900" u="none" cap="none" strike="noStrike">
                          <a:solidFill>
                            <a:srgbClr val="4E080B"/>
                          </a:solidFill>
                          <a:latin typeface="Times New Roman"/>
                          <a:ea typeface="Times New Roman"/>
                          <a:cs typeface="Times New Roman"/>
                          <a:sym typeface="Times New Roman"/>
                        </a:rPr>
                        <a:t>√</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627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Information sharing (via document)</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627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Meeting face-to-face</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r h="362750">
                <a:tc>
                  <a:txBody>
                    <a:bodyPr/>
                    <a:lstStyle/>
                    <a:p>
                      <a:pPr indent="144145" lvl="0" marL="0" marR="0" rtl="0" algn="l">
                        <a:lnSpc>
                          <a:spcPct val="80000"/>
                        </a:lnSpc>
                        <a:spcBef>
                          <a:spcPts val="0"/>
                        </a:spcBef>
                        <a:spcAft>
                          <a:spcPts val="0"/>
                        </a:spcAft>
                        <a:buNone/>
                      </a:pPr>
                      <a:r>
                        <a:rPr b="1" lang="en-US" sz="1500" u="none" cap="none" strike="noStrike">
                          <a:latin typeface="Times New Roman"/>
                          <a:ea typeface="Times New Roman"/>
                          <a:cs typeface="Times New Roman"/>
                          <a:sym typeface="Times New Roman"/>
                        </a:rPr>
                        <a:t>Metamodel-based</a:t>
                      </a:r>
                      <a:endParaRPr b="1" sz="1700" u="none" cap="none" strike="noStrike">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c>
                  <a:txBody>
                    <a:bodyPr/>
                    <a:lstStyle/>
                    <a:p>
                      <a:pPr indent="144145" lvl="0" marL="0" marR="0" rtl="0" algn="ctr">
                        <a:lnSpc>
                          <a:spcPct val="80000"/>
                        </a:lnSpc>
                        <a:spcBef>
                          <a:spcPts val="0"/>
                        </a:spcBef>
                        <a:spcAft>
                          <a:spcPts val="0"/>
                        </a:spcAft>
                        <a:buNone/>
                      </a:pPr>
                      <a:r>
                        <a:rPr lang="en-US" sz="1500" u="none" cap="none" strike="noStrike">
                          <a:solidFill>
                            <a:srgbClr val="4E080B"/>
                          </a:solidFill>
                          <a:latin typeface="Times New Roman"/>
                          <a:ea typeface="Times New Roman"/>
                          <a:cs typeface="Times New Roman"/>
                          <a:sym typeface="Times New Roman"/>
                        </a:rPr>
                        <a:t>X</a:t>
                      </a:r>
                      <a:endParaRPr sz="1500" u="none" cap="none" strike="noStrike">
                        <a:solidFill>
                          <a:srgbClr val="4E080B"/>
                        </a:solidFill>
                        <a:latin typeface="Times New Roman"/>
                        <a:ea typeface="Times New Roman"/>
                        <a:cs typeface="Times New Roman"/>
                        <a:sym typeface="Times New Roman"/>
                      </a:endParaRPr>
                    </a:p>
                  </a:txBody>
                  <a:tcPr marT="48550" marB="48550" marR="97100" marL="97100"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Större template">
      <a:dk1>
        <a:srgbClr val="273339"/>
      </a:dk1>
      <a:lt1>
        <a:srgbClr val="FFFFFF"/>
      </a:lt1>
      <a:dk2>
        <a:srgbClr val="40515A"/>
      </a:dk2>
      <a:lt2>
        <a:srgbClr val="8C9CA6"/>
      </a:lt2>
      <a:accent1>
        <a:srgbClr val="0095CD"/>
      </a:accent1>
      <a:accent2>
        <a:srgbClr val="324D5E"/>
      </a:accent2>
      <a:accent3>
        <a:srgbClr val="F17C3F"/>
      </a:accent3>
      <a:accent4>
        <a:srgbClr val="7BB21B"/>
      </a:accent4>
      <a:accent5>
        <a:srgbClr val="814E7E"/>
      </a:accent5>
      <a:accent6>
        <a:srgbClr val="9D121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Större template">
      <a:dk1>
        <a:srgbClr val="273339"/>
      </a:dk1>
      <a:lt1>
        <a:srgbClr val="FFFFFF"/>
      </a:lt1>
      <a:dk2>
        <a:srgbClr val="40515A"/>
      </a:dk2>
      <a:lt2>
        <a:srgbClr val="8C9CA6"/>
      </a:lt2>
      <a:accent1>
        <a:srgbClr val="0095CD"/>
      </a:accent1>
      <a:accent2>
        <a:srgbClr val="324D5E"/>
      </a:accent2>
      <a:accent3>
        <a:srgbClr val="F17C3F"/>
      </a:accent3>
      <a:accent4>
        <a:srgbClr val="7BB21B"/>
      </a:accent4>
      <a:accent5>
        <a:srgbClr val="814E7E"/>
      </a:accent5>
      <a:accent6>
        <a:srgbClr val="9D121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2018-10-13T20:59:55Z</dcterms:created>
  <dc:creator>SOUKAINA</dc:creator>
</cp:coreProperties>
</file>